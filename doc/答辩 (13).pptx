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</p:sldMasterIdLst>
  <p:notesMasterIdLst>
    <p:notesMasterId r:id="rId28"/>
  </p:notesMasterIdLst>
  <p:sldIdLst>
    <p:sldId id="256" r:id="rId2"/>
    <p:sldId id="260" r:id="rId3"/>
    <p:sldId id="275" r:id="rId4"/>
    <p:sldId id="281" r:id="rId5"/>
    <p:sldId id="276" r:id="rId6"/>
    <p:sldId id="282" r:id="rId7"/>
    <p:sldId id="267" r:id="rId8"/>
    <p:sldId id="261" r:id="rId9"/>
    <p:sldId id="277" r:id="rId10"/>
    <p:sldId id="284" r:id="rId11"/>
    <p:sldId id="285" r:id="rId12"/>
    <p:sldId id="262" r:id="rId13"/>
    <p:sldId id="283" r:id="rId14"/>
    <p:sldId id="278" r:id="rId15"/>
    <p:sldId id="269" r:id="rId16"/>
    <p:sldId id="286" r:id="rId17"/>
    <p:sldId id="263" r:id="rId18"/>
    <p:sldId id="259" r:id="rId19"/>
    <p:sldId id="279" r:id="rId20"/>
    <p:sldId id="271" r:id="rId21"/>
    <p:sldId id="272" r:id="rId22"/>
    <p:sldId id="264" r:id="rId23"/>
    <p:sldId id="273" r:id="rId24"/>
    <p:sldId id="266" r:id="rId25"/>
    <p:sldId id="258" r:id="rId26"/>
    <p:sldId id="265" r:id="rId27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3521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69" userDrawn="1">
          <p15:clr>
            <a:srgbClr val="A4A3A4"/>
          </p15:clr>
        </p15:guide>
        <p15:guide id="6" orient="horz" pos="2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A5B2"/>
    <a:srgbClr val="CDCAC3"/>
    <a:srgbClr val="466E7A"/>
    <a:srgbClr val="F5F0EA"/>
    <a:srgbClr val="5D91A1"/>
    <a:srgbClr val="00B050"/>
    <a:srgbClr val="676661"/>
    <a:srgbClr val="3C5E68"/>
    <a:srgbClr val="777671"/>
    <a:srgbClr val="E73A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4" autoAdjust="0"/>
    <p:restoredTop sz="94693"/>
  </p:normalViewPr>
  <p:slideViewPr>
    <p:cSldViewPr snapToGrid="0" snapToObjects="1">
      <p:cViewPr>
        <p:scale>
          <a:sx n="50" d="100"/>
          <a:sy n="50" d="100"/>
        </p:scale>
        <p:origin x="1956" y="1232"/>
      </p:cViewPr>
      <p:guideLst>
        <p:guide pos="3840"/>
        <p:guide orient="horz" pos="2160"/>
        <p:guide orient="horz" pos="3521"/>
        <p:guide pos="211"/>
        <p:guide pos="7469"/>
        <p:guide orient="horz" pos="2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67666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C4-4205-A808-6789481113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79A5B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C4-4205-A808-6789481113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7"/>
        <c:overlap val="29"/>
        <c:axId val="-2023125232"/>
        <c:axId val="-2023111632"/>
      </c:barChart>
      <c:catAx>
        <c:axId val="-2023125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2023111632"/>
        <c:crosses val="autoZero"/>
        <c:auto val="1"/>
        <c:lblAlgn val="ctr"/>
        <c:lblOffset val="100"/>
        <c:noMultiLvlLbl val="0"/>
      </c:catAx>
      <c:valAx>
        <c:axId val="-20231116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-202312523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>
              <a:noFill/>
            </a:ln>
          </c:spPr>
          <c:explosion val="5"/>
          <c:dPt>
            <c:idx val="0"/>
            <c:bubble3D val="0"/>
            <c:spPr>
              <a:solidFill>
                <a:srgbClr val="79A5B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30E-4150-9CE9-0851C1728AFD}"/>
              </c:ext>
            </c:extLst>
          </c:dPt>
          <c:dPt>
            <c:idx val="1"/>
            <c:bubble3D val="0"/>
            <c:spPr>
              <a:solidFill>
                <a:srgbClr val="CDCAC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30E-4150-9CE9-0851C1728AFD}"/>
              </c:ext>
            </c:extLst>
          </c:dPt>
          <c:cat>
            <c:strRef>
              <c:f>Sheet1!$A$2:$A$3</c:f>
              <c:strCache>
                <c:ptCount val="2"/>
                <c:pt idx="0">
                  <c:v>第一类</c:v>
                </c:pt>
                <c:pt idx="1">
                  <c:v>第二类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0.30000000000000004</c:v>
                </c:pt>
                <c:pt idx="1">
                  <c:v>0.70000000000000007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0E-4150-9CE9-0851C1728A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0E476-DBBF-42C4-9842-0751DB9A0A97}" type="datetimeFigureOut">
              <a:rPr lang="zh-CN" altLang="en-US" smtClean="0"/>
              <a:pPr/>
              <a:t>2025/11/26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314805-A067-454A-9D69-29B08616F17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906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314805-A067-454A-9D69-29B08616F17D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25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314805-A067-454A-9D69-29B08616F17D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465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pattFill prst="dotGrid">
          <a:fgClr>
            <a:schemeClr val="bg1">
              <a:lumMod val="85000"/>
            </a:schemeClr>
          </a:fgClr>
          <a:bgClr>
            <a:srgbClr val="F5F0E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192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pattFill prst="dotGrid">
          <a:fgClr>
            <a:schemeClr val="bg1">
              <a:lumMod val="85000"/>
            </a:schemeClr>
          </a:fgClr>
          <a:bgClr>
            <a:srgbClr val="F5F0E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52400" y="139700"/>
            <a:ext cx="11874500" cy="6591300"/>
          </a:xfrm>
          <a:prstGeom prst="rect">
            <a:avLst/>
          </a:prstGeom>
          <a:noFill/>
          <a:ln w="38100">
            <a:solidFill>
              <a:srgbClr val="5D91A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82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004" y="258233"/>
            <a:ext cx="4868117" cy="529569"/>
          </a:xfrm>
          <a:prstGeom prst="rect">
            <a:avLst/>
          </a:prstGeom>
          <a:ln w="12700" cmpd="sng">
            <a:solidFill>
              <a:schemeClr val="tx1"/>
            </a:solidFill>
          </a:ln>
        </p:spPr>
        <p:txBody>
          <a:bodyPr vert="horz" anchor="ctr"/>
          <a:lstStyle>
            <a:lvl1pPr marL="0" indent="0" algn="l">
              <a:buNone/>
              <a:defRPr sz="2400" b="1"/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3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1386592" y="171547"/>
            <a:ext cx="805408" cy="616255"/>
          </a:xfrm>
          <a:prstGeom prst="rect">
            <a:avLst/>
          </a:prstGeom>
          <a:solidFill>
            <a:schemeClr val="tx1"/>
          </a:solidFill>
        </p:spPr>
        <p:txBody>
          <a:bodyPr vert="horz" anchor="ctr"/>
          <a:lstStyle>
            <a:lvl1pPr marL="0" indent="0" algn="ctr"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4" name="图片占位符 8"/>
          <p:cNvSpPr>
            <a:spLocks noGrp="1"/>
          </p:cNvSpPr>
          <p:nvPr>
            <p:ph type="pic" sz="quarter" idx="14" hasCustomPrompt="1"/>
          </p:nvPr>
        </p:nvSpPr>
        <p:spPr>
          <a:xfrm>
            <a:off x="376768" y="5989475"/>
            <a:ext cx="1960033" cy="5334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1600" b="1"/>
            </a:lvl1pPr>
          </a:lstStyle>
          <a:p>
            <a:r>
              <a:rPr kumimoji="1" lang="en-US" altLang="zh-CN" sz="1600" b="1" dirty="0"/>
              <a:t>LOGO&amp;PIC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2621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9170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9959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62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30" name="任意多边形 29"/>
          <p:cNvSpPr/>
          <p:nvPr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4178745" y="1033979"/>
            <a:ext cx="38779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</a:rPr>
              <a:t>程序设计实践大作业</a:t>
            </a:r>
          </a:p>
        </p:txBody>
      </p:sp>
      <p:sp>
        <p:nvSpPr>
          <p:cNvPr id="34" name="矩形 33"/>
          <p:cNvSpPr/>
          <p:nvPr/>
        </p:nvSpPr>
        <p:spPr>
          <a:xfrm>
            <a:off x="1818322" y="2367171"/>
            <a:ext cx="859882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6600" b="1" dirty="0">
                <a:solidFill>
                  <a:srgbClr val="777671"/>
                </a:solidFill>
                <a:latin typeface="Microsoft YaHei" charset="0"/>
                <a:ea typeface="Microsoft YaHei" charset="0"/>
                <a:cs typeface="Microsoft YaHei" charset="0"/>
              </a:rPr>
              <a:t>基于</a:t>
            </a:r>
            <a:r>
              <a:rPr kumimoji="1" lang="en-US" altLang="zh-CN" sz="6600" b="1" dirty="0">
                <a:solidFill>
                  <a:srgbClr val="777671"/>
                </a:solidFill>
                <a:latin typeface="Microsoft YaHei" charset="0"/>
                <a:ea typeface="Microsoft YaHei" charset="0"/>
                <a:cs typeface="Microsoft YaHei" charset="0"/>
              </a:rPr>
              <a:t>DSL</a:t>
            </a:r>
            <a:r>
              <a:rPr kumimoji="1" lang="zh-CN" altLang="en-US" sz="6600" b="1" dirty="0">
                <a:solidFill>
                  <a:srgbClr val="777671"/>
                </a:solidFill>
                <a:latin typeface="Microsoft YaHei" charset="0"/>
                <a:ea typeface="Microsoft YaHei" charset="0"/>
                <a:cs typeface="Microsoft YaHei" charset="0"/>
              </a:rPr>
              <a:t>的多业务场景</a:t>
            </a:r>
            <a:endParaRPr kumimoji="1" lang="en-US" altLang="zh-CN" sz="6600" b="1" dirty="0">
              <a:solidFill>
                <a:srgbClr val="777671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kumimoji="1" lang="en-US" altLang="zh-CN" sz="6600" b="1" dirty="0">
                <a:solidFill>
                  <a:srgbClr val="777671"/>
                </a:solidFill>
                <a:latin typeface="Microsoft YaHei" charset="0"/>
                <a:ea typeface="Microsoft YaHei" charset="0"/>
                <a:cs typeface="Microsoft YaHei" charset="0"/>
              </a:rPr>
              <a:t>Agent</a:t>
            </a:r>
            <a:r>
              <a:rPr kumimoji="1" lang="zh-CN" altLang="en-US" sz="6600" b="1" dirty="0">
                <a:solidFill>
                  <a:srgbClr val="777671"/>
                </a:solidFill>
                <a:latin typeface="Microsoft YaHei" charset="0"/>
                <a:ea typeface="Microsoft YaHei" charset="0"/>
                <a:cs typeface="Microsoft YaHei" charset="0"/>
              </a:rPr>
              <a:t>的设计与实现</a:t>
            </a:r>
            <a:endParaRPr lang="zh-CN" altLang="en-US" sz="6600" dirty="0">
              <a:solidFill>
                <a:srgbClr val="777671"/>
              </a:solidFill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1764181" y="4715060"/>
            <a:ext cx="8629705" cy="0"/>
            <a:chOff x="1764181" y="4127500"/>
            <a:chExt cx="8629705" cy="0"/>
          </a:xfrm>
        </p:grpSpPr>
        <p:cxnSp>
          <p:nvCxnSpPr>
            <p:cNvPr id="80" name="直接连接符 79"/>
            <p:cNvCxnSpPr/>
            <p:nvPr/>
          </p:nvCxnSpPr>
          <p:spPr>
            <a:xfrm>
              <a:off x="1764181" y="4127500"/>
              <a:ext cx="2755900" cy="0"/>
            </a:xfrm>
            <a:prstGeom prst="line">
              <a:avLst/>
            </a:prstGeom>
            <a:ln>
              <a:solidFill>
                <a:srgbClr val="7776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7637986" y="4127500"/>
              <a:ext cx="2755900" cy="0"/>
            </a:xfrm>
            <a:prstGeom prst="line">
              <a:avLst/>
            </a:prstGeom>
            <a:ln>
              <a:solidFill>
                <a:srgbClr val="7776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矩形 84"/>
          <p:cNvSpPr/>
          <p:nvPr/>
        </p:nvSpPr>
        <p:spPr>
          <a:xfrm>
            <a:off x="3403691" y="6115554"/>
            <a:ext cx="54280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5F0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答辩人：张欣怡   学号：</a:t>
            </a:r>
            <a:r>
              <a:rPr lang="en-US" altLang="zh-CN" sz="2400" b="1" dirty="0">
                <a:solidFill>
                  <a:srgbClr val="F5F0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2023211127</a:t>
            </a:r>
          </a:p>
        </p:txBody>
      </p:sp>
    </p:spTree>
    <p:extLst>
      <p:ext uri="{BB962C8B-B14F-4D97-AF65-F5344CB8AC3E}">
        <p14:creationId xmlns:p14="http://schemas.microsoft.com/office/powerpoint/2010/main" val="1681692777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sp>
        <p:nvSpPr>
          <p:cNvPr id="18" name="任意多边形 17"/>
          <p:cNvSpPr/>
          <p:nvPr/>
        </p:nvSpPr>
        <p:spPr>
          <a:xfrm>
            <a:off x="136037" y="177800"/>
            <a:ext cx="492216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rgbClr val="F5F0E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138953" y="2354722"/>
            <a:ext cx="26468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600" b="1" dirty="0">
                <a:solidFill>
                  <a:srgbClr val="F5F0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目录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985962" y="3781331"/>
            <a:ext cx="29528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F5F0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『CONTENT』</a:t>
            </a:r>
            <a:endParaRPr lang="zh-CN" altLang="en-US" sz="3600" b="1" dirty="0">
              <a:solidFill>
                <a:srgbClr val="F5F0E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687019" y="981823"/>
            <a:ext cx="555793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第一部分 </a:t>
            </a:r>
            <a:r>
              <a:rPr lang="en-US" altLang="zh-CN" sz="3200" dirty="0">
                <a:solidFill>
                  <a:srgbClr val="676661"/>
                </a:solidFill>
              </a:rPr>
              <a:t>『</a:t>
            </a:r>
            <a:r>
              <a:rPr lang="zh-CN" altLang="en-US" sz="3200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背景与目标</a:t>
            </a:r>
            <a:r>
              <a:rPr lang="en-US" altLang="zh-CN" sz="3200" dirty="0">
                <a:solidFill>
                  <a:srgbClr val="676661"/>
                </a:solidFill>
              </a:rPr>
              <a:t>』</a:t>
            </a:r>
            <a:endParaRPr lang="zh-CN" altLang="en-US" sz="3600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687019" y="2032641"/>
            <a:ext cx="59683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第二部分 </a:t>
            </a:r>
            <a:r>
              <a:rPr lang="en-US" altLang="zh-CN" sz="3200" dirty="0">
                <a:solidFill>
                  <a:srgbClr val="676661"/>
                </a:solidFill>
              </a:rPr>
              <a:t>『</a:t>
            </a:r>
            <a:r>
              <a:rPr lang="zh-CN" altLang="en-US" sz="3200" dirty="0">
                <a:solidFill>
                  <a:srgbClr val="676661"/>
                </a:solidFill>
              </a:rPr>
              <a:t>系统总体架构</a:t>
            </a:r>
            <a:r>
              <a:rPr lang="en-US" altLang="zh-CN" sz="3200" dirty="0">
                <a:solidFill>
                  <a:srgbClr val="676661"/>
                </a:solidFill>
              </a:rPr>
              <a:t>』</a:t>
            </a:r>
            <a:endParaRPr lang="zh-CN" altLang="en-US" sz="3600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687019" y="3083459"/>
            <a:ext cx="63786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第三部分 </a:t>
            </a:r>
            <a:r>
              <a:rPr lang="en-US" altLang="zh-CN" sz="3200" dirty="0">
                <a:solidFill>
                  <a:srgbClr val="676661"/>
                </a:solidFill>
              </a:rPr>
              <a:t>『</a:t>
            </a:r>
            <a:r>
              <a:rPr lang="zh-CN" altLang="en-US" sz="3200" dirty="0">
                <a:solidFill>
                  <a:srgbClr val="676661"/>
                </a:solidFill>
              </a:rPr>
              <a:t>重要设计与实现</a:t>
            </a:r>
            <a:r>
              <a:rPr lang="en-US" altLang="zh-CN" sz="3200" dirty="0">
                <a:solidFill>
                  <a:srgbClr val="676661"/>
                </a:solidFill>
              </a:rPr>
              <a:t>』</a:t>
            </a:r>
            <a:endParaRPr lang="zh-CN" altLang="en-US" sz="3600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687019" y="4134277"/>
            <a:ext cx="555793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第四部分 </a:t>
            </a:r>
            <a:r>
              <a:rPr lang="en-US" altLang="zh-CN" sz="3200" dirty="0">
                <a:solidFill>
                  <a:srgbClr val="676661"/>
                </a:solidFill>
              </a:rPr>
              <a:t>『</a:t>
            </a:r>
            <a:r>
              <a:rPr lang="zh-CN" altLang="en-US" sz="3200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测试与结果</a:t>
            </a:r>
            <a:r>
              <a:rPr lang="en-US" altLang="zh-CN" sz="3200" dirty="0">
                <a:solidFill>
                  <a:srgbClr val="676661"/>
                </a:solidFill>
              </a:rPr>
              <a:t>』</a:t>
            </a:r>
            <a:endParaRPr lang="zh-CN" altLang="en-US" sz="3600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687019" y="5185095"/>
            <a:ext cx="43268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第五部分 </a:t>
            </a:r>
            <a:r>
              <a:rPr lang="en-US" altLang="zh-CN" sz="3200" dirty="0">
                <a:solidFill>
                  <a:srgbClr val="676661"/>
                </a:solidFill>
              </a:rPr>
              <a:t>『</a:t>
            </a:r>
            <a:r>
              <a:rPr lang="zh-CN" altLang="en-US" sz="3200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r>
              <a:rPr lang="en-US" altLang="zh-CN" sz="3200" dirty="0">
                <a:solidFill>
                  <a:srgbClr val="676661"/>
                </a:solidFill>
              </a:rPr>
              <a:t>』</a:t>
            </a:r>
            <a:endParaRPr lang="zh-CN" altLang="en-US" sz="3600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822933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3683901" y="345797"/>
            <a:ext cx="4820918" cy="4822970"/>
            <a:chOff x="4170953" y="833056"/>
            <a:chExt cx="3846813" cy="3848451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170953" y="833056"/>
              <a:ext cx="3846813" cy="3848451"/>
              <a:chOff x="4170953" y="833056"/>
              <a:chExt cx="3846813" cy="384845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273247" y="926495"/>
                <a:ext cx="3645505" cy="3645505"/>
                <a:chOff x="3651549" y="975481"/>
                <a:chExt cx="2929467" cy="2929467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3651549" y="975481"/>
                  <a:ext cx="2929467" cy="2929467"/>
                </a:xfrm>
                <a:prstGeom prst="ellipse">
                  <a:avLst/>
                </a:prstGeom>
                <a:solidFill>
                  <a:srgbClr val="F5F0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856282" y="1186757"/>
                  <a:ext cx="2520000" cy="2519829"/>
                </a:xfrm>
                <a:prstGeom prst="ellipse">
                  <a:avLst/>
                </a:prstGeom>
                <a:solidFill>
                  <a:srgbClr val="79A5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 rot="-5400000" flipH="1">
                <a:off x="4224639" y="255943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4976471" flipH="1">
                <a:off x="4237730" y="234718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4552941" flipH="1">
                <a:off x="4276806" y="21381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4129412" flipH="1">
                <a:off x="4341273" y="193550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705882" flipH="1">
                <a:off x="4430155" y="174231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3282353" flipH="1">
                <a:off x="4542104" y="156150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58823" flipH="1">
                <a:off x="4675423" y="139583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435294" flipH="1">
                <a:off x="4828091" y="124779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011765" flipH="1">
                <a:off x="4997794" y="111963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588235" flipH="1">
                <a:off x="5181960" y="101331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164706" flipH="1">
                <a:off x="5377796" y="93042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741177" flipH="1">
                <a:off x="5582334" y="8722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317647" flipH="1">
                <a:off x="5792473" y="83960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5883" flipH="1">
                <a:off x="6005028" y="83305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29412" flipH="1">
                <a:off x="6216777" y="85267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952941" flipH="1">
                <a:off x="6424510" y="8981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376471" flipH="1">
                <a:off x="6625077" y="9688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1800000" flipH="1">
                <a:off x="6815439" y="10636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223529" flipH="1">
                <a:off x="6992710" y="11811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647059" flipH="1">
                <a:off x="7154201" y="13194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3070588" flipH="1">
                <a:off x="7297467" y="147661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3494117" flipH="1">
                <a:off x="7420334" y="165018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3917647" flipH="1">
                <a:off x="7520940" y="18375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41176" flipH="1">
                <a:off x="7597760" y="203583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4764706" flipH="1">
                <a:off x="7649630" y="22420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188236" flipH="1">
                <a:off x="7675763" y="24531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611765" flipH="1">
                <a:off x="7675763" y="26657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6035294" flipH="1">
                <a:off x="7649630" y="28768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6458824" flipH="1">
                <a:off x="7597760" y="308304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6882353" flipH="1">
                <a:off x="7520940" y="32813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7305883" flipH="1">
                <a:off x="7420334" y="346869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7729412" flipH="1">
                <a:off x="7297467" y="36422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8152941" flipH="1">
                <a:off x="7154201" y="379941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8576471" flipH="1">
                <a:off x="6992710" y="39377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9000000" flipH="1">
                <a:off x="6815439" y="40552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9423529" flipH="1">
                <a:off x="6625077" y="41500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9847059" flipH="1">
                <a:off x="6424509" y="42207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270589" flipH="1">
                <a:off x="6216777" y="426619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0694117" flipH="1">
                <a:off x="6005028" y="428581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1117648" flipH="1">
                <a:off x="5792473" y="42792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1541176" flipH="1">
                <a:off x="5582334" y="42466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1964706" flipH="1">
                <a:off x="5377796" y="418845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2388235" flipH="1">
                <a:off x="5181960" y="410556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12811765" flipH="1">
                <a:off x="4997794" y="399923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3235294" flipH="1">
                <a:off x="4828092" y="387108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13658824" flipH="1">
                <a:off x="4675423" y="372304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14082352" flipH="1">
                <a:off x="4542104" y="35573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4505883" flipH="1">
                <a:off x="4430155" y="337656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4929413" flipH="1">
                <a:off x="4341273" y="318337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5352941" flipH="1">
                <a:off x="4276806" y="29807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5776472" flipH="1">
                <a:off x="4237730" y="277168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>
              <a:off x="5093797" y="2186051"/>
              <a:ext cx="1999050" cy="158900"/>
              <a:chOff x="5010088" y="1993966"/>
              <a:chExt cx="1999050" cy="158900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5010088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109586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椭圆 135"/>
              <p:cNvSpPr/>
              <p:nvPr/>
            </p:nvSpPr>
            <p:spPr>
              <a:xfrm>
                <a:off x="5932484" y="1993966"/>
                <a:ext cx="158900" cy="158900"/>
              </a:xfrm>
              <a:prstGeom prst="ellipse">
                <a:avLst/>
              </a:prstGeom>
              <a:noFill/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5282881" y="1616208"/>
              <a:ext cx="1620880" cy="5157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defTabSz="914400"/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第一部分</a:t>
              </a: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300531" y="2396875"/>
              <a:ext cx="3585583" cy="6630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F5F0EA"/>
                  </a:solidFill>
                </a:rPr>
                <a:t>『</a:t>
              </a:r>
              <a:r>
                <a:rPr lang="zh-CN" altLang="en-US" sz="4800" b="1" dirty="0">
                  <a:solidFill>
                    <a:srgbClr val="F5F0EA"/>
                  </a:solidFill>
                </a:rPr>
                <a:t>背景与目标</a:t>
              </a:r>
              <a:r>
                <a:rPr lang="en-US" altLang="zh-CN" sz="4800" b="1" dirty="0">
                  <a:solidFill>
                    <a:srgbClr val="F5F0EA"/>
                  </a:solidFill>
                </a:rPr>
                <a:t>』</a:t>
              </a:r>
            </a:p>
          </p:txBody>
        </p:sp>
        <p:grpSp>
          <p:nvGrpSpPr>
            <p:cNvPr id="140" name="Group 67"/>
            <p:cNvGrpSpPr>
              <a:grpSpLocks noChangeAspect="1"/>
            </p:cNvGrpSpPr>
            <p:nvPr/>
          </p:nvGrpSpPr>
          <p:grpSpPr bwMode="auto">
            <a:xfrm>
              <a:off x="5486103" y="3161047"/>
              <a:ext cx="1214438" cy="898525"/>
              <a:chOff x="6149" y="2123"/>
              <a:chExt cx="765" cy="566"/>
            </a:xfrm>
            <a:solidFill>
              <a:srgbClr val="F5F0EA"/>
            </a:solidFill>
          </p:grpSpPr>
          <p:sp>
            <p:nvSpPr>
              <p:cNvPr id="141" name="Freeform 68"/>
              <p:cNvSpPr>
                <a:spLocks/>
              </p:cNvSpPr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" name="Freeform 69"/>
              <p:cNvSpPr>
                <a:spLocks/>
              </p:cNvSpPr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" name="Freeform 70"/>
              <p:cNvSpPr>
                <a:spLocks/>
              </p:cNvSpPr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0799317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44F27-47F4-BCF8-4E6C-23090FBA7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>
            <a:extLst>
              <a:ext uri="{FF2B5EF4-FFF2-40B4-BE49-F238E27FC236}">
                <a16:creationId xmlns:a16="http://schemas.microsoft.com/office/drawing/2014/main" id="{A98119B1-BF8E-0F65-38AA-2B7F0B30B04A}"/>
              </a:ext>
            </a:extLst>
          </p:cNvPr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14A2B1A-3BAA-C788-A184-E134308A7ADE}"/>
              </a:ext>
            </a:extLst>
          </p:cNvPr>
          <p:cNvGrpSpPr/>
          <p:nvPr/>
        </p:nvGrpSpPr>
        <p:grpSpPr>
          <a:xfrm>
            <a:off x="3463915" y="1663394"/>
            <a:ext cx="5419181" cy="2267583"/>
            <a:chOff x="2079183" y="1879600"/>
            <a:chExt cx="7874000" cy="3028695"/>
          </a:xfrm>
        </p:grpSpPr>
        <p:sp>
          <p:nvSpPr>
            <p:cNvPr id="11" name="左箭头 10">
              <a:extLst>
                <a:ext uri="{FF2B5EF4-FFF2-40B4-BE49-F238E27FC236}">
                  <a16:creationId xmlns:a16="http://schemas.microsoft.com/office/drawing/2014/main" id="{F9BCD4EE-A520-D924-3D2F-21A7535BE1A7}"/>
                </a:ext>
              </a:extLst>
            </p:cNvPr>
            <p:cNvSpPr/>
            <p:nvPr/>
          </p:nvSpPr>
          <p:spPr>
            <a:xfrm>
              <a:off x="2079183" y="1879600"/>
              <a:ext cx="4394200" cy="2438400"/>
            </a:xfrm>
            <a:prstGeom prst="leftArrow">
              <a:avLst/>
            </a:prstGeom>
            <a:solidFill>
              <a:srgbClr val="79A5B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 8">
              <a:extLst>
                <a:ext uri="{FF2B5EF4-FFF2-40B4-BE49-F238E27FC236}">
                  <a16:creationId xmlns:a16="http://schemas.microsoft.com/office/drawing/2014/main" id="{66A86A84-63C6-B945-96F7-BAAE7CCC1AFE}"/>
                </a:ext>
              </a:extLst>
            </p:cNvPr>
            <p:cNvSpPr/>
            <p:nvPr/>
          </p:nvSpPr>
          <p:spPr>
            <a:xfrm>
              <a:off x="3007360" y="2372359"/>
              <a:ext cx="2682239" cy="1593088"/>
            </a:xfrm>
            <a:custGeom>
              <a:avLst/>
              <a:gdLst>
                <a:gd name="connsiteX0" fmla="*/ 0 w 2682239"/>
                <a:gd name="connsiteY0" fmla="*/ 0 h 1593088"/>
                <a:gd name="connsiteX1" fmla="*/ 2682239 w 2682239"/>
                <a:gd name="connsiteY1" fmla="*/ 0 h 1593088"/>
                <a:gd name="connsiteX2" fmla="*/ 2682239 w 2682239"/>
                <a:gd name="connsiteY2" fmla="*/ 1593088 h 1593088"/>
                <a:gd name="connsiteX3" fmla="*/ 0 w 2682239"/>
                <a:gd name="connsiteY3" fmla="*/ 1593088 h 1593088"/>
                <a:gd name="connsiteX4" fmla="*/ 0 w 2682239"/>
                <a:gd name="connsiteY4" fmla="*/ 0 h 159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2239" h="1593088">
                  <a:moveTo>
                    <a:pt x="0" y="0"/>
                  </a:moveTo>
                  <a:lnTo>
                    <a:pt x="2682239" y="0"/>
                  </a:lnTo>
                  <a:lnTo>
                    <a:pt x="2682239" y="1593088"/>
                  </a:lnTo>
                  <a:lnTo>
                    <a:pt x="0" y="1593088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202692" rIns="0" bIns="217170" numCol="1" spcCol="1270" anchor="ctr" anchorCtr="0">
              <a:noAutofit/>
            </a:bodyPr>
            <a:lstStyle/>
            <a:p>
              <a:pPr lvl="0" algn="ctr" defTabSz="2533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700" kern="1200"/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CEA0B9C6-09B6-F371-A288-5E0240B008A1}"/>
                </a:ext>
              </a:extLst>
            </p:cNvPr>
            <p:cNvSpPr/>
            <p:nvPr/>
          </p:nvSpPr>
          <p:spPr>
            <a:xfrm>
              <a:off x="6096000" y="2892551"/>
              <a:ext cx="3169920" cy="1593088"/>
            </a:xfrm>
            <a:custGeom>
              <a:avLst/>
              <a:gdLst>
                <a:gd name="connsiteX0" fmla="*/ 0 w 3169920"/>
                <a:gd name="connsiteY0" fmla="*/ 0 h 1593088"/>
                <a:gd name="connsiteX1" fmla="*/ 3169920 w 3169920"/>
                <a:gd name="connsiteY1" fmla="*/ 0 h 1593088"/>
                <a:gd name="connsiteX2" fmla="*/ 3169920 w 3169920"/>
                <a:gd name="connsiteY2" fmla="*/ 1593088 h 1593088"/>
                <a:gd name="connsiteX3" fmla="*/ 0 w 3169920"/>
                <a:gd name="connsiteY3" fmla="*/ 1593088 h 1593088"/>
                <a:gd name="connsiteX4" fmla="*/ 0 w 3169920"/>
                <a:gd name="connsiteY4" fmla="*/ 0 h 159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920" h="1593088">
                  <a:moveTo>
                    <a:pt x="0" y="0"/>
                  </a:moveTo>
                  <a:lnTo>
                    <a:pt x="3169920" y="0"/>
                  </a:lnTo>
                  <a:lnTo>
                    <a:pt x="3169920" y="1593088"/>
                  </a:lnTo>
                  <a:lnTo>
                    <a:pt x="0" y="1593088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202692" rIns="0" bIns="217170" numCol="1" spcCol="1270" anchor="ctr" anchorCtr="0">
              <a:noAutofit/>
            </a:bodyPr>
            <a:lstStyle/>
            <a:p>
              <a:pPr lvl="0" algn="ctr" defTabSz="2533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700" kern="1200"/>
            </a:p>
          </p:txBody>
        </p:sp>
        <p:sp>
          <p:nvSpPr>
            <p:cNvPr id="17" name="左箭头 16">
              <a:extLst>
                <a:ext uri="{FF2B5EF4-FFF2-40B4-BE49-F238E27FC236}">
                  <a16:creationId xmlns:a16="http://schemas.microsoft.com/office/drawing/2014/main" id="{8094969E-46FA-DD2F-E9A3-715705013EBD}"/>
                </a:ext>
              </a:extLst>
            </p:cNvPr>
            <p:cNvSpPr/>
            <p:nvPr/>
          </p:nvSpPr>
          <p:spPr>
            <a:xfrm rot="10800000" flipH="1">
              <a:off x="2218778" y="2082293"/>
              <a:ext cx="4123988" cy="2033014"/>
            </a:xfrm>
            <a:prstGeom prst="leftArrow">
              <a:avLst/>
            </a:prstGeom>
            <a:noFill/>
            <a:ln w="12700">
              <a:solidFill>
                <a:srgbClr val="F5F0EA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左箭头 12">
              <a:extLst>
                <a:ext uri="{FF2B5EF4-FFF2-40B4-BE49-F238E27FC236}">
                  <a16:creationId xmlns:a16="http://schemas.microsoft.com/office/drawing/2014/main" id="{76CCA20A-22EF-C819-76B1-C8AABA0864C5}"/>
                </a:ext>
              </a:extLst>
            </p:cNvPr>
            <p:cNvSpPr/>
            <p:nvPr/>
          </p:nvSpPr>
          <p:spPr>
            <a:xfrm rot="10800000">
              <a:off x="5558981" y="2469895"/>
              <a:ext cx="4394202" cy="2438400"/>
            </a:xfrm>
            <a:prstGeom prst="leftArrow">
              <a:avLst/>
            </a:prstGeom>
            <a:solidFill>
              <a:srgbClr val="79A5B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左箭头 15">
              <a:extLst>
                <a:ext uri="{FF2B5EF4-FFF2-40B4-BE49-F238E27FC236}">
                  <a16:creationId xmlns:a16="http://schemas.microsoft.com/office/drawing/2014/main" id="{EE45DF63-2361-7B43-256F-73AF16A3B9B1}"/>
                </a:ext>
              </a:extLst>
            </p:cNvPr>
            <p:cNvSpPr/>
            <p:nvPr/>
          </p:nvSpPr>
          <p:spPr>
            <a:xfrm rot="10800000">
              <a:off x="5689599" y="2656712"/>
              <a:ext cx="4123988" cy="2033014"/>
            </a:xfrm>
            <a:prstGeom prst="leftArrow">
              <a:avLst/>
            </a:prstGeom>
            <a:noFill/>
            <a:ln w="12700">
              <a:solidFill>
                <a:srgbClr val="F5F0EA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62D85919-7852-76E8-3A53-23082D20B8D9}"/>
                </a:ext>
              </a:extLst>
            </p:cNvPr>
            <p:cNvSpPr/>
            <p:nvPr/>
          </p:nvSpPr>
          <p:spPr>
            <a:xfrm>
              <a:off x="5558982" y="2490787"/>
              <a:ext cx="914401" cy="592137"/>
            </a:xfrm>
            <a:prstGeom prst="triangle">
              <a:avLst>
                <a:gd name="adj" fmla="val 100000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F051778C-5E90-C7EC-9742-75C565241C44}"/>
              </a:ext>
            </a:extLst>
          </p:cNvPr>
          <p:cNvSpPr txBox="1"/>
          <p:nvPr/>
        </p:nvSpPr>
        <p:spPr>
          <a:xfrm>
            <a:off x="1882545" y="2195812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srgbClr val="676661"/>
                </a:solidFill>
              </a:rPr>
              <a:t>背景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B6F788F-F47D-371B-EF36-26D94C15A37B}"/>
              </a:ext>
            </a:extLst>
          </p:cNvPr>
          <p:cNvSpPr txBox="1"/>
          <p:nvPr/>
        </p:nvSpPr>
        <p:spPr>
          <a:xfrm>
            <a:off x="10079495" y="2620559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srgbClr val="676661"/>
                </a:solidFill>
              </a:rPr>
              <a:t>目标</a:t>
            </a:r>
          </a:p>
        </p:txBody>
      </p:sp>
      <p:grpSp>
        <p:nvGrpSpPr>
          <p:cNvPr id="20" name="Group 67">
            <a:extLst>
              <a:ext uri="{FF2B5EF4-FFF2-40B4-BE49-F238E27FC236}">
                <a16:creationId xmlns:a16="http://schemas.microsoft.com/office/drawing/2014/main" id="{40EB65BF-E1C5-4F21-7D09-DE0DEEB2CFC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05952" y="2671687"/>
            <a:ext cx="1010601" cy="747712"/>
            <a:chOff x="6149" y="2123"/>
            <a:chExt cx="765" cy="566"/>
          </a:xfrm>
          <a:solidFill>
            <a:srgbClr val="676661"/>
          </a:solidFill>
        </p:grpSpPr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C7EEED52-A541-444E-1452-3280C49FB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" y="2401"/>
              <a:ext cx="501" cy="288"/>
            </a:xfrm>
            <a:custGeom>
              <a:avLst/>
              <a:gdLst>
                <a:gd name="T0" fmla="*/ 485 w 524"/>
                <a:gd name="T1" fmla="*/ 56 h 300"/>
                <a:gd name="T2" fmla="*/ 473 w 524"/>
                <a:gd name="T3" fmla="*/ 36 h 300"/>
                <a:gd name="T4" fmla="*/ 450 w 524"/>
                <a:gd name="T5" fmla="*/ 26 h 300"/>
                <a:gd name="T6" fmla="*/ 318 w 524"/>
                <a:gd name="T7" fmla="*/ 0 h 300"/>
                <a:gd name="T8" fmla="*/ 356 w 524"/>
                <a:gd name="T9" fmla="*/ 25 h 300"/>
                <a:gd name="T10" fmla="*/ 296 w 524"/>
                <a:gd name="T11" fmla="*/ 215 h 300"/>
                <a:gd name="T12" fmla="*/ 262 w 524"/>
                <a:gd name="T13" fmla="*/ 74 h 300"/>
                <a:gd name="T14" fmla="*/ 228 w 524"/>
                <a:gd name="T15" fmla="*/ 215 h 300"/>
                <a:gd name="T16" fmla="*/ 168 w 524"/>
                <a:gd name="T17" fmla="*/ 25 h 300"/>
                <a:gd name="T18" fmla="*/ 206 w 524"/>
                <a:gd name="T19" fmla="*/ 0 h 300"/>
                <a:gd name="T20" fmla="*/ 74 w 524"/>
                <a:gd name="T21" fmla="*/ 26 h 300"/>
                <a:gd name="T22" fmla="*/ 51 w 524"/>
                <a:gd name="T23" fmla="*/ 36 h 300"/>
                <a:gd name="T24" fmla="*/ 39 w 524"/>
                <a:gd name="T25" fmla="*/ 56 h 300"/>
                <a:gd name="T26" fmla="*/ 0 w 524"/>
                <a:gd name="T27" fmla="*/ 228 h 300"/>
                <a:gd name="T28" fmla="*/ 73 w 524"/>
                <a:gd name="T29" fmla="*/ 254 h 300"/>
                <a:gd name="T30" fmla="*/ 249 w 524"/>
                <a:gd name="T31" fmla="*/ 300 h 300"/>
                <a:gd name="T32" fmla="*/ 262 w 524"/>
                <a:gd name="T33" fmla="*/ 300 h 300"/>
                <a:gd name="T34" fmla="*/ 275 w 524"/>
                <a:gd name="T35" fmla="*/ 300 h 300"/>
                <a:gd name="T36" fmla="*/ 451 w 524"/>
                <a:gd name="T37" fmla="*/ 254 h 300"/>
                <a:gd name="T38" fmla="*/ 524 w 524"/>
                <a:gd name="T39" fmla="*/ 228 h 300"/>
                <a:gd name="T40" fmla="*/ 485 w 524"/>
                <a:gd name="T41" fmla="*/ 56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24" h="300">
                  <a:moveTo>
                    <a:pt x="485" y="56"/>
                  </a:moveTo>
                  <a:cubicBezTo>
                    <a:pt x="484" y="48"/>
                    <a:pt x="479" y="41"/>
                    <a:pt x="473" y="36"/>
                  </a:cubicBezTo>
                  <a:cubicBezTo>
                    <a:pt x="467" y="30"/>
                    <a:pt x="459" y="27"/>
                    <a:pt x="450" y="26"/>
                  </a:cubicBezTo>
                  <a:cubicBezTo>
                    <a:pt x="318" y="0"/>
                    <a:pt x="318" y="0"/>
                    <a:pt x="318" y="0"/>
                  </a:cubicBezTo>
                  <a:cubicBezTo>
                    <a:pt x="356" y="25"/>
                    <a:pt x="356" y="25"/>
                    <a:pt x="356" y="25"/>
                  </a:cubicBezTo>
                  <a:cubicBezTo>
                    <a:pt x="296" y="215"/>
                    <a:pt x="296" y="215"/>
                    <a:pt x="296" y="215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206" y="0"/>
                    <a:pt x="206" y="0"/>
                    <a:pt x="206" y="0"/>
                  </a:cubicBezTo>
                  <a:cubicBezTo>
                    <a:pt x="74" y="26"/>
                    <a:pt x="74" y="26"/>
                    <a:pt x="74" y="26"/>
                  </a:cubicBezTo>
                  <a:cubicBezTo>
                    <a:pt x="65" y="27"/>
                    <a:pt x="57" y="30"/>
                    <a:pt x="51" y="36"/>
                  </a:cubicBezTo>
                  <a:cubicBezTo>
                    <a:pt x="45" y="41"/>
                    <a:pt x="40" y="48"/>
                    <a:pt x="39" y="56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73" y="254"/>
                    <a:pt x="73" y="254"/>
                    <a:pt x="73" y="254"/>
                  </a:cubicBezTo>
                  <a:cubicBezTo>
                    <a:pt x="98" y="279"/>
                    <a:pt x="167" y="298"/>
                    <a:pt x="249" y="300"/>
                  </a:cubicBezTo>
                  <a:cubicBezTo>
                    <a:pt x="262" y="300"/>
                    <a:pt x="262" y="300"/>
                    <a:pt x="262" y="300"/>
                  </a:cubicBezTo>
                  <a:cubicBezTo>
                    <a:pt x="275" y="300"/>
                    <a:pt x="275" y="300"/>
                    <a:pt x="275" y="300"/>
                  </a:cubicBezTo>
                  <a:cubicBezTo>
                    <a:pt x="357" y="298"/>
                    <a:pt x="426" y="279"/>
                    <a:pt x="451" y="254"/>
                  </a:cubicBezTo>
                  <a:cubicBezTo>
                    <a:pt x="524" y="228"/>
                    <a:pt x="524" y="228"/>
                    <a:pt x="524" y="228"/>
                  </a:cubicBezTo>
                  <a:lnTo>
                    <a:pt x="485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5FFD74C8-48C9-47DE-448E-E831FC489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3" y="2419"/>
              <a:ext cx="57" cy="53"/>
            </a:xfrm>
            <a:custGeom>
              <a:avLst/>
              <a:gdLst>
                <a:gd name="T0" fmla="*/ 29 w 57"/>
                <a:gd name="T1" fmla="*/ 0 h 53"/>
                <a:gd name="T2" fmla="*/ 0 w 57"/>
                <a:gd name="T3" fmla="*/ 11 h 53"/>
                <a:gd name="T4" fmla="*/ 29 w 57"/>
                <a:gd name="T5" fmla="*/ 53 h 53"/>
                <a:gd name="T6" fmla="*/ 57 w 57"/>
                <a:gd name="T7" fmla="*/ 11 h 53"/>
                <a:gd name="T8" fmla="*/ 29 w 57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3">
                  <a:moveTo>
                    <a:pt x="29" y="0"/>
                  </a:moveTo>
                  <a:lnTo>
                    <a:pt x="0" y="11"/>
                  </a:lnTo>
                  <a:lnTo>
                    <a:pt x="29" y="53"/>
                  </a:lnTo>
                  <a:lnTo>
                    <a:pt x="57" y="11"/>
                  </a:ln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47D7EBA9-4D86-4652-50BD-28F20072F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0" y="2123"/>
              <a:ext cx="243" cy="292"/>
            </a:xfrm>
            <a:custGeom>
              <a:avLst/>
              <a:gdLst>
                <a:gd name="T0" fmla="*/ 240 w 254"/>
                <a:gd name="T1" fmla="*/ 140 h 304"/>
                <a:gd name="T2" fmla="*/ 127 w 254"/>
                <a:gd name="T3" fmla="*/ 0 h 304"/>
                <a:gd name="T4" fmla="*/ 14 w 254"/>
                <a:gd name="T5" fmla="*/ 140 h 304"/>
                <a:gd name="T6" fmla="*/ 8 w 254"/>
                <a:gd name="T7" fmla="*/ 177 h 304"/>
                <a:gd name="T8" fmla="*/ 26 w 254"/>
                <a:gd name="T9" fmla="*/ 202 h 304"/>
                <a:gd name="T10" fmla="*/ 127 w 254"/>
                <a:gd name="T11" fmla="*/ 304 h 304"/>
                <a:gd name="T12" fmla="*/ 228 w 254"/>
                <a:gd name="T13" fmla="*/ 202 h 304"/>
                <a:gd name="T14" fmla="*/ 246 w 254"/>
                <a:gd name="T15" fmla="*/ 177 h 304"/>
                <a:gd name="T16" fmla="*/ 240 w 254"/>
                <a:gd name="T17" fmla="*/ 14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4" h="304">
                  <a:moveTo>
                    <a:pt x="240" y="140"/>
                  </a:moveTo>
                  <a:cubicBezTo>
                    <a:pt x="240" y="61"/>
                    <a:pt x="208" y="0"/>
                    <a:pt x="127" y="0"/>
                  </a:cubicBezTo>
                  <a:cubicBezTo>
                    <a:pt x="46" y="0"/>
                    <a:pt x="14" y="62"/>
                    <a:pt x="14" y="140"/>
                  </a:cubicBezTo>
                  <a:cubicBezTo>
                    <a:pt x="5" y="144"/>
                    <a:pt x="0" y="154"/>
                    <a:pt x="8" y="177"/>
                  </a:cubicBezTo>
                  <a:cubicBezTo>
                    <a:pt x="12" y="188"/>
                    <a:pt x="20" y="197"/>
                    <a:pt x="26" y="202"/>
                  </a:cubicBezTo>
                  <a:cubicBezTo>
                    <a:pt x="49" y="260"/>
                    <a:pt x="94" y="304"/>
                    <a:pt x="127" y="304"/>
                  </a:cubicBezTo>
                  <a:cubicBezTo>
                    <a:pt x="160" y="304"/>
                    <a:pt x="205" y="260"/>
                    <a:pt x="228" y="202"/>
                  </a:cubicBezTo>
                  <a:cubicBezTo>
                    <a:pt x="234" y="197"/>
                    <a:pt x="242" y="188"/>
                    <a:pt x="246" y="177"/>
                  </a:cubicBezTo>
                  <a:cubicBezTo>
                    <a:pt x="254" y="154"/>
                    <a:pt x="249" y="144"/>
                    <a:pt x="240" y="1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B497299A-2697-8F49-7634-EA7220A582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9" y="2218"/>
              <a:ext cx="765" cy="365"/>
            </a:xfrm>
            <a:custGeom>
              <a:avLst/>
              <a:gdLst>
                <a:gd name="T0" fmla="*/ 128 w 800"/>
                <a:gd name="T1" fmla="*/ 380 h 380"/>
                <a:gd name="T2" fmla="*/ 48 w 800"/>
                <a:gd name="T3" fmla="*/ 352 h 380"/>
                <a:gd name="T4" fmla="*/ 0 w 800"/>
                <a:gd name="T5" fmla="*/ 336 h 380"/>
                <a:gd name="T6" fmla="*/ 25 w 800"/>
                <a:gd name="T7" fmla="*/ 224 h 380"/>
                <a:gd name="T8" fmla="*/ 33 w 800"/>
                <a:gd name="T9" fmla="*/ 211 h 380"/>
                <a:gd name="T10" fmla="*/ 48 w 800"/>
                <a:gd name="T11" fmla="*/ 204 h 380"/>
                <a:gd name="T12" fmla="*/ 141 w 800"/>
                <a:gd name="T13" fmla="*/ 183 h 380"/>
                <a:gd name="T14" fmla="*/ 105 w 800"/>
                <a:gd name="T15" fmla="*/ 131 h 380"/>
                <a:gd name="T16" fmla="*/ 93 w 800"/>
                <a:gd name="T17" fmla="*/ 114 h 380"/>
                <a:gd name="T18" fmla="*/ 97 w 800"/>
                <a:gd name="T19" fmla="*/ 90 h 380"/>
                <a:gd name="T20" fmla="*/ 170 w 800"/>
                <a:gd name="T21" fmla="*/ 0 h 380"/>
                <a:gd name="T22" fmla="*/ 170 w 800"/>
                <a:gd name="T23" fmla="*/ 0 h 380"/>
                <a:gd name="T24" fmla="*/ 244 w 800"/>
                <a:gd name="T25" fmla="*/ 90 h 380"/>
                <a:gd name="T26" fmla="*/ 247 w 800"/>
                <a:gd name="T27" fmla="*/ 114 h 380"/>
                <a:gd name="T28" fmla="*/ 236 w 800"/>
                <a:gd name="T29" fmla="*/ 131 h 380"/>
                <a:gd name="T30" fmla="*/ 199 w 800"/>
                <a:gd name="T31" fmla="*/ 183 h 380"/>
                <a:gd name="T32" fmla="*/ 240 w 800"/>
                <a:gd name="T33" fmla="*/ 192 h 380"/>
                <a:gd name="T34" fmla="*/ 209 w 800"/>
                <a:gd name="T35" fmla="*/ 199 h 380"/>
                <a:gd name="T36" fmla="*/ 177 w 800"/>
                <a:gd name="T37" fmla="*/ 213 h 380"/>
                <a:gd name="T38" fmla="*/ 159 w 800"/>
                <a:gd name="T39" fmla="*/ 243 h 380"/>
                <a:gd name="T40" fmla="*/ 128 w 800"/>
                <a:gd name="T41" fmla="*/ 380 h 380"/>
                <a:gd name="T42" fmla="*/ 775 w 800"/>
                <a:gd name="T43" fmla="*/ 224 h 380"/>
                <a:gd name="T44" fmla="*/ 767 w 800"/>
                <a:gd name="T45" fmla="*/ 211 h 380"/>
                <a:gd name="T46" fmla="*/ 752 w 800"/>
                <a:gd name="T47" fmla="*/ 204 h 380"/>
                <a:gd name="T48" fmla="*/ 659 w 800"/>
                <a:gd name="T49" fmla="*/ 183 h 380"/>
                <a:gd name="T50" fmla="*/ 695 w 800"/>
                <a:gd name="T51" fmla="*/ 131 h 380"/>
                <a:gd name="T52" fmla="*/ 707 w 800"/>
                <a:gd name="T53" fmla="*/ 114 h 380"/>
                <a:gd name="T54" fmla="*/ 703 w 800"/>
                <a:gd name="T55" fmla="*/ 90 h 380"/>
                <a:gd name="T56" fmla="*/ 630 w 800"/>
                <a:gd name="T57" fmla="*/ 0 h 380"/>
                <a:gd name="T58" fmla="*/ 630 w 800"/>
                <a:gd name="T59" fmla="*/ 0 h 380"/>
                <a:gd name="T60" fmla="*/ 556 w 800"/>
                <a:gd name="T61" fmla="*/ 90 h 380"/>
                <a:gd name="T62" fmla="*/ 553 w 800"/>
                <a:gd name="T63" fmla="*/ 114 h 380"/>
                <a:gd name="T64" fmla="*/ 564 w 800"/>
                <a:gd name="T65" fmla="*/ 131 h 380"/>
                <a:gd name="T66" fmla="*/ 601 w 800"/>
                <a:gd name="T67" fmla="*/ 183 h 380"/>
                <a:gd name="T68" fmla="*/ 560 w 800"/>
                <a:gd name="T69" fmla="*/ 192 h 380"/>
                <a:gd name="T70" fmla="*/ 591 w 800"/>
                <a:gd name="T71" fmla="*/ 199 h 380"/>
                <a:gd name="T72" fmla="*/ 623 w 800"/>
                <a:gd name="T73" fmla="*/ 213 h 380"/>
                <a:gd name="T74" fmla="*/ 641 w 800"/>
                <a:gd name="T75" fmla="*/ 243 h 380"/>
                <a:gd name="T76" fmla="*/ 672 w 800"/>
                <a:gd name="T77" fmla="*/ 380 h 380"/>
                <a:gd name="T78" fmla="*/ 752 w 800"/>
                <a:gd name="T79" fmla="*/ 352 h 380"/>
                <a:gd name="T80" fmla="*/ 800 w 800"/>
                <a:gd name="T81" fmla="*/ 336 h 380"/>
                <a:gd name="T82" fmla="*/ 775 w 800"/>
                <a:gd name="T83" fmla="*/ 224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00" h="380">
                  <a:moveTo>
                    <a:pt x="128" y="380"/>
                  </a:moveTo>
                  <a:cubicBezTo>
                    <a:pt x="90" y="375"/>
                    <a:pt x="60" y="365"/>
                    <a:pt x="48" y="352"/>
                  </a:cubicBezTo>
                  <a:cubicBezTo>
                    <a:pt x="0" y="336"/>
                    <a:pt x="0" y="336"/>
                    <a:pt x="0" y="336"/>
                  </a:cubicBezTo>
                  <a:cubicBezTo>
                    <a:pt x="25" y="224"/>
                    <a:pt x="25" y="224"/>
                    <a:pt x="25" y="224"/>
                  </a:cubicBezTo>
                  <a:cubicBezTo>
                    <a:pt x="27" y="219"/>
                    <a:pt x="29" y="215"/>
                    <a:pt x="33" y="211"/>
                  </a:cubicBezTo>
                  <a:cubicBezTo>
                    <a:pt x="38" y="207"/>
                    <a:pt x="43" y="205"/>
                    <a:pt x="48" y="204"/>
                  </a:cubicBezTo>
                  <a:cubicBezTo>
                    <a:pt x="141" y="183"/>
                    <a:pt x="141" y="183"/>
                    <a:pt x="141" y="183"/>
                  </a:cubicBezTo>
                  <a:cubicBezTo>
                    <a:pt x="127" y="171"/>
                    <a:pt x="113" y="152"/>
                    <a:pt x="105" y="131"/>
                  </a:cubicBezTo>
                  <a:cubicBezTo>
                    <a:pt x="101" y="128"/>
                    <a:pt x="96" y="122"/>
                    <a:pt x="93" y="114"/>
                  </a:cubicBezTo>
                  <a:cubicBezTo>
                    <a:pt x="88" y="100"/>
                    <a:pt x="91" y="93"/>
                    <a:pt x="97" y="90"/>
                  </a:cubicBezTo>
                  <a:cubicBezTo>
                    <a:pt x="97" y="40"/>
                    <a:pt x="118" y="0"/>
                    <a:pt x="170" y="0"/>
                  </a:cubicBezTo>
                  <a:cubicBezTo>
                    <a:pt x="170" y="0"/>
                    <a:pt x="170" y="0"/>
                    <a:pt x="170" y="0"/>
                  </a:cubicBezTo>
                  <a:cubicBezTo>
                    <a:pt x="223" y="0"/>
                    <a:pt x="244" y="40"/>
                    <a:pt x="244" y="90"/>
                  </a:cubicBezTo>
                  <a:cubicBezTo>
                    <a:pt x="249" y="93"/>
                    <a:pt x="253" y="100"/>
                    <a:pt x="247" y="114"/>
                  </a:cubicBezTo>
                  <a:cubicBezTo>
                    <a:pt x="245" y="122"/>
                    <a:pt x="240" y="128"/>
                    <a:pt x="236" y="131"/>
                  </a:cubicBezTo>
                  <a:cubicBezTo>
                    <a:pt x="227" y="152"/>
                    <a:pt x="213" y="171"/>
                    <a:pt x="199" y="183"/>
                  </a:cubicBezTo>
                  <a:cubicBezTo>
                    <a:pt x="240" y="192"/>
                    <a:pt x="240" y="192"/>
                    <a:pt x="240" y="192"/>
                  </a:cubicBezTo>
                  <a:cubicBezTo>
                    <a:pt x="209" y="199"/>
                    <a:pt x="209" y="199"/>
                    <a:pt x="209" y="199"/>
                  </a:cubicBezTo>
                  <a:cubicBezTo>
                    <a:pt x="197" y="200"/>
                    <a:pt x="186" y="205"/>
                    <a:pt x="177" y="213"/>
                  </a:cubicBezTo>
                  <a:cubicBezTo>
                    <a:pt x="168" y="221"/>
                    <a:pt x="162" y="231"/>
                    <a:pt x="159" y="243"/>
                  </a:cubicBezTo>
                  <a:lnTo>
                    <a:pt x="128" y="380"/>
                  </a:lnTo>
                  <a:close/>
                  <a:moveTo>
                    <a:pt x="775" y="224"/>
                  </a:moveTo>
                  <a:cubicBezTo>
                    <a:pt x="773" y="219"/>
                    <a:pt x="771" y="215"/>
                    <a:pt x="767" y="211"/>
                  </a:cubicBezTo>
                  <a:cubicBezTo>
                    <a:pt x="762" y="207"/>
                    <a:pt x="757" y="205"/>
                    <a:pt x="752" y="204"/>
                  </a:cubicBezTo>
                  <a:cubicBezTo>
                    <a:pt x="659" y="183"/>
                    <a:pt x="659" y="183"/>
                    <a:pt x="659" y="183"/>
                  </a:cubicBezTo>
                  <a:cubicBezTo>
                    <a:pt x="673" y="171"/>
                    <a:pt x="687" y="152"/>
                    <a:pt x="695" y="131"/>
                  </a:cubicBezTo>
                  <a:cubicBezTo>
                    <a:pt x="699" y="128"/>
                    <a:pt x="704" y="121"/>
                    <a:pt x="707" y="114"/>
                  </a:cubicBezTo>
                  <a:cubicBezTo>
                    <a:pt x="712" y="100"/>
                    <a:pt x="709" y="93"/>
                    <a:pt x="703" y="90"/>
                  </a:cubicBezTo>
                  <a:cubicBezTo>
                    <a:pt x="703" y="40"/>
                    <a:pt x="682" y="0"/>
                    <a:pt x="630" y="0"/>
                  </a:cubicBezTo>
                  <a:cubicBezTo>
                    <a:pt x="630" y="0"/>
                    <a:pt x="630" y="0"/>
                    <a:pt x="630" y="0"/>
                  </a:cubicBezTo>
                  <a:cubicBezTo>
                    <a:pt x="577" y="0"/>
                    <a:pt x="556" y="40"/>
                    <a:pt x="556" y="90"/>
                  </a:cubicBezTo>
                  <a:cubicBezTo>
                    <a:pt x="551" y="93"/>
                    <a:pt x="547" y="100"/>
                    <a:pt x="553" y="114"/>
                  </a:cubicBezTo>
                  <a:cubicBezTo>
                    <a:pt x="555" y="121"/>
                    <a:pt x="560" y="128"/>
                    <a:pt x="564" y="131"/>
                  </a:cubicBezTo>
                  <a:cubicBezTo>
                    <a:pt x="573" y="152"/>
                    <a:pt x="587" y="171"/>
                    <a:pt x="601" y="183"/>
                  </a:cubicBezTo>
                  <a:cubicBezTo>
                    <a:pt x="560" y="192"/>
                    <a:pt x="560" y="192"/>
                    <a:pt x="560" y="192"/>
                  </a:cubicBezTo>
                  <a:cubicBezTo>
                    <a:pt x="591" y="199"/>
                    <a:pt x="591" y="199"/>
                    <a:pt x="591" y="199"/>
                  </a:cubicBezTo>
                  <a:cubicBezTo>
                    <a:pt x="603" y="200"/>
                    <a:pt x="614" y="205"/>
                    <a:pt x="623" y="213"/>
                  </a:cubicBezTo>
                  <a:cubicBezTo>
                    <a:pt x="632" y="221"/>
                    <a:pt x="638" y="231"/>
                    <a:pt x="641" y="243"/>
                  </a:cubicBezTo>
                  <a:cubicBezTo>
                    <a:pt x="672" y="380"/>
                    <a:pt x="672" y="380"/>
                    <a:pt x="672" y="380"/>
                  </a:cubicBezTo>
                  <a:cubicBezTo>
                    <a:pt x="710" y="375"/>
                    <a:pt x="740" y="365"/>
                    <a:pt x="752" y="352"/>
                  </a:cubicBezTo>
                  <a:cubicBezTo>
                    <a:pt x="800" y="336"/>
                    <a:pt x="800" y="336"/>
                    <a:pt x="800" y="336"/>
                  </a:cubicBezTo>
                  <a:lnTo>
                    <a:pt x="775" y="2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5" name="Group 159">
            <a:extLst>
              <a:ext uri="{FF2B5EF4-FFF2-40B4-BE49-F238E27FC236}">
                <a16:creationId xmlns:a16="http://schemas.microsoft.com/office/drawing/2014/main" id="{3E05CB00-7B5C-E628-D5B9-AC55EF5D207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84203" y="2078237"/>
            <a:ext cx="931863" cy="901701"/>
            <a:chOff x="4535" y="2968"/>
            <a:chExt cx="587" cy="568"/>
          </a:xfrm>
          <a:solidFill>
            <a:srgbClr val="676661"/>
          </a:solidFill>
        </p:grpSpPr>
        <p:sp>
          <p:nvSpPr>
            <p:cNvPr id="26" name="Freeform 160">
              <a:extLst>
                <a:ext uri="{FF2B5EF4-FFF2-40B4-BE49-F238E27FC236}">
                  <a16:creationId xmlns:a16="http://schemas.microsoft.com/office/drawing/2014/main" id="{9F5F2CE2-C849-9F49-C83C-30D53B08F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5" y="3250"/>
              <a:ext cx="498" cy="286"/>
            </a:xfrm>
            <a:custGeom>
              <a:avLst/>
              <a:gdLst>
                <a:gd name="T0" fmla="*/ 628 w 679"/>
                <a:gd name="T1" fmla="*/ 72 h 388"/>
                <a:gd name="T2" fmla="*/ 612 w 679"/>
                <a:gd name="T3" fmla="*/ 46 h 388"/>
                <a:gd name="T4" fmla="*/ 583 w 679"/>
                <a:gd name="T5" fmla="*/ 33 h 388"/>
                <a:gd name="T6" fmla="*/ 412 w 679"/>
                <a:gd name="T7" fmla="*/ 0 h 388"/>
                <a:gd name="T8" fmla="*/ 461 w 679"/>
                <a:gd name="T9" fmla="*/ 33 h 388"/>
                <a:gd name="T10" fmla="*/ 383 w 679"/>
                <a:gd name="T11" fmla="*/ 278 h 388"/>
                <a:gd name="T12" fmla="*/ 339 w 679"/>
                <a:gd name="T13" fmla="*/ 96 h 388"/>
                <a:gd name="T14" fmla="*/ 295 w 679"/>
                <a:gd name="T15" fmla="*/ 278 h 388"/>
                <a:gd name="T16" fmla="*/ 217 w 679"/>
                <a:gd name="T17" fmla="*/ 33 h 388"/>
                <a:gd name="T18" fmla="*/ 267 w 679"/>
                <a:gd name="T19" fmla="*/ 0 h 388"/>
                <a:gd name="T20" fmla="*/ 96 w 679"/>
                <a:gd name="T21" fmla="*/ 33 h 388"/>
                <a:gd name="T22" fmla="*/ 67 w 679"/>
                <a:gd name="T23" fmla="*/ 46 h 388"/>
                <a:gd name="T24" fmla="*/ 51 w 679"/>
                <a:gd name="T25" fmla="*/ 72 h 388"/>
                <a:gd name="T26" fmla="*/ 0 w 679"/>
                <a:gd name="T27" fmla="*/ 295 h 388"/>
                <a:gd name="T28" fmla="*/ 96 w 679"/>
                <a:gd name="T29" fmla="*/ 328 h 388"/>
                <a:gd name="T30" fmla="*/ 323 w 679"/>
                <a:gd name="T31" fmla="*/ 388 h 388"/>
                <a:gd name="T32" fmla="*/ 339 w 679"/>
                <a:gd name="T33" fmla="*/ 388 h 388"/>
                <a:gd name="T34" fmla="*/ 356 w 679"/>
                <a:gd name="T35" fmla="*/ 388 h 388"/>
                <a:gd name="T36" fmla="*/ 583 w 679"/>
                <a:gd name="T37" fmla="*/ 328 h 388"/>
                <a:gd name="T38" fmla="*/ 679 w 679"/>
                <a:gd name="T39" fmla="*/ 295 h 388"/>
                <a:gd name="T40" fmla="*/ 628 w 679"/>
                <a:gd name="T41" fmla="*/ 72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79" h="388">
                  <a:moveTo>
                    <a:pt x="628" y="72"/>
                  </a:moveTo>
                  <a:cubicBezTo>
                    <a:pt x="626" y="63"/>
                    <a:pt x="621" y="54"/>
                    <a:pt x="612" y="46"/>
                  </a:cubicBezTo>
                  <a:cubicBezTo>
                    <a:pt x="604" y="39"/>
                    <a:pt x="594" y="35"/>
                    <a:pt x="583" y="33"/>
                  </a:cubicBezTo>
                  <a:cubicBezTo>
                    <a:pt x="412" y="0"/>
                    <a:pt x="412" y="0"/>
                    <a:pt x="412" y="0"/>
                  </a:cubicBezTo>
                  <a:cubicBezTo>
                    <a:pt x="461" y="33"/>
                    <a:pt x="461" y="33"/>
                    <a:pt x="461" y="33"/>
                  </a:cubicBezTo>
                  <a:cubicBezTo>
                    <a:pt x="383" y="278"/>
                    <a:pt x="383" y="278"/>
                    <a:pt x="383" y="278"/>
                  </a:cubicBezTo>
                  <a:cubicBezTo>
                    <a:pt x="339" y="96"/>
                    <a:pt x="339" y="96"/>
                    <a:pt x="339" y="96"/>
                  </a:cubicBezTo>
                  <a:cubicBezTo>
                    <a:pt x="295" y="278"/>
                    <a:pt x="295" y="278"/>
                    <a:pt x="295" y="278"/>
                  </a:cubicBezTo>
                  <a:cubicBezTo>
                    <a:pt x="217" y="33"/>
                    <a:pt x="217" y="33"/>
                    <a:pt x="217" y="33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96" y="33"/>
                    <a:pt x="96" y="33"/>
                    <a:pt x="96" y="33"/>
                  </a:cubicBezTo>
                  <a:cubicBezTo>
                    <a:pt x="85" y="35"/>
                    <a:pt x="75" y="39"/>
                    <a:pt x="67" y="46"/>
                  </a:cubicBezTo>
                  <a:cubicBezTo>
                    <a:pt x="58" y="54"/>
                    <a:pt x="53" y="63"/>
                    <a:pt x="51" y="72"/>
                  </a:cubicBezTo>
                  <a:cubicBezTo>
                    <a:pt x="0" y="295"/>
                    <a:pt x="0" y="295"/>
                    <a:pt x="0" y="295"/>
                  </a:cubicBezTo>
                  <a:cubicBezTo>
                    <a:pt x="96" y="328"/>
                    <a:pt x="96" y="328"/>
                    <a:pt x="96" y="328"/>
                  </a:cubicBezTo>
                  <a:cubicBezTo>
                    <a:pt x="127" y="361"/>
                    <a:pt x="216" y="385"/>
                    <a:pt x="323" y="388"/>
                  </a:cubicBezTo>
                  <a:cubicBezTo>
                    <a:pt x="339" y="388"/>
                    <a:pt x="339" y="388"/>
                    <a:pt x="339" y="388"/>
                  </a:cubicBezTo>
                  <a:cubicBezTo>
                    <a:pt x="356" y="388"/>
                    <a:pt x="356" y="388"/>
                    <a:pt x="356" y="388"/>
                  </a:cubicBezTo>
                  <a:cubicBezTo>
                    <a:pt x="463" y="385"/>
                    <a:pt x="551" y="361"/>
                    <a:pt x="583" y="328"/>
                  </a:cubicBezTo>
                  <a:cubicBezTo>
                    <a:pt x="679" y="295"/>
                    <a:pt x="679" y="295"/>
                    <a:pt x="679" y="295"/>
                  </a:cubicBezTo>
                  <a:lnTo>
                    <a:pt x="628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61">
              <a:extLst>
                <a:ext uri="{FF2B5EF4-FFF2-40B4-BE49-F238E27FC236}">
                  <a16:creationId xmlns:a16="http://schemas.microsoft.com/office/drawing/2014/main" id="{7C2CFCAB-1D5C-9DC7-A4FB-982944425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5" y="3269"/>
              <a:ext cx="58" cy="52"/>
            </a:xfrm>
            <a:custGeom>
              <a:avLst/>
              <a:gdLst>
                <a:gd name="T0" fmla="*/ 29 w 58"/>
                <a:gd name="T1" fmla="*/ 0 h 52"/>
                <a:gd name="T2" fmla="*/ 0 w 58"/>
                <a:gd name="T3" fmla="*/ 10 h 52"/>
                <a:gd name="T4" fmla="*/ 29 w 58"/>
                <a:gd name="T5" fmla="*/ 52 h 52"/>
                <a:gd name="T6" fmla="*/ 58 w 58"/>
                <a:gd name="T7" fmla="*/ 10 h 52"/>
                <a:gd name="T8" fmla="*/ 29 w 5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52">
                  <a:moveTo>
                    <a:pt x="29" y="0"/>
                  </a:moveTo>
                  <a:lnTo>
                    <a:pt x="0" y="10"/>
                  </a:lnTo>
                  <a:lnTo>
                    <a:pt x="29" y="52"/>
                  </a:lnTo>
                  <a:lnTo>
                    <a:pt x="58" y="10"/>
                  </a:ln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162">
              <a:extLst>
                <a:ext uri="{FF2B5EF4-FFF2-40B4-BE49-F238E27FC236}">
                  <a16:creationId xmlns:a16="http://schemas.microsoft.com/office/drawing/2014/main" id="{4416D059-3280-F079-CEAF-DF90E425F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3" y="2975"/>
              <a:ext cx="242" cy="289"/>
            </a:xfrm>
            <a:custGeom>
              <a:avLst/>
              <a:gdLst>
                <a:gd name="T0" fmla="*/ 311 w 329"/>
                <a:gd name="T1" fmla="*/ 181 h 393"/>
                <a:gd name="T2" fmla="*/ 164 w 329"/>
                <a:gd name="T3" fmla="*/ 0 h 393"/>
                <a:gd name="T4" fmla="*/ 18 w 329"/>
                <a:gd name="T5" fmla="*/ 181 h 393"/>
                <a:gd name="T6" fmla="*/ 11 w 329"/>
                <a:gd name="T7" fmla="*/ 229 h 393"/>
                <a:gd name="T8" fmla="*/ 34 w 329"/>
                <a:gd name="T9" fmla="*/ 261 h 393"/>
                <a:gd name="T10" fmla="*/ 164 w 329"/>
                <a:gd name="T11" fmla="*/ 393 h 393"/>
                <a:gd name="T12" fmla="*/ 295 w 329"/>
                <a:gd name="T13" fmla="*/ 261 h 393"/>
                <a:gd name="T14" fmla="*/ 318 w 329"/>
                <a:gd name="T15" fmla="*/ 229 h 393"/>
                <a:gd name="T16" fmla="*/ 311 w 329"/>
                <a:gd name="T17" fmla="*/ 181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9" h="393">
                  <a:moveTo>
                    <a:pt x="311" y="181"/>
                  </a:moveTo>
                  <a:cubicBezTo>
                    <a:pt x="311" y="80"/>
                    <a:pt x="269" y="0"/>
                    <a:pt x="164" y="0"/>
                  </a:cubicBezTo>
                  <a:cubicBezTo>
                    <a:pt x="60" y="0"/>
                    <a:pt x="18" y="80"/>
                    <a:pt x="18" y="181"/>
                  </a:cubicBezTo>
                  <a:cubicBezTo>
                    <a:pt x="7" y="186"/>
                    <a:pt x="0" y="200"/>
                    <a:pt x="11" y="229"/>
                  </a:cubicBezTo>
                  <a:cubicBezTo>
                    <a:pt x="16" y="243"/>
                    <a:pt x="26" y="255"/>
                    <a:pt x="34" y="261"/>
                  </a:cubicBezTo>
                  <a:cubicBezTo>
                    <a:pt x="64" y="336"/>
                    <a:pt x="122" y="393"/>
                    <a:pt x="164" y="393"/>
                  </a:cubicBezTo>
                  <a:cubicBezTo>
                    <a:pt x="206" y="393"/>
                    <a:pt x="265" y="336"/>
                    <a:pt x="295" y="261"/>
                  </a:cubicBezTo>
                  <a:cubicBezTo>
                    <a:pt x="303" y="255"/>
                    <a:pt x="313" y="243"/>
                    <a:pt x="318" y="229"/>
                  </a:cubicBezTo>
                  <a:cubicBezTo>
                    <a:pt x="329" y="200"/>
                    <a:pt x="322" y="186"/>
                    <a:pt x="311" y="1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163">
              <a:extLst>
                <a:ext uri="{FF2B5EF4-FFF2-40B4-BE49-F238E27FC236}">
                  <a16:creationId xmlns:a16="http://schemas.microsoft.com/office/drawing/2014/main" id="{D873AD8A-3706-DE92-F10F-78C522DA2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1" y="3078"/>
              <a:ext cx="56" cy="10"/>
            </a:xfrm>
            <a:custGeom>
              <a:avLst/>
              <a:gdLst>
                <a:gd name="T0" fmla="*/ 77 w 77"/>
                <a:gd name="T1" fmla="*/ 0 h 13"/>
                <a:gd name="T2" fmla="*/ 0 w 77"/>
                <a:gd name="T3" fmla="*/ 0 h 13"/>
                <a:gd name="T4" fmla="*/ 1 w 77"/>
                <a:gd name="T5" fmla="*/ 13 h 13"/>
                <a:gd name="T6" fmla="*/ 77 w 77"/>
                <a:gd name="T7" fmla="*/ 13 h 13"/>
                <a:gd name="T8" fmla="*/ 77 w 77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13">
                  <a:moveTo>
                    <a:pt x="7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1" y="9"/>
                    <a:pt x="1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7" y="0"/>
                    <a:pt x="77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164">
              <a:extLst>
                <a:ext uri="{FF2B5EF4-FFF2-40B4-BE49-F238E27FC236}">
                  <a16:creationId xmlns:a16="http://schemas.microsoft.com/office/drawing/2014/main" id="{74A1F8A3-E98A-8530-57A4-4169D856B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4" y="3045"/>
              <a:ext cx="179" cy="9"/>
            </a:xfrm>
            <a:custGeom>
              <a:avLst/>
              <a:gdLst>
                <a:gd name="T0" fmla="*/ 245 w 245"/>
                <a:gd name="T1" fmla="*/ 0 h 13"/>
                <a:gd name="T2" fmla="*/ 0 w 245"/>
                <a:gd name="T3" fmla="*/ 0 h 13"/>
                <a:gd name="T4" fmla="*/ 4 w 245"/>
                <a:gd name="T5" fmla="*/ 13 h 13"/>
                <a:gd name="T6" fmla="*/ 245 w 245"/>
                <a:gd name="T7" fmla="*/ 13 h 13"/>
                <a:gd name="T8" fmla="*/ 245 w 245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" h="13">
                  <a:moveTo>
                    <a:pt x="2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3" y="8"/>
                    <a:pt x="4" y="13"/>
                  </a:cubicBezTo>
                  <a:cubicBezTo>
                    <a:pt x="245" y="13"/>
                    <a:pt x="245" y="13"/>
                    <a:pt x="245" y="13"/>
                  </a:cubicBezTo>
                  <a:lnTo>
                    <a:pt x="2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165">
              <a:extLst>
                <a:ext uri="{FF2B5EF4-FFF2-40B4-BE49-F238E27FC236}">
                  <a16:creationId xmlns:a16="http://schemas.microsoft.com/office/drawing/2014/main" id="{2D3AB083-909A-35EC-AE7F-7052C6C63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6" y="2968"/>
              <a:ext cx="276" cy="279"/>
            </a:xfrm>
            <a:custGeom>
              <a:avLst/>
              <a:gdLst>
                <a:gd name="T0" fmla="*/ 368 w 377"/>
                <a:gd name="T1" fmla="*/ 9 h 379"/>
                <a:gd name="T2" fmla="*/ 346 w 377"/>
                <a:gd name="T3" fmla="*/ 0 h 379"/>
                <a:gd name="T4" fmla="*/ 0 w 377"/>
                <a:gd name="T5" fmla="*/ 0 h 379"/>
                <a:gd name="T6" fmla="*/ 40 w 377"/>
                <a:gd name="T7" fmla="*/ 32 h 379"/>
                <a:gd name="T8" fmla="*/ 346 w 377"/>
                <a:gd name="T9" fmla="*/ 32 h 379"/>
                <a:gd name="T10" fmla="*/ 346 w 377"/>
                <a:gd name="T11" fmla="*/ 252 h 379"/>
                <a:gd name="T12" fmla="*/ 261 w 377"/>
                <a:gd name="T13" fmla="*/ 252 h 379"/>
                <a:gd name="T14" fmla="*/ 198 w 377"/>
                <a:gd name="T15" fmla="*/ 315 h 379"/>
                <a:gd name="T16" fmla="*/ 198 w 377"/>
                <a:gd name="T17" fmla="*/ 252 h 379"/>
                <a:gd name="T18" fmla="*/ 95 w 377"/>
                <a:gd name="T19" fmla="*/ 252 h 379"/>
                <a:gd name="T20" fmla="*/ 75 w 377"/>
                <a:gd name="T21" fmla="*/ 283 h 379"/>
                <a:gd name="T22" fmla="*/ 166 w 377"/>
                <a:gd name="T23" fmla="*/ 283 h 379"/>
                <a:gd name="T24" fmla="*/ 166 w 377"/>
                <a:gd name="T25" fmla="*/ 370 h 379"/>
                <a:gd name="T26" fmla="*/ 172 w 377"/>
                <a:gd name="T27" fmla="*/ 378 h 379"/>
                <a:gd name="T28" fmla="*/ 182 w 377"/>
                <a:gd name="T29" fmla="*/ 376 h 379"/>
                <a:gd name="T30" fmla="*/ 274 w 377"/>
                <a:gd name="T31" fmla="*/ 283 h 379"/>
                <a:gd name="T32" fmla="*/ 346 w 377"/>
                <a:gd name="T33" fmla="*/ 283 h 379"/>
                <a:gd name="T34" fmla="*/ 368 w 377"/>
                <a:gd name="T35" fmla="*/ 274 h 379"/>
                <a:gd name="T36" fmla="*/ 377 w 377"/>
                <a:gd name="T37" fmla="*/ 252 h 379"/>
                <a:gd name="T38" fmla="*/ 377 w 377"/>
                <a:gd name="T39" fmla="*/ 32 h 379"/>
                <a:gd name="T40" fmla="*/ 368 w 377"/>
                <a:gd name="T41" fmla="*/ 9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77" h="379">
                  <a:moveTo>
                    <a:pt x="368" y="9"/>
                  </a:moveTo>
                  <a:cubicBezTo>
                    <a:pt x="362" y="3"/>
                    <a:pt x="354" y="0"/>
                    <a:pt x="34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" y="8"/>
                    <a:pt x="29" y="19"/>
                    <a:pt x="40" y="32"/>
                  </a:cubicBezTo>
                  <a:cubicBezTo>
                    <a:pt x="346" y="32"/>
                    <a:pt x="346" y="32"/>
                    <a:pt x="346" y="32"/>
                  </a:cubicBezTo>
                  <a:cubicBezTo>
                    <a:pt x="346" y="252"/>
                    <a:pt x="346" y="252"/>
                    <a:pt x="346" y="252"/>
                  </a:cubicBezTo>
                  <a:cubicBezTo>
                    <a:pt x="261" y="252"/>
                    <a:pt x="261" y="252"/>
                    <a:pt x="261" y="252"/>
                  </a:cubicBezTo>
                  <a:cubicBezTo>
                    <a:pt x="198" y="315"/>
                    <a:pt x="198" y="315"/>
                    <a:pt x="198" y="315"/>
                  </a:cubicBezTo>
                  <a:cubicBezTo>
                    <a:pt x="198" y="252"/>
                    <a:pt x="198" y="252"/>
                    <a:pt x="198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0" y="263"/>
                    <a:pt x="83" y="274"/>
                    <a:pt x="75" y="283"/>
                  </a:cubicBezTo>
                  <a:cubicBezTo>
                    <a:pt x="166" y="283"/>
                    <a:pt x="166" y="283"/>
                    <a:pt x="166" y="283"/>
                  </a:cubicBezTo>
                  <a:cubicBezTo>
                    <a:pt x="166" y="370"/>
                    <a:pt x="166" y="370"/>
                    <a:pt x="166" y="370"/>
                  </a:cubicBezTo>
                  <a:cubicBezTo>
                    <a:pt x="166" y="373"/>
                    <a:pt x="168" y="376"/>
                    <a:pt x="172" y="378"/>
                  </a:cubicBezTo>
                  <a:cubicBezTo>
                    <a:pt x="175" y="379"/>
                    <a:pt x="179" y="378"/>
                    <a:pt x="182" y="376"/>
                  </a:cubicBezTo>
                  <a:cubicBezTo>
                    <a:pt x="274" y="283"/>
                    <a:pt x="274" y="283"/>
                    <a:pt x="274" y="283"/>
                  </a:cubicBezTo>
                  <a:cubicBezTo>
                    <a:pt x="346" y="283"/>
                    <a:pt x="346" y="283"/>
                    <a:pt x="346" y="283"/>
                  </a:cubicBezTo>
                  <a:cubicBezTo>
                    <a:pt x="354" y="283"/>
                    <a:pt x="362" y="280"/>
                    <a:pt x="368" y="274"/>
                  </a:cubicBezTo>
                  <a:cubicBezTo>
                    <a:pt x="374" y="268"/>
                    <a:pt x="377" y="260"/>
                    <a:pt x="377" y="252"/>
                  </a:cubicBezTo>
                  <a:cubicBezTo>
                    <a:pt x="377" y="32"/>
                    <a:pt x="377" y="32"/>
                    <a:pt x="377" y="32"/>
                  </a:cubicBezTo>
                  <a:cubicBezTo>
                    <a:pt x="377" y="24"/>
                    <a:pt x="374" y="16"/>
                    <a:pt x="368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166">
              <a:extLst>
                <a:ext uri="{FF2B5EF4-FFF2-40B4-BE49-F238E27FC236}">
                  <a16:creationId xmlns:a16="http://schemas.microsoft.com/office/drawing/2014/main" id="{875397BC-20D5-109C-4F21-67E783498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9" y="3010"/>
              <a:ext cx="194" cy="10"/>
            </a:xfrm>
            <a:custGeom>
              <a:avLst/>
              <a:gdLst>
                <a:gd name="T0" fmla="*/ 265 w 265"/>
                <a:gd name="T1" fmla="*/ 0 h 14"/>
                <a:gd name="T2" fmla="*/ 0 w 265"/>
                <a:gd name="T3" fmla="*/ 0 h 14"/>
                <a:gd name="T4" fmla="*/ 8 w 265"/>
                <a:gd name="T5" fmla="*/ 14 h 14"/>
                <a:gd name="T6" fmla="*/ 265 w 265"/>
                <a:gd name="T7" fmla="*/ 14 h 14"/>
                <a:gd name="T8" fmla="*/ 265 w 265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5" h="14">
                  <a:moveTo>
                    <a:pt x="2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4"/>
                    <a:pt x="5" y="9"/>
                    <a:pt x="8" y="14"/>
                  </a:cubicBezTo>
                  <a:cubicBezTo>
                    <a:pt x="265" y="14"/>
                    <a:pt x="265" y="14"/>
                    <a:pt x="265" y="14"/>
                  </a:cubicBezTo>
                  <a:lnTo>
                    <a:pt x="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2B2B5E7F-C3B3-8FD7-A353-C88F88C00FCC}"/>
              </a:ext>
            </a:extLst>
          </p:cNvPr>
          <p:cNvSpPr/>
          <p:nvPr/>
        </p:nvSpPr>
        <p:spPr>
          <a:xfrm>
            <a:off x="694899" y="3337268"/>
            <a:ext cx="4926623" cy="2395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dirty="0"/>
              <a:t>1. </a:t>
            </a:r>
            <a:r>
              <a:rPr lang="zh-CN" altLang="en-US" dirty="0"/>
              <a:t>需要“规则确定性 </a:t>
            </a:r>
            <a:r>
              <a:rPr lang="en-US" altLang="zh-CN" dirty="0"/>
              <a:t>+ AI </a:t>
            </a:r>
            <a:r>
              <a:rPr lang="zh-CN" altLang="en-US" dirty="0"/>
              <a:t>灵活性” 的融合方案。</a:t>
            </a:r>
          </a:p>
          <a:p>
            <a:pPr algn="just">
              <a:lnSpc>
                <a:spcPct val="120000"/>
              </a:lnSpc>
            </a:pPr>
            <a:r>
              <a:rPr lang="en-US" altLang="zh-CN" dirty="0"/>
              <a:t>2. </a:t>
            </a:r>
            <a:r>
              <a:rPr lang="zh-CN" altLang="en-US" dirty="0"/>
              <a:t>领域特定语言（</a:t>
            </a:r>
            <a:r>
              <a:rPr lang="en-US" altLang="zh-CN" dirty="0"/>
              <a:t>DSL</a:t>
            </a:r>
            <a:r>
              <a:rPr lang="zh-CN" altLang="en-US" dirty="0"/>
              <a:t>）成为定制化业务流程的核心载体，</a:t>
            </a:r>
            <a:r>
              <a:rPr lang="en-US" altLang="zh-CN" dirty="0"/>
              <a:t>LLM API </a:t>
            </a:r>
            <a:r>
              <a:rPr lang="zh-CN" altLang="en-US" dirty="0"/>
              <a:t>的普及为非结构化输入处理提供了高效解决方案。</a:t>
            </a:r>
          </a:p>
          <a:p>
            <a:pPr algn="just">
              <a:lnSpc>
                <a:spcPct val="120000"/>
              </a:lnSpc>
            </a:pPr>
            <a:r>
              <a:rPr lang="en-US" altLang="zh-CN" dirty="0"/>
              <a:t>3. </a:t>
            </a:r>
            <a:r>
              <a:rPr lang="zh-CN" altLang="en-US" dirty="0"/>
              <a:t>需支持医疗、电商等多场景客服应答，解决会话流程控制、多用户并发、数据一致性等核心问题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6CE662F-A4C5-5661-C698-0524A51C2037}"/>
              </a:ext>
            </a:extLst>
          </p:cNvPr>
          <p:cNvSpPr/>
          <p:nvPr/>
        </p:nvSpPr>
        <p:spPr>
          <a:xfrm>
            <a:off x="7920376" y="3483435"/>
            <a:ext cx="412253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1. </a:t>
            </a:r>
            <a:r>
              <a:rPr lang="zh-CN" altLang="en-US" dirty="0">
                <a:latin typeface="+mn-ea"/>
              </a:rPr>
              <a:t>设计一套简洁易用的 </a:t>
            </a:r>
            <a:r>
              <a:rPr lang="en-US" altLang="zh-CN" dirty="0">
                <a:latin typeface="+mn-ea"/>
              </a:rPr>
              <a:t>DSL</a:t>
            </a:r>
            <a:r>
              <a:rPr lang="zh-CN" altLang="en-US" dirty="0">
                <a:latin typeface="+mn-ea"/>
              </a:rPr>
              <a:t>，支持客服机器人应答逻辑的完整描述（流程控制、数据操作、</a:t>
            </a:r>
            <a:r>
              <a:rPr lang="en-US" altLang="zh-CN" dirty="0">
                <a:latin typeface="+mn-ea"/>
              </a:rPr>
              <a:t>AI </a:t>
            </a:r>
            <a:r>
              <a:rPr lang="zh-CN" altLang="en-US" dirty="0">
                <a:latin typeface="+mn-ea"/>
              </a:rPr>
              <a:t>交互）。</a:t>
            </a:r>
          </a:p>
          <a:p>
            <a:r>
              <a:rPr lang="en-US" altLang="zh-CN" dirty="0">
                <a:latin typeface="+mn-ea"/>
              </a:rPr>
              <a:t>2. </a:t>
            </a:r>
            <a:r>
              <a:rPr lang="zh-CN" altLang="en-US" dirty="0">
                <a:latin typeface="+mn-ea"/>
              </a:rPr>
              <a:t>实现高可用的 </a:t>
            </a:r>
            <a:r>
              <a:rPr lang="en-US" altLang="zh-CN" dirty="0">
                <a:latin typeface="+mn-ea"/>
              </a:rPr>
              <a:t>DSL </a:t>
            </a:r>
            <a:r>
              <a:rPr lang="zh-CN" altLang="en-US" dirty="0">
                <a:latin typeface="+mn-ea"/>
              </a:rPr>
              <a:t>解释器，融合规则引擎与 </a:t>
            </a:r>
            <a:r>
              <a:rPr lang="en-US" altLang="zh-CN" dirty="0">
                <a:latin typeface="+mn-ea"/>
              </a:rPr>
              <a:t>LLM </a:t>
            </a:r>
            <a:r>
              <a:rPr lang="zh-CN" altLang="en-US" dirty="0">
                <a:latin typeface="+mn-ea"/>
              </a:rPr>
              <a:t>能力，驱动多场景业务流程自动化执行。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149DCF9-1E64-1B55-A8D8-65C8201FD64F}"/>
              </a:ext>
            </a:extLst>
          </p:cNvPr>
          <p:cNvSpPr/>
          <p:nvPr/>
        </p:nvSpPr>
        <p:spPr>
          <a:xfrm>
            <a:off x="1171418" y="184665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背景与目标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3C5B5F4-E44D-3D94-E33A-E0AB8BB7CF92}"/>
              </a:ext>
            </a:extLst>
          </p:cNvPr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1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9515211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3538515" y="345797"/>
            <a:ext cx="5109091" cy="4822970"/>
            <a:chOff x="4054943" y="833056"/>
            <a:chExt cx="4076758" cy="3848451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170953" y="833056"/>
              <a:ext cx="3846813" cy="3848451"/>
              <a:chOff x="4170953" y="833056"/>
              <a:chExt cx="3846813" cy="384845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273247" y="926495"/>
                <a:ext cx="3645505" cy="3645505"/>
                <a:chOff x="3651549" y="975481"/>
                <a:chExt cx="2929467" cy="2929467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3651549" y="975481"/>
                  <a:ext cx="2929467" cy="2929467"/>
                </a:xfrm>
                <a:prstGeom prst="ellipse">
                  <a:avLst/>
                </a:prstGeom>
                <a:solidFill>
                  <a:srgbClr val="F5F0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856282" y="1186757"/>
                  <a:ext cx="2520000" cy="2519829"/>
                </a:xfrm>
                <a:prstGeom prst="ellipse">
                  <a:avLst/>
                </a:prstGeom>
                <a:solidFill>
                  <a:srgbClr val="79A5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 rot="-5400000" flipH="1">
                <a:off x="4224639" y="255943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4976471" flipH="1">
                <a:off x="4237730" y="234718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4552941" flipH="1">
                <a:off x="4276806" y="21381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4129412" flipH="1">
                <a:off x="4341273" y="193550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705882" flipH="1">
                <a:off x="4430155" y="174231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3282353" flipH="1">
                <a:off x="4542104" y="156150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58823" flipH="1">
                <a:off x="4675423" y="139583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435294" flipH="1">
                <a:off x="4828091" y="124779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011765" flipH="1">
                <a:off x="4997794" y="111963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588235" flipH="1">
                <a:off x="5181960" y="101331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164706" flipH="1">
                <a:off x="5377796" y="93042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741177" flipH="1">
                <a:off x="5582334" y="8722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317647" flipH="1">
                <a:off x="5792473" y="83960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5883" flipH="1">
                <a:off x="6005028" y="83305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29412" flipH="1">
                <a:off x="6216777" y="85267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952941" flipH="1">
                <a:off x="6424510" y="8981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376471" flipH="1">
                <a:off x="6625077" y="9688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1800000" flipH="1">
                <a:off x="6815439" y="10636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223529" flipH="1">
                <a:off x="6992710" y="11811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647059" flipH="1">
                <a:off x="7154201" y="13194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3070588" flipH="1">
                <a:off x="7297467" y="147661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3494117" flipH="1">
                <a:off x="7420334" y="165018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3917647" flipH="1">
                <a:off x="7520940" y="18375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41176" flipH="1">
                <a:off x="7597760" y="203583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4764706" flipH="1">
                <a:off x="7649630" y="22420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188236" flipH="1">
                <a:off x="7675763" y="24531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611765" flipH="1">
                <a:off x="7675763" y="26657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6035294" flipH="1">
                <a:off x="7649630" y="28768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6458824" flipH="1">
                <a:off x="7597760" y="308304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6882353" flipH="1">
                <a:off x="7520940" y="32813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7305883" flipH="1">
                <a:off x="7420334" y="346869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7729412" flipH="1">
                <a:off x="7297467" y="36422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8152941" flipH="1">
                <a:off x="7154201" y="379941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8576471" flipH="1">
                <a:off x="6992710" y="39377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9000000" flipH="1">
                <a:off x="6815439" y="40552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9423529" flipH="1">
                <a:off x="6625077" y="41500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9847059" flipH="1">
                <a:off x="6424509" y="42207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270589" flipH="1">
                <a:off x="6216777" y="426619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0694117" flipH="1">
                <a:off x="6005028" y="428581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1117648" flipH="1">
                <a:off x="5792473" y="42792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1541176" flipH="1">
                <a:off x="5582334" y="42466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1964706" flipH="1">
                <a:off x="5377796" y="418845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2388235" flipH="1">
                <a:off x="5181960" y="410556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12811765" flipH="1">
                <a:off x="4997794" y="399923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3235294" flipH="1">
                <a:off x="4828092" y="387108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13658824" flipH="1">
                <a:off x="4675423" y="372304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14082352" flipH="1">
                <a:off x="4542104" y="35573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4505883" flipH="1">
                <a:off x="4430155" y="337656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4929413" flipH="1">
                <a:off x="4341273" y="318337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5352941" flipH="1">
                <a:off x="4276806" y="29807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5776472" flipH="1">
                <a:off x="4237730" y="277168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>
              <a:off x="5093797" y="2186051"/>
              <a:ext cx="1999050" cy="158900"/>
              <a:chOff x="5010088" y="1993966"/>
              <a:chExt cx="1999050" cy="158900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5010088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109586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椭圆 135"/>
              <p:cNvSpPr/>
              <p:nvPr/>
            </p:nvSpPr>
            <p:spPr>
              <a:xfrm>
                <a:off x="5932484" y="1993966"/>
                <a:ext cx="158900" cy="158900"/>
              </a:xfrm>
              <a:prstGeom prst="ellipse">
                <a:avLst/>
              </a:prstGeom>
              <a:noFill/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5282883" y="1616208"/>
              <a:ext cx="1620880" cy="5157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defTabSz="914400"/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第二部分</a:t>
              </a: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054943" y="2396875"/>
              <a:ext cx="4076758" cy="5648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dirty="0">
                  <a:solidFill>
                    <a:srgbClr val="F5F0EA"/>
                  </a:solidFill>
                </a:rPr>
                <a:t>『</a:t>
              </a:r>
              <a:r>
                <a:rPr lang="zh-CN" altLang="en-US" sz="4000" b="1" dirty="0">
                  <a:solidFill>
                    <a:srgbClr val="F5F0EA"/>
                  </a:solidFill>
                </a:rPr>
                <a:t>系统总体架构</a:t>
              </a:r>
              <a:r>
                <a:rPr lang="en-US" altLang="zh-CN" sz="4000" b="1" dirty="0">
                  <a:solidFill>
                    <a:srgbClr val="F5F0EA"/>
                  </a:solidFill>
                </a:rPr>
                <a:t>』</a:t>
              </a:r>
            </a:p>
          </p:txBody>
        </p:sp>
        <p:grpSp>
          <p:nvGrpSpPr>
            <p:cNvPr id="140" name="Group 67"/>
            <p:cNvGrpSpPr>
              <a:grpSpLocks noChangeAspect="1"/>
            </p:cNvGrpSpPr>
            <p:nvPr/>
          </p:nvGrpSpPr>
          <p:grpSpPr bwMode="auto">
            <a:xfrm>
              <a:off x="5486103" y="3161047"/>
              <a:ext cx="1214438" cy="898525"/>
              <a:chOff x="6149" y="2123"/>
              <a:chExt cx="765" cy="566"/>
            </a:xfrm>
            <a:solidFill>
              <a:srgbClr val="F5F0EA"/>
            </a:solidFill>
          </p:grpSpPr>
          <p:sp>
            <p:nvSpPr>
              <p:cNvPr id="141" name="Freeform 68"/>
              <p:cNvSpPr>
                <a:spLocks/>
              </p:cNvSpPr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" name="Freeform 69"/>
              <p:cNvSpPr>
                <a:spLocks/>
              </p:cNvSpPr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" name="Freeform 70"/>
              <p:cNvSpPr>
                <a:spLocks/>
              </p:cNvSpPr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5567172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6DA4C-B7AD-625B-1B10-6B373FF77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B0F6C0B-B782-14CE-DD22-E7D390A261A7}"/>
              </a:ext>
            </a:extLst>
          </p:cNvPr>
          <p:cNvSpPr/>
          <p:nvPr/>
        </p:nvSpPr>
        <p:spPr>
          <a:xfrm>
            <a:off x="1171418" y="184665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系统总体架构</a:t>
            </a:r>
          </a:p>
        </p:txBody>
      </p:sp>
      <p:sp>
        <p:nvSpPr>
          <p:cNvPr id="6" name="五边形 5">
            <a:extLst>
              <a:ext uri="{FF2B5EF4-FFF2-40B4-BE49-F238E27FC236}">
                <a16:creationId xmlns:a16="http://schemas.microsoft.com/office/drawing/2014/main" id="{4F029453-568E-6A58-AB45-EC46BF401157}"/>
              </a:ext>
            </a:extLst>
          </p:cNvPr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9FEE6A-8577-C6CC-B79E-D545F82F4BB0}"/>
              </a:ext>
            </a:extLst>
          </p:cNvPr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2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4C46864-57F2-9667-136B-ABDB91C3194A}"/>
              </a:ext>
            </a:extLst>
          </p:cNvPr>
          <p:cNvGrpSpPr/>
          <p:nvPr/>
        </p:nvGrpSpPr>
        <p:grpSpPr>
          <a:xfrm>
            <a:off x="762148" y="2069753"/>
            <a:ext cx="11975952" cy="643467"/>
            <a:chOff x="715150" y="3107266"/>
            <a:chExt cx="10782442" cy="6434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41717A89-CB9E-F796-5367-54451BB5AD31}"/>
                </a:ext>
              </a:extLst>
            </p:cNvPr>
            <p:cNvCxnSpPr/>
            <p:nvPr/>
          </p:nvCxnSpPr>
          <p:spPr>
            <a:xfrm>
              <a:off x="1037167" y="3429000"/>
              <a:ext cx="10460425" cy="0"/>
            </a:xfrm>
            <a:prstGeom prst="line">
              <a:avLst/>
            </a:prstGeom>
            <a:ln w="50800">
              <a:solidFill>
                <a:srgbClr val="67666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84BD4255-388A-12FE-E75D-80F0CF6606A9}"/>
                </a:ext>
              </a:extLst>
            </p:cNvPr>
            <p:cNvGrpSpPr/>
            <p:nvPr/>
          </p:nvGrpSpPr>
          <p:grpSpPr>
            <a:xfrm>
              <a:off x="715150" y="3107266"/>
              <a:ext cx="760724" cy="643467"/>
              <a:chOff x="877502" y="2895600"/>
              <a:chExt cx="1001802" cy="1066800"/>
            </a:xfrm>
          </p:grpSpPr>
          <p:sp>
            <p:nvSpPr>
              <p:cNvPr id="7" name="平行四边形 6">
                <a:extLst>
                  <a:ext uri="{FF2B5EF4-FFF2-40B4-BE49-F238E27FC236}">
                    <a16:creationId xmlns:a16="http://schemas.microsoft.com/office/drawing/2014/main" id="{EFE9BBB4-54AA-DF38-CA3D-A824FD6FE72C}"/>
                  </a:ext>
                </a:extLst>
              </p:cNvPr>
              <p:cNvSpPr/>
              <p:nvPr/>
            </p:nvSpPr>
            <p:spPr>
              <a:xfrm flipH="1">
                <a:off x="877502" y="28956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9E089E46-3911-415F-DB7F-37F23F6E051B}"/>
                  </a:ext>
                </a:extLst>
              </p:cNvPr>
              <p:cNvSpPr/>
              <p:nvPr/>
            </p:nvSpPr>
            <p:spPr>
              <a:xfrm flipH="1">
                <a:off x="1164601" y="28956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平行四边形 9">
                <a:extLst>
                  <a:ext uri="{FF2B5EF4-FFF2-40B4-BE49-F238E27FC236}">
                    <a16:creationId xmlns:a16="http://schemas.microsoft.com/office/drawing/2014/main" id="{3D5DF2C3-8414-D896-7EB7-A42381B3BB9B}"/>
                  </a:ext>
                </a:extLst>
              </p:cNvPr>
              <p:cNvSpPr/>
              <p:nvPr/>
            </p:nvSpPr>
            <p:spPr>
              <a:xfrm flipH="1">
                <a:off x="1464437" y="28956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平行四边形 10">
                <a:extLst>
                  <a:ext uri="{FF2B5EF4-FFF2-40B4-BE49-F238E27FC236}">
                    <a16:creationId xmlns:a16="http://schemas.microsoft.com/office/drawing/2014/main" id="{3ED86751-4F96-62BC-47AB-5D517BFE1A82}"/>
                  </a:ext>
                </a:extLst>
              </p:cNvPr>
              <p:cNvSpPr/>
              <p:nvPr/>
            </p:nvSpPr>
            <p:spPr>
              <a:xfrm>
                <a:off x="877502" y="34290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平行四边形 11">
                <a:extLst>
                  <a:ext uri="{FF2B5EF4-FFF2-40B4-BE49-F238E27FC236}">
                    <a16:creationId xmlns:a16="http://schemas.microsoft.com/office/drawing/2014/main" id="{E9F838B1-5DD9-D808-A6CB-16BFECCD03F8}"/>
                  </a:ext>
                </a:extLst>
              </p:cNvPr>
              <p:cNvSpPr/>
              <p:nvPr/>
            </p:nvSpPr>
            <p:spPr>
              <a:xfrm>
                <a:off x="1164601" y="34290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平行四边形 12">
                <a:extLst>
                  <a:ext uri="{FF2B5EF4-FFF2-40B4-BE49-F238E27FC236}">
                    <a16:creationId xmlns:a16="http://schemas.microsoft.com/office/drawing/2014/main" id="{6FAB6FCF-37D6-5EC4-7B45-020CE908E618}"/>
                  </a:ext>
                </a:extLst>
              </p:cNvPr>
              <p:cNvSpPr/>
              <p:nvPr/>
            </p:nvSpPr>
            <p:spPr>
              <a:xfrm>
                <a:off x="1464437" y="34290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5CF3D771-1FBD-6C2E-BF26-711553BB1D9F}"/>
              </a:ext>
            </a:extLst>
          </p:cNvPr>
          <p:cNvSpPr/>
          <p:nvPr/>
        </p:nvSpPr>
        <p:spPr>
          <a:xfrm>
            <a:off x="2092664" y="2209454"/>
            <a:ext cx="2175933" cy="1007534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5F0EA"/>
                </a:solidFill>
                <a:ea typeface="微软雅黑" charset="0"/>
              </a:rPr>
              <a:t>Scripts</a:t>
            </a:r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子系统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3BC6E6-7451-EF47-EEBA-1383C6F5F219}"/>
              </a:ext>
            </a:extLst>
          </p:cNvPr>
          <p:cNvSpPr/>
          <p:nvPr/>
        </p:nvSpPr>
        <p:spPr>
          <a:xfrm>
            <a:off x="5382401" y="2209453"/>
            <a:ext cx="2175933" cy="1007534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5F0EA"/>
                </a:solidFill>
                <a:ea typeface="微软雅黑" charset="0"/>
              </a:rPr>
              <a:t>Parser </a:t>
            </a:r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子系统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9896E50-41F8-F932-43D9-4938E0F732D4}"/>
              </a:ext>
            </a:extLst>
          </p:cNvPr>
          <p:cNvSpPr/>
          <p:nvPr/>
        </p:nvSpPr>
        <p:spPr>
          <a:xfrm>
            <a:off x="8672138" y="2209453"/>
            <a:ext cx="2175933" cy="1007534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5F0EA"/>
                </a:solidFill>
                <a:ea typeface="微软雅黑" charset="0"/>
              </a:rPr>
              <a:t>CLI/GUI</a:t>
            </a:r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子系统</a:t>
            </a:r>
          </a:p>
        </p:txBody>
      </p:sp>
      <p:sp>
        <p:nvSpPr>
          <p:cNvPr id="19" name="等腰三角形 18">
            <a:extLst>
              <a:ext uri="{FF2B5EF4-FFF2-40B4-BE49-F238E27FC236}">
                <a16:creationId xmlns:a16="http://schemas.microsoft.com/office/drawing/2014/main" id="{45C5E2FB-5356-A1B7-307F-9A94E55D3CB2}"/>
              </a:ext>
            </a:extLst>
          </p:cNvPr>
          <p:cNvSpPr/>
          <p:nvPr/>
        </p:nvSpPr>
        <p:spPr>
          <a:xfrm flipH="1">
            <a:off x="1950551" y="2209453"/>
            <a:ext cx="142113" cy="182033"/>
          </a:xfrm>
          <a:prstGeom prst="triangle">
            <a:avLst>
              <a:gd name="adj" fmla="val 0"/>
            </a:avLst>
          </a:prstGeom>
          <a:solidFill>
            <a:srgbClr val="3C5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>
            <a:extLst>
              <a:ext uri="{FF2B5EF4-FFF2-40B4-BE49-F238E27FC236}">
                <a16:creationId xmlns:a16="http://schemas.microsoft.com/office/drawing/2014/main" id="{E601A97A-940F-8694-3B14-69C5B55AF567}"/>
              </a:ext>
            </a:extLst>
          </p:cNvPr>
          <p:cNvSpPr/>
          <p:nvPr/>
        </p:nvSpPr>
        <p:spPr>
          <a:xfrm flipH="1">
            <a:off x="5240288" y="2209453"/>
            <a:ext cx="142113" cy="182033"/>
          </a:xfrm>
          <a:prstGeom prst="triangle">
            <a:avLst>
              <a:gd name="adj" fmla="val 0"/>
            </a:avLst>
          </a:prstGeom>
          <a:solidFill>
            <a:srgbClr val="3C5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等腰三角形 21">
            <a:extLst>
              <a:ext uri="{FF2B5EF4-FFF2-40B4-BE49-F238E27FC236}">
                <a16:creationId xmlns:a16="http://schemas.microsoft.com/office/drawing/2014/main" id="{92DD10CB-4490-8C0B-4D4F-9F300817E863}"/>
              </a:ext>
            </a:extLst>
          </p:cNvPr>
          <p:cNvSpPr/>
          <p:nvPr/>
        </p:nvSpPr>
        <p:spPr>
          <a:xfrm flipH="1">
            <a:off x="8530025" y="2209453"/>
            <a:ext cx="142113" cy="182033"/>
          </a:xfrm>
          <a:prstGeom prst="triangle">
            <a:avLst>
              <a:gd name="adj" fmla="val 0"/>
            </a:avLst>
          </a:prstGeom>
          <a:solidFill>
            <a:srgbClr val="3C5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54EF752-3FA3-0545-4655-86415217B268}"/>
              </a:ext>
            </a:extLst>
          </p:cNvPr>
          <p:cNvSpPr/>
          <p:nvPr/>
        </p:nvSpPr>
        <p:spPr>
          <a:xfrm>
            <a:off x="2092663" y="3360116"/>
            <a:ext cx="2175933" cy="1625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/>
              <a:t>包含两个场景脚本，</a:t>
            </a:r>
            <a:r>
              <a:rPr lang="en-US" altLang="zh-CN" sz="1400" dirty="0"/>
              <a:t>medical.txt</a:t>
            </a:r>
            <a:r>
              <a:rPr lang="zh-CN" altLang="en-US" sz="1400" dirty="0"/>
              <a:t>（医疗咨询场景，支持 </a:t>
            </a:r>
            <a:r>
              <a:rPr lang="en-US" altLang="zh-CN" sz="1400" dirty="0"/>
              <a:t>AI </a:t>
            </a:r>
            <a:r>
              <a:rPr lang="zh-CN" altLang="en-US" sz="1400" dirty="0"/>
              <a:t>回复患者疑问）与 </a:t>
            </a:r>
            <a:r>
              <a:rPr lang="en-US" altLang="zh-CN" sz="1400" dirty="0"/>
              <a:t>ecommerce.txt</a:t>
            </a:r>
            <a:r>
              <a:rPr lang="zh-CN" altLang="en-US" sz="1400" dirty="0"/>
              <a:t>（电商场景，支持并发购买并防止超卖）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911DF7B-0950-E811-827A-B15BC0F2ABE7}"/>
              </a:ext>
            </a:extLst>
          </p:cNvPr>
          <p:cNvSpPr/>
          <p:nvPr/>
        </p:nvSpPr>
        <p:spPr>
          <a:xfrm>
            <a:off x="5382400" y="3360116"/>
            <a:ext cx="2175933" cy="1625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/>
              <a:t>包含</a:t>
            </a:r>
            <a:r>
              <a:rPr lang="en-US" altLang="zh-CN" sz="1400" dirty="0"/>
              <a:t>dsl_parser.py</a:t>
            </a:r>
            <a:r>
              <a:rPr lang="zh-CN" altLang="en-US" sz="1400" dirty="0"/>
              <a:t>，基于 </a:t>
            </a:r>
            <a:r>
              <a:rPr lang="en-US" altLang="zh-CN" sz="1400" dirty="0"/>
              <a:t>PLY</a:t>
            </a:r>
            <a:r>
              <a:rPr lang="zh-CN" altLang="en-US" sz="1400" dirty="0"/>
              <a:t>工具，实现「词法分析 </a:t>
            </a:r>
            <a:r>
              <a:rPr lang="en-US" altLang="zh-CN" sz="1400" dirty="0"/>
              <a:t>+ </a:t>
            </a:r>
            <a:r>
              <a:rPr lang="zh-CN" altLang="en-US" sz="1400" dirty="0"/>
              <a:t>语法分析」的完整解析，将自定义 </a:t>
            </a:r>
            <a:r>
              <a:rPr lang="en-US" altLang="zh-CN" sz="1400" dirty="0"/>
              <a:t>DSL </a:t>
            </a:r>
            <a:r>
              <a:rPr lang="zh-CN" altLang="en-US" sz="1400" dirty="0"/>
              <a:t>脚本转化为解释器可执行的抽象语法树（</a:t>
            </a:r>
            <a:r>
              <a:rPr lang="en-US" altLang="zh-CN" sz="1400" dirty="0"/>
              <a:t>AST</a:t>
            </a:r>
            <a:r>
              <a:rPr lang="zh-CN" altLang="en-US" sz="1400" dirty="0"/>
              <a:t>）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C6FC7582-773B-8098-0457-FF88A95FECF0}"/>
              </a:ext>
            </a:extLst>
          </p:cNvPr>
          <p:cNvGrpSpPr/>
          <p:nvPr/>
        </p:nvGrpSpPr>
        <p:grpSpPr>
          <a:xfrm>
            <a:off x="2186940" y="5110307"/>
            <a:ext cx="1981835" cy="161214"/>
            <a:chOff x="2186940" y="5110307"/>
            <a:chExt cx="1981835" cy="161214"/>
          </a:xfrm>
        </p:grpSpPr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4078671A-8B1B-659E-EB16-53444513636A}"/>
                </a:ext>
              </a:extLst>
            </p:cNvPr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56EAC655-C6D0-E59F-4509-4E5C5DCC42E7}"/>
                </a:ext>
              </a:extLst>
            </p:cNvPr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6DA1695C-E6AA-AAED-6615-046514BFCE40}"/>
                </a:ext>
              </a:extLst>
            </p:cNvPr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平行四边形 37">
              <a:extLst>
                <a:ext uri="{FF2B5EF4-FFF2-40B4-BE49-F238E27FC236}">
                  <a16:creationId xmlns:a16="http://schemas.microsoft.com/office/drawing/2014/main" id="{334D8A24-3B72-05BF-F882-A1718400C1A9}"/>
                </a:ext>
              </a:extLst>
            </p:cNvPr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平行四边形 38">
              <a:extLst>
                <a:ext uri="{FF2B5EF4-FFF2-40B4-BE49-F238E27FC236}">
                  <a16:creationId xmlns:a16="http://schemas.microsoft.com/office/drawing/2014/main" id="{F3031A5E-3B23-DF53-64FB-89F972512365}"/>
                </a:ext>
              </a:extLst>
            </p:cNvPr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0D775191-9FD8-8C37-075F-9C0DFFCC16C8}"/>
              </a:ext>
            </a:extLst>
          </p:cNvPr>
          <p:cNvGrpSpPr/>
          <p:nvPr/>
        </p:nvGrpSpPr>
        <p:grpSpPr>
          <a:xfrm>
            <a:off x="5479448" y="5109821"/>
            <a:ext cx="1981835" cy="161214"/>
            <a:chOff x="2186940" y="5110307"/>
            <a:chExt cx="1981835" cy="161214"/>
          </a:xfrm>
        </p:grpSpPr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71B1B687-5A12-1961-CEB0-FCB66E09584D}"/>
                </a:ext>
              </a:extLst>
            </p:cNvPr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C7345797-55A2-3824-0707-592FAADB5891}"/>
                </a:ext>
              </a:extLst>
            </p:cNvPr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平行四边形 43">
              <a:extLst>
                <a:ext uri="{FF2B5EF4-FFF2-40B4-BE49-F238E27FC236}">
                  <a16:creationId xmlns:a16="http://schemas.microsoft.com/office/drawing/2014/main" id="{9C1388CF-F3A5-8FCD-2393-519C2B8EA546}"/>
                </a:ext>
              </a:extLst>
            </p:cNvPr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平行四边形 44">
              <a:extLst>
                <a:ext uri="{FF2B5EF4-FFF2-40B4-BE49-F238E27FC236}">
                  <a16:creationId xmlns:a16="http://schemas.microsoft.com/office/drawing/2014/main" id="{F3ADF01B-3C86-6378-5B66-9FFAB2B3C870}"/>
                </a:ext>
              </a:extLst>
            </p:cNvPr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平行四边形 45">
              <a:extLst>
                <a:ext uri="{FF2B5EF4-FFF2-40B4-BE49-F238E27FC236}">
                  <a16:creationId xmlns:a16="http://schemas.microsoft.com/office/drawing/2014/main" id="{1DF4F87E-E6D3-9B13-CD49-38603BE6A347}"/>
                </a:ext>
              </a:extLst>
            </p:cNvPr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54642382-376C-9A66-937A-22EB9649591A}"/>
              </a:ext>
            </a:extLst>
          </p:cNvPr>
          <p:cNvGrpSpPr/>
          <p:nvPr/>
        </p:nvGrpSpPr>
        <p:grpSpPr>
          <a:xfrm>
            <a:off x="8769186" y="5109821"/>
            <a:ext cx="1981835" cy="161214"/>
            <a:chOff x="2186940" y="5110307"/>
            <a:chExt cx="1981835" cy="161214"/>
          </a:xfrm>
        </p:grpSpPr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CD8DEF13-02DE-3A06-B4BC-9378B468B5FE}"/>
                </a:ext>
              </a:extLst>
            </p:cNvPr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B25DB9A8-5087-B2FC-C0A3-580890318137}"/>
                </a:ext>
              </a:extLst>
            </p:cNvPr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平行四边形 49">
              <a:extLst>
                <a:ext uri="{FF2B5EF4-FFF2-40B4-BE49-F238E27FC236}">
                  <a16:creationId xmlns:a16="http://schemas.microsoft.com/office/drawing/2014/main" id="{F89D2DD4-1268-0B0A-B988-E9D7F3398DC2}"/>
                </a:ext>
              </a:extLst>
            </p:cNvPr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平行四边形 50">
              <a:extLst>
                <a:ext uri="{FF2B5EF4-FFF2-40B4-BE49-F238E27FC236}">
                  <a16:creationId xmlns:a16="http://schemas.microsoft.com/office/drawing/2014/main" id="{065CE4B4-313A-D749-8909-4D97DEACB3F7}"/>
                </a:ext>
              </a:extLst>
            </p:cNvPr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平行四边形 51">
              <a:extLst>
                <a:ext uri="{FF2B5EF4-FFF2-40B4-BE49-F238E27FC236}">
                  <a16:creationId xmlns:a16="http://schemas.microsoft.com/office/drawing/2014/main" id="{51B2708B-DAE4-652B-4699-E88DDE673E9C}"/>
                </a:ext>
              </a:extLst>
            </p:cNvPr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A0459FE7-C609-8638-D438-FE700F2300AD}"/>
              </a:ext>
            </a:extLst>
          </p:cNvPr>
          <p:cNvSpPr/>
          <p:nvPr/>
        </p:nvSpPr>
        <p:spPr>
          <a:xfrm>
            <a:off x="8655943" y="3345051"/>
            <a:ext cx="2175933" cy="1845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/>
              <a:t>包含</a:t>
            </a:r>
            <a:r>
              <a:rPr lang="en-US" altLang="zh-CN" sz="1600" dirty="0"/>
              <a:t>main.py</a:t>
            </a:r>
            <a:r>
              <a:rPr lang="zh-CN" altLang="en-US" sz="1600" dirty="0"/>
              <a:t>，</a:t>
            </a:r>
            <a:r>
              <a:rPr lang="en-US" altLang="zh-CN" sz="1600" dirty="0"/>
              <a:t>gui_multi_user.py</a:t>
            </a:r>
            <a:r>
              <a:rPr lang="zh-CN" altLang="en-US" sz="1600" dirty="0"/>
              <a:t>，向最终用户展示交互界面，接收用户自然语言输入并把它交给</a:t>
            </a:r>
            <a:r>
              <a:rPr lang="en-US" altLang="zh-CN" sz="1600" dirty="0"/>
              <a:t>interpreter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2706246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系统总体架构</a:t>
            </a: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2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cxnSp>
        <p:nvCxnSpPr>
          <p:cNvPr id="3" name="直接连接符 2"/>
          <p:cNvCxnSpPr>
            <a:cxnSpLocks/>
          </p:cNvCxnSpPr>
          <p:nvPr/>
        </p:nvCxnSpPr>
        <p:spPr>
          <a:xfrm flipV="1">
            <a:off x="-1562100" y="2383595"/>
            <a:ext cx="13527121" cy="7891"/>
          </a:xfrm>
          <a:prstGeom prst="line">
            <a:avLst/>
          </a:prstGeom>
          <a:ln w="50800">
            <a:solidFill>
              <a:srgbClr val="67666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664797" y="2214606"/>
            <a:ext cx="2175933" cy="1007534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5F0EA"/>
                </a:solidFill>
                <a:ea typeface="微软雅黑" charset="0"/>
              </a:rPr>
              <a:t>Database</a:t>
            </a:r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子系统</a:t>
            </a:r>
          </a:p>
        </p:txBody>
      </p:sp>
      <p:sp>
        <p:nvSpPr>
          <p:cNvPr id="18" name="矩形 17"/>
          <p:cNvSpPr/>
          <p:nvPr/>
        </p:nvSpPr>
        <p:spPr>
          <a:xfrm>
            <a:off x="9346379" y="2232019"/>
            <a:ext cx="2175933" cy="1007534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5F0EA"/>
                </a:solidFill>
                <a:ea typeface="微软雅黑" charset="0"/>
              </a:rPr>
              <a:t>Tests</a:t>
            </a:r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子系统</a:t>
            </a:r>
          </a:p>
        </p:txBody>
      </p:sp>
      <p:sp>
        <p:nvSpPr>
          <p:cNvPr id="19" name="等腰三角形 18"/>
          <p:cNvSpPr/>
          <p:nvPr/>
        </p:nvSpPr>
        <p:spPr>
          <a:xfrm flipH="1">
            <a:off x="848272" y="2201562"/>
            <a:ext cx="142113" cy="182033"/>
          </a:xfrm>
          <a:prstGeom prst="triangle">
            <a:avLst>
              <a:gd name="adj" fmla="val 0"/>
            </a:avLst>
          </a:prstGeom>
          <a:solidFill>
            <a:srgbClr val="3C5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/>
          <p:cNvSpPr/>
          <p:nvPr/>
        </p:nvSpPr>
        <p:spPr>
          <a:xfrm flipH="1">
            <a:off x="6522684" y="2214606"/>
            <a:ext cx="142113" cy="182033"/>
          </a:xfrm>
          <a:prstGeom prst="triangle">
            <a:avLst>
              <a:gd name="adj" fmla="val 0"/>
            </a:avLst>
          </a:prstGeom>
          <a:solidFill>
            <a:srgbClr val="3C5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等腰三角形 21"/>
          <p:cNvSpPr/>
          <p:nvPr/>
        </p:nvSpPr>
        <p:spPr>
          <a:xfrm flipH="1">
            <a:off x="9204266" y="2232019"/>
            <a:ext cx="142113" cy="182033"/>
          </a:xfrm>
          <a:prstGeom prst="triangle">
            <a:avLst>
              <a:gd name="adj" fmla="val 0"/>
            </a:avLst>
          </a:prstGeom>
          <a:solidFill>
            <a:srgbClr val="3C5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664796" y="3365269"/>
            <a:ext cx="2175933" cy="1844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/>
              <a:t>包含</a:t>
            </a:r>
            <a:r>
              <a:rPr lang="en-US" altLang="zh-CN" sz="1600" dirty="0"/>
              <a:t>init_db.py</a:t>
            </a:r>
            <a:r>
              <a:rPr lang="zh-CN" altLang="en-US" sz="1600" dirty="0"/>
              <a:t>，</a:t>
            </a:r>
            <a:r>
              <a:rPr lang="en-US" altLang="zh-CN" sz="1600" dirty="0"/>
              <a:t>SQLite </a:t>
            </a:r>
            <a:r>
              <a:rPr lang="zh-CN" altLang="en-US" sz="1600" dirty="0"/>
              <a:t>数据库用于存放电商场景下的数据（商品、库存、订单等），提供事务接口以支持并发安全</a:t>
            </a:r>
          </a:p>
        </p:txBody>
      </p:sp>
      <p:sp>
        <p:nvSpPr>
          <p:cNvPr id="30" name="矩形 29"/>
          <p:cNvSpPr/>
          <p:nvPr/>
        </p:nvSpPr>
        <p:spPr>
          <a:xfrm>
            <a:off x="9365890" y="3382682"/>
            <a:ext cx="2175933" cy="1884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/>
              <a:t>包含各个单元测试</a:t>
            </a:r>
            <a:r>
              <a:rPr lang="en-US" altLang="zh-CN" sz="1400" dirty="0"/>
              <a:t>test_parser.py</a:t>
            </a:r>
            <a:r>
              <a:rPr lang="zh-CN" altLang="en-US" sz="1400" dirty="0"/>
              <a:t>、</a:t>
            </a:r>
            <a:r>
              <a:rPr lang="en-US" altLang="zh-CN" sz="1400" dirty="0"/>
              <a:t>test_interpreter.py</a:t>
            </a:r>
            <a:r>
              <a:rPr lang="zh-CN" altLang="en-US" sz="1400" dirty="0"/>
              <a:t>、</a:t>
            </a:r>
            <a:r>
              <a:rPr lang="en-US" altLang="zh-CN" sz="1400" dirty="0"/>
              <a:t>test_llm_client_api.py</a:t>
            </a:r>
            <a:r>
              <a:rPr lang="zh-CN" altLang="en-US" sz="1400" dirty="0"/>
              <a:t>等，集成测试</a:t>
            </a:r>
            <a:r>
              <a:rPr lang="en-US" altLang="zh-CN" sz="1400" dirty="0"/>
              <a:t>test_main.py, </a:t>
            </a:r>
          </a:p>
          <a:p>
            <a:pPr algn="just">
              <a:lnSpc>
                <a:spcPct val="120000"/>
              </a:lnSpc>
            </a:pPr>
            <a:r>
              <a:rPr lang="zh-CN" altLang="en-US" sz="1400" dirty="0"/>
              <a:t>并发测试</a:t>
            </a:r>
            <a:endParaRPr lang="en-US" altLang="zh-CN" sz="1400" dirty="0"/>
          </a:p>
          <a:p>
            <a:pPr algn="just">
              <a:lnSpc>
                <a:spcPct val="120000"/>
              </a:lnSpc>
            </a:pPr>
            <a:r>
              <a:rPr lang="en-US" altLang="zh-CN" sz="1400" dirty="0"/>
              <a:t>test_concurrency.py</a:t>
            </a:r>
            <a:endParaRPr lang="zh-CN" altLang="en-US" sz="1400" dirty="0"/>
          </a:p>
        </p:txBody>
      </p:sp>
      <p:grpSp>
        <p:nvGrpSpPr>
          <p:cNvPr id="40" name="组合 39"/>
          <p:cNvGrpSpPr/>
          <p:nvPr/>
        </p:nvGrpSpPr>
        <p:grpSpPr>
          <a:xfrm>
            <a:off x="1084661" y="5102416"/>
            <a:ext cx="1981835" cy="161214"/>
            <a:chOff x="2186940" y="5110307"/>
            <a:chExt cx="1981835" cy="161214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平行四边形 35"/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平行四边形 37"/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平行四边形 38"/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6761844" y="5114974"/>
            <a:ext cx="1981835" cy="161214"/>
            <a:chOff x="2186940" y="5110307"/>
            <a:chExt cx="1981835" cy="161214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平行四边形 43"/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平行四边形 44"/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平行四边形 45"/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9443427" y="5132387"/>
            <a:ext cx="1981835" cy="161214"/>
            <a:chOff x="2186940" y="5110307"/>
            <a:chExt cx="1981835" cy="161214"/>
          </a:xfrm>
        </p:grpSpPr>
        <p:cxnSp>
          <p:nvCxnSpPr>
            <p:cNvPr id="48" name="直接连接符 47"/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平行四边形 49"/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平行四边形 50"/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平行四边形 51"/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C423A324-0DCE-C9F6-1E42-B4C9A6097DD7}"/>
              </a:ext>
            </a:extLst>
          </p:cNvPr>
          <p:cNvSpPr/>
          <p:nvPr/>
        </p:nvSpPr>
        <p:spPr>
          <a:xfrm>
            <a:off x="990384" y="2201562"/>
            <a:ext cx="2175933" cy="1007534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5F0EA"/>
                </a:solidFill>
                <a:ea typeface="微软雅黑" charset="0"/>
              </a:rPr>
              <a:t>Interpreter </a:t>
            </a:r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子系统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45F0DBF-7622-F42D-661E-BE8D87CFABDE}"/>
              </a:ext>
            </a:extLst>
          </p:cNvPr>
          <p:cNvSpPr/>
          <p:nvPr/>
        </p:nvSpPr>
        <p:spPr>
          <a:xfrm>
            <a:off x="990383" y="3352225"/>
            <a:ext cx="2175933" cy="1548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/>
              <a:t>包含</a:t>
            </a:r>
            <a:r>
              <a:rPr lang="en-US" altLang="zh-CN" sz="1600" dirty="0"/>
              <a:t>interpreter.py</a:t>
            </a:r>
            <a:r>
              <a:rPr lang="zh-CN" altLang="en-US" sz="1600" dirty="0"/>
              <a:t>，核心模块，接收</a:t>
            </a:r>
            <a:r>
              <a:rPr lang="en-US" altLang="zh-CN" sz="1600" dirty="0"/>
              <a:t>AST</a:t>
            </a:r>
            <a:r>
              <a:rPr lang="zh-CN" altLang="en-US" sz="1600" dirty="0"/>
              <a:t>，接收用户输入，对每次输入匹配 </a:t>
            </a:r>
            <a:r>
              <a:rPr lang="en-US" altLang="zh-CN" sz="1600" dirty="0"/>
              <a:t>AST </a:t>
            </a:r>
            <a:r>
              <a:rPr lang="zh-CN" altLang="en-US" sz="1600" dirty="0"/>
              <a:t>中的规则并执行响应动作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1218529-5A0F-697D-B0FE-ED8CB060E56B}"/>
              </a:ext>
            </a:extLst>
          </p:cNvPr>
          <p:cNvSpPr/>
          <p:nvPr/>
        </p:nvSpPr>
        <p:spPr>
          <a:xfrm>
            <a:off x="3830820" y="2232019"/>
            <a:ext cx="2175933" cy="1007534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5F0EA"/>
                </a:solidFill>
                <a:ea typeface="微软雅黑" charset="0"/>
              </a:rPr>
              <a:t>LLM Client </a:t>
            </a:r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子系统</a:t>
            </a:r>
          </a:p>
        </p:txBody>
      </p:sp>
      <p:sp>
        <p:nvSpPr>
          <p:cNvPr id="25" name="等腰三角形 24">
            <a:extLst>
              <a:ext uri="{FF2B5EF4-FFF2-40B4-BE49-F238E27FC236}">
                <a16:creationId xmlns:a16="http://schemas.microsoft.com/office/drawing/2014/main" id="{1B0EFF79-39BB-D980-6C7A-13D75C152CF7}"/>
              </a:ext>
            </a:extLst>
          </p:cNvPr>
          <p:cNvSpPr/>
          <p:nvPr/>
        </p:nvSpPr>
        <p:spPr>
          <a:xfrm flipH="1">
            <a:off x="3688707" y="2232019"/>
            <a:ext cx="142113" cy="182033"/>
          </a:xfrm>
          <a:prstGeom prst="triangle">
            <a:avLst>
              <a:gd name="adj" fmla="val 0"/>
            </a:avLst>
          </a:prstGeom>
          <a:solidFill>
            <a:srgbClr val="3C5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99AD313-C6B4-EB66-7816-58C8978A5036}"/>
              </a:ext>
            </a:extLst>
          </p:cNvPr>
          <p:cNvSpPr/>
          <p:nvPr/>
        </p:nvSpPr>
        <p:spPr>
          <a:xfrm>
            <a:off x="3830819" y="3382682"/>
            <a:ext cx="2175933" cy="1844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/>
              <a:t>包含</a:t>
            </a:r>
            <a:r>
              <a:rPr lang="en-US" altLang="zh-CN" sz="1600" dirty="0"/>
              <a:t>llm_client.py</a:t>
            </a:r>
            <a:r>
              <a:rPr lang="zh-CN" altLang="en-US" sz="1600" dirty="0"/>
              <a:t>，封装对外 </a:t>
            </a:r>
            <a:r>
              <a:rPr lang="en-US" altLang="zh-CN" sz="1600" dirty="0"/>
              <a:t>LLM API </a:t>
            </a:r>
            <a:r>
              <a:rPr lang="zh-CN" altLang="en-US" sz="1600" dirty="0"/>
              <a:t>的调用，实现请求</a:t>
            </a:r>
            <a:r>
              <a:rPr lang="en-US" altLang="zh-CN" sz="1600" dirty="0"/>
              <a:t>/</a:t>
            </a:r>
            <a:r>
              <a:rPr lang="zh-CN" altLang="en-US" sz="1600" dirty="0"/>
              <a:t>响应解析（</a:t>
            </a:r>
            <a:r>
              <a:rPr lang="en-US" altLang="zh-CN" sz="1600" dirty="0"/>
              <a:t>intent extraction</a:t>
            </a:r>
            <a:r>
              <a:rPr lang="zh-CN" altLang="en-US" sz="1600" dirty="0"/>
              <a:t>），对用户输入进行意图识别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4E1314E-D367-D573-8E23-065775F0833A}"/>
              </a:ext>
            </a:extLst>
          </p:cNvPr>
          <p:cNvGrpSpPr/>
          <p:nvPr/>
        </p:nvGrpSpPr>
        <p:grpSpPr>
          <a:xfrm>
            <a:off x="3927867" y="5132387"/>
            <a:ext cx="1981835" cy="161214"/>
            <a:chOff x="2186940" y="5110307"/>
            <a:chExt cx="1981835" cy="161214"/>
          </a:xfrm>
        </p:grpSpPr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F34DAB7E-7475-593E-B392-831A2892A4E8}"/>
                </a:ext>
              </a:extLst>
            </p:cNvPr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1F0BAA76-B679-AC0E-F9E8-547F28E78DF2}"/>
                </a:ext>
              </a:extLst>
            </p:cNvPr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平行四边形 33">
              <a:extLst>
                <a:ext uri="{FF2B5EF4-FFF2-40B4-BE49-F238E27FC236}">
                  <a16:creationId xmlns:a16="http://schemas.microsoft.com/office/drawing/2014/main" id="{344DD9EE-2494-D117-095E-564B271F3BE8}"/>
                </a:ext>
              </a:extLst>
            </p:cNvPr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平行四边形 36">
              <a:extLst>
                <a:ext uri="{FF2B5EF4-FFF2-40B4-BE49-F238E27FC236}">
                  <a16:creationId xmlns:a16="http://schemas.microsoft.com/office/drawing/2014/main" id="{8D215B9B-C6EE-0090-755C-50EE8B64AFAB}"/>
                </a:ext>
              </a:extLst>
            </p:cNvPr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平行四边形 52">
              <a:extLst>
                <a:ext uri="{FF2B5EF4-FFF2-40B4-BE49-F238E27FC236}">
                  <a16:creationId xmlns:a16="http://schemas.microsoft.com/office/drawing/2014/main" id="{52A7598A-A087-E0FB-E70A-22BFD4FD6EAF}"/>
                </a:ext>
              </a:extLst>
            </p:cNvPr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939643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系统总体架构</a:t>
            </a: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2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sp>
        <p:nvSpPr>
          <p:cNvPr id="10" name="菱形 9"/>
          <p:cNvSpPr/>
          <p:nvPr/>
        </p:nvSpPr>
        <p:spPr>
          <a:xfrm>
            <a:off x="3271943" y="719666"/>
            <a:ext cx="5648114" cy="5648114"/>
          </a:xfrm>
          <a:prstGeom prst="diamon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69CB7-1945-37E3-B0E3-881419ABE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72" y="1076386"/>
            <a:ext cx="11369761" cy="479101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70CAC06-CE62-551A-2346-6C00D46BE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03" y="1322418"/>
            <a:ext cx="3740150" cy="214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9519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3683902" y="345797"/>
            <a:ext cx="4820918" cy="4822970"/>
            <a:chOff x="4170953" y="833056"/>
            <a:chExt cx="3846813" cy="3848451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170953" y="833056"/>
              <a:ext cx="3846813" cy="3848451"/>
              <a:chOff x="4170953" y="833056"/>
              <a:chExt cx="3846813" cy="384845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273247" y="926495"/>
                <a:ext cx="3645505" cy="3645505"/>
                <a:chOff x="3651549" y="975481"/>
                <a:chExt cx="2929467" cy="2929467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3651549" y="975481"/>
                  <a:ext cx="2929467" cy="2929467"/>
                </a:xfrm>
                <a:prstGeom prst="ellipse">
                  <a:avLst/>
                </a:prstGeom>
                <a:solidFill>
                  <a:srgbClr val="F5F0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856282" y="1186757"/>
                  <a:ext cx="2520000" cy="2519829"/>
                </a:xfrm>
                <a:prstGeom prst="ellipse">
                  <a:avLst/>
                </a:prstGeom>
                <a:solidFill>
                  <a:srgbClr val="79A5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 rot="-5400000" flipH="1">
                <a:off x="4224639" y="255943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4976471" flipH="1">
                <a:off x="4237730" y="234718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4552941" flipH="1">
                <a:off x="4276806" y="21381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4129412" flipH="1">
                <a:off x="4341273" y="193550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705882" flipH="1">
                <a:off x="4430155" y="174231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3282353" flipH="1">
                <a:off x="4542104" y="156150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58823" flipH="1">
                <a:off x="4675423" y="139583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435294" flipH="1">
                <a:off x="4828091" y="124779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011765" flipH="1">
                <a:off x="4997794" y="111963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588235" flipH="1">
                <a:off x="5181960" y="101331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164706" flipH="1">
                <a:off x="5377796" y="93042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741177" flipH="1">
                <a:off x="5582334" y="8722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317647" flipH="1">
                <a:off x="5792473" y="83960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5883" flipH="1">
                <a:off x="6005028" y="83305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29412" flipH="1">
                <a:off x="6216777" y="85267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952941" flipH="1">
                <a:off x="6424510" y="8981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376471" flipH="1">
                <a:off x="6625077" y="9688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1800000" flipH="1">
                <a:off x="6815439" y="10636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223529" flipH="1">
                <a:off x="6992710" y="11811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647059" flipH="1">
                <a:off x="7154201" y="13194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3070588" flipH="1">
                <a:off x="7297467" y="147661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3494117" flipH="1">
                <a:off x="7420334" y="165018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3917647" flipH="1">
                <a:off x="7520940" y="18375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41176" flipH="1">
                <a:off x="7597760" y="203583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4764706" flipH="1">
                <a:off x="7649630" y="22420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188236" flipH="1">
                <a:off x="7675763" y="24531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611765" flipH="1">
                <a:off x="7675763" y="26657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6035294" flipH="1">
                <a:off x="7649630" y="28768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6458824" flipH="1">
                <a:off x="7597760" y="308304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6882353" flipH="1">
                <a:off x="7520940" y="32813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7305883" flipH="1">
                <a:off x="7420334" y="346869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7729412" flipH="1">
                <a:off x="7297467" y="36422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8152941" flipH="1">
                <a:off x="7154201" y="379941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8576471" flipH="1">
                <a:off x="6992710" y="39377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9000000" flipH="1">
                <a:off x="6815439" y="40552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9423529" flipH="1">
                <a:off x="6625077" y="41500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9847059" flipH="1">
                <a:off x="6424509" y="42207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270589" flipH="1">
                <a:off x="6216777" y="426619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0694117" flipH="1">
                <a:off x="6005028" y="428581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1117648" flipH="1">
                <a:off x="5792473" y="42792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1541176" flipH="1">
                <a:off x="5582334" y="42466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1964706" flipH="1">
                <a:off x="5377796" y="418845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2388235" flipH="1">
                <a:off x="5181960" y="410556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12811765" flipH="1">
                <a:off x="4997794" y="399923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3235294" flipH="1">
                <a:off x="4828092" y="387108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13658824" flipH="1">
                <a:off x="4675423" y="372304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14082352" flipH="1">
                <a:off x="4542104" y="35573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4505883" flipH="1">
                <a:off x="4430155" y="337656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4929413" flipH="1">
                <a:off x="4341273" y="318337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5352941" flipH="1">
                <a:off x="4276806" y="29807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5776472" flipH="1">
                <a:off x="4237730" y="277168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>
              <a:off x="5093797" y="2186051"/>
              <a:ext cx="1999050" cy="158900"/>
              <a:chOff x="5010088" y="1993966"/>
              <a:chExt cx="1999050" cy="158900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5010088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109586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椭圆 135"/>
              <p:cNvSpPr/>
              <p:nvPr/>
            </p:nvSpPr>
            <p:spPr>
              <a:xfrm>
                <a:off x="5932484" y="1993966"/>
                <a:ext cx="158900" cy="158900"/>
              </a:xfrm>
              <a:prstGeom prst="ellipse">
                <a:avLst/>
              </a:prstGeom>
              <a:noFill/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5282883" y="1616208"/>
              <a:ext cx="1620880" cy="5157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defTabSz="914400"/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第三部分</a:t>
              </a: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361928" y="2396875"/>
              <a:ext cx="3462789" cy="5157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rgbClr val="F5F0EA"/>
                  </a:solidFill>
                </a:rPr>
                <a:t>『</a:t>
              </a:r>
              <a:r>
                <a:rPr lang="zh-CN" altLang="en-US" sz="3600" b="1" dirty="0">
                  <a:solidFill>
                    <a:srgbClr val="F5F0EA"/>
                  </a:solidFill>
                </a:rPr>
                <a:t>重要设计与实现</a:t>
              </a:r>
              <a:r>
                <a:rPr lang="en-US" altLang="zh-CN" sz="3600" b="1" dirty="0">
                  <a:solidFill>
                    <a:srgbClr val="F5F0EA"/>
                  </a:solidFill>
                </a:rPr>
                <a:t>』</a:t>
              </a:r>
            </a:p>
          </p:txBody>
        </p:sp>
        <p:grpSp>
          <p:nvGrpSpPr>
            <p:cNvPr id="140" name="Group 67"/>
            <p:cNvGrpSpPr>
              <a:grpSpLocks noChangeAspect="1"/>
            </p:cNvGrpSpPr>
            <p:nvPr/>
          </p:nvGrpSpPr>
          <p:grpSpPr bwMode="auto">
            <a:xfrm>
              <a:off x="5486103" y="3161047"/>
              <a:ext cx="1214438" cy="898525"/>
              <a:chOff x="6149" y="2123"/>
              <a:chExt cx="765" cy="566"/>
            </a:xfrm>
            <a:solidFill>
              <a:srgbClr val="F5F0EA"/>
            </a:solidFill>
          </p:grpSpPr>
          <p:sp>
            <p:nvSpPr>
              <p:cNvPr id="141" name="Freeform 68"/>
              <p:cNvSpPr>
                <a:spLocks/>
              </p:cNvSpPr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" name="Freeform 69"/>
              <p:cNvSpPr>
                <a:spLocks/>
              </p:cNvSpPr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" name="Freeform 70"/>
              <p:cNvSpPr>
                <a:spLocks/>
              </p:cNvSpPr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58412313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20708-D743-D046-0704-229155204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93CC61B-F5E0-4E9C-BF03-748418CC2482}"/>
              </a:ext>
            </a:extLst>
          </p:cNvPr>
          <p:cNvSpPr/>
          <p:nvPr/>
        </p:nvSpPr>
        <p:spPr>
          <a:xfrm>
            <a:off x="1171418" y="184665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重要设计与实现</a:t>
            </a:r>
          </a:p>
        </p:txBody>
      </p:sp>
      <p:sp>
        <p:nvSpPr>
          <p:cNvPr id="6" name="五边形 5">
            <a:extLst>
              <a:ext uri="{FF2B5EF4-FFF2-40B4-BE49-F238E27FC236}">
                <a16:creationId xmlns:a16="http://schemas.microsoft.com/office/drawing/2014/main" id="{E0935DC1-045A-AB9D-3B5B-9E584A3009D3}"/>
              </a:ext>
            </a:extLst>
          </p:cNvPr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FCD0240-42F9-C602-40EC-99A5D6019088}"/>
              </a:ext>
            </a:extLst>
          </p:cNvPr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3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grpSp>
        <p:nvGrpSpPr>
          <p:cNvPr id="20" name="Group 11">
            <a:extLst>
              <a:ext uri="{FF2B5EF4-FFF2-40B4-BE49-F238E27FC236}">
                <a16:creationId xmlns:a16="http://schemas.microsoft.com/office/drawing/2014/main" id="{3253F08F-E8A7-0A4F-E48B-3EC15A3F7C7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06333" y="3436262"/>
            <a:ext cx="1199546" cy="851678"/>
            <a:chOff x="1407" y="1098"/>
            <a:chExt cx="800" cy="568"/>
          </a:xfrm>
          <a:solidFill>
            <a:srgbClr val="F5F0EA"/>
          </a:solidFill>
        </p:grpSpPr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19FEF0AE-2C23-14D3-B50E-D7EFCAAD5A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676ED79B-E129-F204-9C2F-1ADBB3B6EA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D1F52FF6-FB3D-1245-EB42-F3F8DC77B5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ACFC1430-1BD3-E08B-C013-C3B37BDF0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EB95EC0A-4F9C-BFD9-5A5D-434C7C0B8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6911D961-571D-AAA0-C825-954BF2661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BC0765B0-DB35-1DCB-5D85-179B4820F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097CF86D-8F31-5D01-6E6D-8DDC130A4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9" name="Group 32">
            <a:extLst>
              <a:ext uri="{FF2B5EF4-FFF2-40B4-BE49-F238E27FC236}">
                <a16:creationId xmlns:a16="http://schemas.microsoft.com/office/drawing/2014/main" id="{9527EF26-AD0C-F0F4-E364-68F83C0ECBF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99189" y="4313813"/>
            <a:ext cx="1199543" cy="851677"/>
            <a:chOff x="4354" y="1098"/>
            <a:chExt cx="800" cy="568"/>
          </a:xfrm>
          <a:solidFill>
            <a:srgbClr val="F5F0EA"/>
          </a:solidFill>
        </p:grpSpPr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609A9203-6522-6EB0-1943-F818E61097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1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7CDE20B0-C3CD-B24F-C118-0C986D6636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7A052BC6-5BC2-97FD-C779-AE61A85D87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11AB8BF4-0C33-22CF-1518-80E8F8915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C5B08A75-6096-DB29-DB56-B80F22D94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D914CA85-6B89-4988-E86B-25425D7D2C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6" name="Group 121">
            <a:extLst>
              <a:ext uri="{FF2B5EF4-FFF2-40B4-BE49-F238E27FC236}">
                <a16:creationId xmlns:a16="http://schemas.microsoft.com/office/drawing/2014/main" id="{75337674-2F97-7CBE-9485-67429869057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85396" y="4318351"/>
            <a:ext cx="997122" cy="848678"/>
            <a:chOff x="515" y="3088"/>
            <a:chExt cx="665" cy="566"/>
          </a:xfrm>
          <a:solidFill>
            <a:srgbClr val="F5F0EA"/>
          </a:solidFill>
        </p:grpSpPr>
        <p:sp>
          <p:nvSpPr>
            <p:cNvPr id="37" name="Freeform 122">
              <a:extLst>
                <a:ext uri="{FF2B5EF4-FFF2-40B4-BE49-F238E27FC236}">
                  <a16:creationId xmlns:a16="http://schemas.microsoft.com/office/drawing/2014/main" id="{19D7C656-939A-8CD6-89D7-1E3474594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" y="3550"/>
              <a:ext cx="283" cy="104"/>
            </a:xfrm>
            <a:custGeom>
              <a:avLst/>
              <a:gdLst>
                <a:gd name="T0" fmla="*/ 269 w 340"/>
                <a:gd name="T1" fmla="*/ 71 h 125"/>
                <a:gd name="T2" fmla="*/ 269 w 340"/>
                <a:gd name="T3" fmla="*/ 12 h 125"/>
                <a:gd name="T4" fmla="*/ 266 w 340"/>
                <a:gd name="T5" fmla="*/ 3 h 125"/>
                <a:gd name="T6" fmla="*/ 257 w 340"/>
                <a:gd name="T7" fmla="*/ 0 h 125"/>
                <a:gd name="T8" fmla="*/ 83 w 340"/>
                <a:gd name="T9" fmla="*/ 0 h 125"/>
                <a:gd name="T10" fmla="*/ 74 w 340"/>
                <a:gd name="T11" fmla="*/ 3 h 125"/>
                <a:gd name="T12" fmla="*/ 71 w 340"/>
                <a:gd name="T13" fmla="*/ 12 h 125"/>
                <a:gd name="T14" fmla="*/ 71 w 340"/>
                <a:gd name="T15" fmla="*/ 71 h 125"/>
                <a:gd name="T16" fmla="*/ 2 w 340"/>
                <a:gd name="T17" fmla="*/ 108 h 125"/>
                <a:gd name="T18" fmla="*/ 1 w 340"/>
                <a:gd name="T19" fmla="*/ 110 h 125"/>
                <a:gd name="T20" fmla="*/ 0 w 340"/>
                <a:gd name="T21" fmla="*/ 112 h 125"/>
                <a:gd name="T22" fmla="*/ 0 w 340"/>
                <a:gd name="T23" fmla="*/ 120 h 125"/>
                <a:gd name="T24" fmla="*/ 1 w 340"/>
                <a:gd name="T25" fmla="*/ 124 h 125"/>
                <a:gd name="T26" fmla="*/ 5 w 340"/>
                <a:gd name="T27" fmla="*/ 125 h 125"/>
                <a:gd name="T28" fmla="*/ 335 w 340"/>
                <a:gd name="T29" fmla="*/ 125 h 125"/>
                <a:gd name="T30" fmla="*/ 339 w 340"/>
                <a:gd name="T31" fmla="*/ 124 h 125"/>
                <a:gd name="T32" fmla="*/ 340 w 340"/>
                <a:gd name="T33" fmla="*/ 120 h 125"/>
                <a:gd name="T34" fmla="*/ 340 w 340"/>
                <a:gd name="T35" fmla="*/ 112 h 125"/>
                <a:gd name="T36" fmla="*/ 339 w 340"/>
                <a:gd name="T37" fmla="*/ 110 h 125"/>
                <a:gd name="T38" fmla="*/ 338 w 340"/>
                <a:gd name="T39" fmla="*/ 108 h 125"/>
                <a:gd name="T40" fmla="*/ 269 w 340"/>
                <a:gd name="T41" fmla="*/ 7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125">
                  <a:moveTo>
                    <a:pt x="269" y="71"/>
                  </a:moveTo>
                  <a:cubicBezTo>
                    <a:pt x="269" y="12"/>
                    <a:pt x="269" y="12"/>
                    <a:pt x="269" y="12"/>
                  </a:cubicBezTo>
                  <a:cubicBezTo>
                    <a:pt x="269" y="9"/>
                    <a:pt x="268" y="6"/>
                    <a:pt x="266" y="3"/>
                  </a:cubicBezTo>
                  <a:cubicBezTo>
                    <a:pt x="263" y="1"/>
                    <a:pt x="260" y="0"/>
                    <a:pt x="25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0" y="0"/>
                    <a:pt x="77" y="1"/>
                    <a:pt x="74" y="3"/>
                  </a:cubicBezTo>
                  <a:cubicBezTo>
                    <a:pt x="72" y="6"/>
                    <a:pt x="71" y="9"/>
                    <a:pt x="71" y="12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2" y="108"/>
                    <a:pt x="2" y="108"/>
                    <a:pt x="2" y="108"/>
                  </a:cubicBezTo>
                  <a:cubicBezTo>
                    <a:pt x="2" y="109"/>
                    <a:pt x="1" y="109"/>
                    <a:pt x="1" y="110"/>
                  </a:cubicBezTo>
                  <a:cubicBezTo>
                    <a:pt x="0" y="111"/>
                    <a:pt x="0" y="111"/>
                    <a:pt x="0" y="112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2"/>
                    <a:pt x="1" y="123"/>
                    <a:pt x="1" y="124"/>
                  </a:cubicBezTo>
                  <a:cubicBezTo>
                    <a:pt x="2" y="124"/>
                    <a:pt x="3" y="125"/>
                    <a:pt x="5" y="125"/>
                  </a:cubicBezTo>
                  <a:cubicBezTo>
                    <a:pt x="335" y="125"/>
                    <a:pt x="335" y="125"/>
                    <a:pt x="335" y="125"/>
                  </a:cubicBezTo>
                  <a:cubicBezTo>
                    <a:pt x="337" y="125"/>
                    <a:pt x="338" y="124"/>
                    <a:pt x="339" y="124"/>
                  </a:cubicBezTo>
                  <a:cubicBezTo>
                    <a:pt x="339" y="123"/>
                    <a:pt x="340" y="122"/>
                    <a:pt x="340" y="120"/>
                  </a:cubicBezTo>
                  <a:cubicBezTo>
                    <a:pt x="340" y="112"/>
                    <a:pt x="340" y="112"/>
                    <a:pt x="340" y="112"/>
                  </a:cubicBezTo>
                  <a:cubicBezTo>
                    <a:pt x="340" y="111"/>
                    <a:pt x="340" y="111"/>
                    <a:pt x="339" y="110"/>
                  </a:cubicBezTo>
                  <a:cubicBezTo>
                    <a:pt x="339" y="109"/>
                    <a:pt x="338" y="109"/>
                    <a:pt x="338" y="108"/>
                  </a:cubicBezTo>
                  <a:lnTo>
                    <a:pt x="26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123">
              <a:extLst>
                <a:ext uri="{FF2B5EF4-FFF2-40B4-BE49-F238E27FC236}">
                  <a16:creationId xmlns:a16="http://schemas.microsoft.com/office/drawing/2014/main" id="{77FA5B4B-DC02-4931-A324-3FE78AEBE6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5" y="3088"/>
              <a:ext cx="665" cy="449"/>
            </a:xfrm>
            <a:custGeom>
              <a:avLst/>
              <a:gdLst>
                <a:gd name="T0" fmla="*/ 791 w 800"/>
                <a:gd name="T1" fmla="*/ 9 h 539"/>
                <a:gd name="T2" fmla="*/ 770 w 800"/>
                <a:gd name="T3" fmla="*/ 0 h 539"/>
                <a:gd name="T4" fmla="*/ 30 w 800"/>
                <a:gd name="T5" fmla="*/ 0 h 539"/>
                <a:gd name="T6" fmla="*/ 9 w 800"/>
                <a:gd name="T7" fmla="*/ 9 h 539"/>
                <a:gd name="T8" fmla="*/ 0 w 800"/>
                <a:gd name="T9" fmla="*/ 30 h 539"/>
                <a:gd name="T10" fmla="*/ 0 w 800"/>
                <a:gd name="T11" fmla="*/ 509 h 539"/>
                <a:gd name="T12" fmla="*/ 9 w 800"/>
                <a:gd name="T13" fmla="*/ 530 h 539"/>
                <a:gd name="T14" fmla="*/ 30 w 800"/>
                <a:gd name="T15" fmla="*/ 539 h 539"/>
                <a:gd name="T16" fmla="*/ 770 w 800"/>
                <a:gd name="T17" fmla="*/ 539 h 539"/>
                <a:gd name="T18" fmla="*/ 791 w 800"/>
                <a:gd name="T19" fmla="*/ 530 h 539"/>
                <a:gd name="T20" fmla="*/ 800 w 800"/>
                <a:gd name="T21" fmla="*/ 509 h 539"/>
                <a:gd name="T22" fmla="*/ 800 w 800"/>
                <a:gd name="T23" fmla="*/ 30 h 539"/>
                <a:gd name="T24" fmla="*/ 791 w 800"/>
                <a:gd name="T25" fmla="*/ 9 h 539"/>
                <a:gd name="T26" fmla="*/ 400 w 800"/>
                <a:gd name="T27" fmla="*/ 526 h 539"/>
                <a:gd name="T28" fmla="*/ 387 w 800"/>
                <a:gd name="T29" fmla="*/ 513 h 539"/>
                <a:gd name="T30" fmla="*/ 400 w 800"/>
                <a:gd name="T31" fmla="*/ 500 h 539"/>
                <a:gd name="T32" fmla="*/ 413 w 800"/>
                <a:gd name="T33" fmla="*/ 513 h 539"/>
                <a:gd name="T34" fmla="*/ 400 w 800"/>
                <a:gd name="T35" fmla="*/ 526 h 539"/>
                <a:gd name="T36" fmla="*/ 748 w 800"/>
                <a:gd name="T37" fmla="*/ 487 h 539"/>
                <a:gd name="T38" fmla="*/ 52 w 800"/>
                <a:gd name="T39" fmla="*/ 487 h 539"/>
                <a:gd name="T40" fmla="*/ 52 w 800"/>
                <a:gd name="T41" fmla="*/ 52 h 539"/>
                <a:gd name="T42" fmla="*/ 748 w 800"/>
                <a:gd name="T43" fmla="*/ 52 h 539"/>
                <a:gd name="T44" fmla="*/ 748 w 800"/>
                <a:gd name="T45" fmla="*/ 487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0" h="539">
                  <a:moveTo>
                    <a:pt x="791" y="9"/>
                  </a:moveTo>
                  <a:cubicBezTo>
                    <a:pt x="785" y="3"/>
                    <a:pt x="778" y="0"/>
                    <a:pt x="77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0"/>
                    <a:pt x="15" y="3"/>
                    <a:pt x="9" y="9"/>
                  </a:cubicBezTo>
                  <a:cubicBezTo>
                    <a:pt x="3" y="15"/>
                    <a:pt x="0" y="23"/>
                    <a:pt x="0" y="30"/>
                  </a:cubicBezTo>
                  <a:cubicBezTo>
                    <a:pt x="0" y="509"/>
                    <a:pt x="0" y="509"/>
                    <a:pt x="0" y="509"/>
                  </a:cubicBezTo>
                  <a:cubicBezTo>
                    <a:pt x="0" y="517"/>
                    <a:pt x="3" y="525"/>
                    <a:pt x="9" y="530"/>
                  </a:cubicBezTo>
                  <a:cubicBezTo>
                    <a:pt x="15" y="536"/>
                    <a:pt x="22" y="539"/>
                    <a:pt x="30" y="539"/>
                  </a:cubicBezTo>
                  <a:cubicBezTo>
                    <a:pt x="770" y="539"/>
                    <a:pt x="770" y="539"/>
                    <a:pt x="770" y="539"/>
                  </a:cubicBezTo>
                  <a:cubicBezTo>
                    <a:pt x="778" y="539"/>
                    <a:pt x="785" y="536"/>
                    <a:pt x="791" y="530"/>
                  </a:cubicBezTo>
                  <a:cubicBezTo>
                    <a:pt x="797" y="525"/>
                    <a:pt x="800" y="517"/>
                    <a:pt x="800" y="509"/>
                  </a:cubicBezTo>
                  <a:cubicBezTo>
                    <a:pt x="800" y="30"/>
                    <a:pt x="800" y="30"/>
                    <a:pt x="800" y="30"/>
                  </a:cubicBezTo>
                  <a:cubicBezTo>
                    <a:pt x="800" y="23"/>
                    <a:pt x="797" y="15"/>
                    <a:pt x="791" y="9"/>
                  </a:cubicBezTo>
                  <a:close/>
                  <a:moveTo>
                    <a:pt x="400" y="526"/>
                  </a:moveTo>
                  <a:cubicBezTo>
                    <a:pt x="393" y="526"/>
                    <a:pt x="387" y="521"/>
                    <a:pt x="387" y="513"/>
                  </a:cubicBezTo>
                  <a:cubicBezTo>
                    <a:pt x="387" y="506"/>
                    <a:pt x="393" y="500"/>
                    <a:pt x="400" y="500"/>
                  </a:cubicBezTo>
                  <a:cubicBezTo>
                    <a:pt x="407" y="500"/>
                    <a:pt x="413" y="506"/>
                    <a:pt x="413" y="513"/>
                  </a:cubicBezTo>
                  <a:cubicBezTo>
                    <a:pt x="413" y="521"/>
                    <a:pt x="407" y="526"/>
                    <a:pt x="400" y="526"/>
                  </a:cubicBezTo>
                  <a:close/>
                  <a:moveTo>
                    <a:pt x="748" y="487"/>
                  </a:moveTo>
                  <a:cubicBezTo>
                    <a:pt x="52" y="487"/>
                    <a:pt x="52" y="487"/>
                    <a:pt x="52" y="487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748" y="52"/>
                    <a:pt x="748" y="52"/>
                    <a:pt x="748" y="52"/>
                  </a:cubicBezTo>
                  <a:lnTo>
                    <a:pt x="748" y="4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124">
              <a:extLst>
                <a:ext uri="{FF2B5EF4-FFF2-40B4-BE49-F238E27FC236}">
                  <a16:creationId xmlns:a16="http://schemas.microsoft.com/office/drawing/2014/main" id="{5E140FC2-B7F2-E72D-C775-32D01D546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" y="3459"/>
              <a:ext cx="56" cy="9"/>
            </a:xfrm>
            <a:custGeom>
              <a:avLst/>
              <a:gdLst>
                <a:gd name="T0" fmla="*/ 6 w 67"/>
                <a:gd name="T1" fmla="*/ 0 h 11"/>
                <a:gd name="T2" fmla="*/ 2 w 67"/>
                <a:gd name="T3" fmla="*/ 2 h 11"/>
                <a:gd name="T4" fmla="*/ 0 w 67"/>
                <a:gd name="T5" fmla="*/ 6 h 11"/>
                <a:gd name="T6" fmla="*/ 0 w 67"/>
                <a:gd name="T7" fmla="*/ 11 h 11"/>
                <a:gd name="T8" fmla="*/ 67 w 67"/>
                <a:gd name="T9" fmla="*/ 11 h 11"/>
                <a:gd name="T10" fmla="*/ 67 w 67"/>
                <a:gd name="T11" fmla="*/ 6 h 11"/>
                <a:gd name="T12" fmla="*/ 65 w 67"/>
                <a:gd name="T13" fmla="*/ 2 h 11"/>
                <a:gd name="T14" fmla="*/ 61 w 67"/>
                <a:gd name="T15" fmla="*/ 0 h 11"/>
                <a:gd name="T16" fmla="*/ 6 w 6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1">
                  <a:moveTo>
                    <a:pt x="6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1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125">
              <a:extLst>
                <a:ext uri="{FF2B5EF4-FFF2-40B4-BE49-F238E27FC236}">
                  <a16:creationId xmlns:a16="http://schemas.microsoft.com/office/drawing/2014/main" id="{6C5A967D-0B9C-25DB-4C4B-3EB6D6919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" y="3395"/>
              <a:ext cx="55" cy="73"/>
            </a:xfrm>
            <a:custGeom>
              <a:avLst/>
              <a:gdLst>
                <a:gd name="T0" fmla="*/ 6 w 67"/>
                <a:gd name="T1" fmla="*/ 0 h 88"/>
                <a:gd name="T2" fmla="*/ 2 w 67"/>
                <a:gd name="T3" fmla="*/ 1 h 88"/>
                <a:gd name="T4" fmla="*/ 0 w 67"/>
                <a:gd name="T5" fmla="*/ 6 h 88"/>
                <a:gd name="T6" fmla="*/ 0 w 67"/>
                <a:gd name="T7" fmla="*/ 88 h 88"/>
                <a:gd name="T8" fmla="*/ 67 w 67"/>
                <a:gd name="T9" fmla="*/ 88 h 88"/>
                <a:gd name="T10" fmla="*/ 67 w 67"/>
                <a:gd name="T11" fmla="*/ 6 h 88"/>
                <a:gd name="T12" fmla="*/ 65 w 67"/>
                <a:gd name="T13" fmla="*/ 1 h 88"/>
                <a:gd name="T14" fmla="*/ 61 w 67"/>
                <a:gd name="T15" fmla="*/ 0 h 88"/>
                <a:gd name="T16" fmla="*/ 6 w 67"/>
                <a:gd name="T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88">
                  <a:moveTo>
                    <a:pt x="6" y="0"/>
                  </a:moveTo>
                  <a:cubicBezTo>
                    <a:pt x="4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126">
              <a:extLst>
                <a:ext uri="{FF2B5EF4-FFF2-40B4-BE49-F238E27FC236}">
                  <a16:creationId xmlns:a16="http://schemas.microsoft.com/office/drawing/2014/main" id="{682E61BA-738F-762A-626B-49BA25E1E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" y="3368"/>
              <a:ext cx="55" cy="100"/>
            </a:xfrm>
            <a:custGeom>
              <a:avLst/>
              <a:gdLst>
                <a:gd name="T0" fmla="*/ 6 w 67"/>
                <a:gd name="T1" fmla="*/ 0 h 120"/>
                <a:gd name="T2" fmla="*/ 2 w 67"/>
                <a:gd name="T3" fmla="*/ 2 h 120"/>
                <a:gd name="T4" fmla="*/ 0 w 67"/>
                <a:gd name="T5" fmla="*/ 6 h 120"/>
                <a:gd name="T6" fmla="*/ 0 w 67"/>
                <a:gd name="T7" fmla="*/ 120 h 120"/>
                <a:gd name="T8" fmla="*/ 67 w 67"/>
                <a:gd name="T9" fmla="*/ 120 h 120"/>
                <a:gd name="T10" fmla="*/ 67 w 67"/>
                <a:gd name="T11" fmla="*/ 6 h 120"/>
                <a:gd name="T12" fmla="*/ 65 w 67"/>
                <a:gd name="T13" fmla="*/ 2 h 120"/>
                <a:gd name="T14" fmla="*/ 61 w 67"/>
                <a:gd name="T15" fmla="*/ 0 h 120"/>
                <a:gd name="T16" fmla="*/ 6 w 67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20">
                  <a:moveTo>
                    <a:pt x="6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127">
              <a:extLst>
                <a:ext uri="{FF2B5EF4-FFF2-40B4-BE49-F238E27FC236}">
                  <a16:creationId xmlns:a16="http://schemas.microsoft.com/office/drawing/2014/main" id="{FFA2E4BC-D4CE-9989-B4AA-0EE27B047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1" y="3379"/>
              <a:ext cx="56" cy="89"/>
            </a:xfrm>
            <a:custGeom>
              <a:avLst/>
              <a:gdLst>
                <a:gd name="T0" fmla="*/ 6 w 67"/>
                <a:gd name="T1" fmla="*/ 0 h 107"/>
                <a:gd name="T2" fmla="*/ 2 w 67"/>
                <a:gd name="T3" fmla="*/ 2 h 107"/>
                <a:gd name="T4" fmla="*/ 0 w 67"/>
                <a:gd name="T5" fmla="*/ 6 h 107"/>
                <a:gd name="T6" fmla="*/ 0 w 67"/>
                <a:gd name="T7" fmla="*/ 107 h 107"/>
                <a:gd name="T8" fmla="*/ 67 w 67"/>
                <a:gd name="T9" fmla="*/ 107 h 107"/>
                <a:gd name="T10" fmla="*/ 67 w 67"/>
                <a:gd name="T11" fmla="*/ 6 h 107"/>
                <a:gd name="T12" fmla="*/ 65 w 67"/>
                <a:gd name="T13" fmla="*/ 2 h 107"/>
                <a:gd name="T14" fmla="*/ 61 w 67"/>
                <a:gd name="T15" fmla="*/ 0 h 107"/>
                <a:gd name="T16" fmla="*/ 6 w 67"/>
                <a:gd name="T1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07">
                  <a:moveTo>
                    <a:pt x="6" y="0"/>
                  </a:move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128">
              <a:extLst>
                <a:ext uri="{FF2B5EF4-FFF2-40B4-BE49-F238E27FC236}">
                  <a16:creationId xmlns:a16="http://schemas.microsoft.com/office/drawing/2014/main" id="{AAFC30C2-8D52-704D-09E0-62C814481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" y="3337"/>
              <a:ext cx="56" cy="131"/>
            </a:xfrm>
            <a:custGeom>
              <a:avLst/>
              <a:gdLst>
                <a:gd name="T0" fmla="*/ 6 w 67"/>
                <a:gd name="T1" fmla="*/ 0 h 158"/>
                <a:gd name="T2" fmla="*/ 2 w 67"/>
                <a:gd name="T3" fmla="*/ 1 h 158"/>
                <a:gd name="T4" fmla="*/ 0 w 67"/>
                <a:gd name="T5" fmla="*/ 6 h 158"/>
                <a:gd name="T6" fmla="*/ 0 w 67"/>
                <a:gd name="T7" fmla="*/ 158 h 158"/>
                <a:gd name="T8" fmla="*/ 67 w 67"/>
                <a:gd name="T9" fmla="*/ 158 h 158"/>
                <a:gd name="T10" fmla="*/ 67 w 67"/>
                <a:gd name="T11" fmla="*/ 6 h 158"/>
                <a:gd name="T12" fmla="*/ 65 w 67"/>
                <a:gd name="T13" fmla="*/ 1 h 158"/>
                <a:gd name="T14" fmla="*/ 61 w 67"/>
                <a:gd name="T15" fmla="*/ 0 h 158"/>
                <a:gd name="T16" fmla="*/ 6 w 67"/>
                <a:gd name="T1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5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129">
              <a:extLst>
                <a:ext uri="{FF2B5EF4-FFF2-40B4-BE49-F238E27FC236}">
                  <a16:creationId xmlns:a16="http://schemas.microsoft.com/office/drawing/2014/main" id="{7720CAEB-EEB1-E033-C8C8-68A8FCE98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" y="3284"/>
              <a:ext cx="56" cy="184"/>
            </a:xfrm>
            <a:custGeom>
              <a:avLst/>
              <a:gdLst>
                <a:gd name="T0" fmla="*/ 6 w 67"/>
                <a:gd name="T1" fmla="*/ 0 h 222"/>
                <a:gd name="T2" fmla="*/ 2 w 67"/>
                <a:gd name="T3" fmla="*/ 1 h 222"/>
                <a:gd name="T4" fmla="*/ 0 w 67"/>
                <a:gd name="T5" fmla="*/ 6 h 222"/>
                <a:gd name="T6" fmla="*/ 0 w 67"/>
                <a:gd name="T7" fmla="*/ 222 h 222"/>
                <a:gd name="T8" fmla="*/ 67 w 67"/>
                <a:gd name="T9" fmla="*/ 222 h 222"/>
                <a:gd name="T10" fmla="*/ 67 w 67"/>
                <a:gd name="T11" fmla="*/ 6 h 222"/>
                <a:gd name="T12" fmla="*/ 65 w 67"/>
                <a:gd name="T13" fmla="*/ 1 h 222"/>
                <a:gd name="T14" fmla="*/ 61 w 67"/>
                <a:gd name="T15" fmla="*/ 0 h 222"/>
                <a:gd name="T16" fmla="*/ 6 w 67"/>
                <a:gd name="T1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22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1" y="3"/>
                    <a:pt x="0" y="4"/>
                    <a:pt x="0" y="6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130">
              <a:extLst>
                <a:ext uri="{FF2B5EF4-FFF2-40B4-BE49-F238E27FC236}">
                  <a16:creationId xmlns:a16="http://schemas.microsoft.com/office/drawing/2014/main" id="{D74AF0BF-C159-0503-7FE5-79FC6B3E1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" y="3178"/>
              <a:ext cx="475" cy="289"/>
            </a:xfrm>
            <a:custGeom>
              <a:avLst/>
              <a:gdLst>
                <a:gd name="T0" fmla="*/ 572 w 572"/>
                <a:gd name="T1" fmla="*/ 7 h 347"/>
                <a:gd name="T2" fmla="*/ 571 w 572"/>
                <a:gd name="T3" fmla="*/ 2 h 347"/>
                <a:gd name="T4" fmla="*/ 567 w 572"/>
                <a:gd name="T5" fmla="*/ 1 h 347"/>
                <a:gd name="T6" fmla="*/ 500 w 572"/>
                <a:gd name="T7" fmla="*/ 20 h 347"/>
                <a:gd name="T8" fmla="*/ 497 w 572"/>
                <a:gd name="T9" fmla="*/ 23 h 347"/>
                <a:gd name="T10" fmla="*/ 498 w 572"/>
                <a:gd name="T11" fmla="*/ 27 h 347"/>
                <a:gd name="T12" fmla="*/ 506 w 572"/>
                <a:gd name="T13" fmla="*/ 37 h 347"/>
                <a:gd name="T14" fmla="*/ 302 w 572"/>
                <a:gd name="T15" fmla="*/ 196 h 347"/>
                <a:gd name="T16" fmla="*/ 190 w 572"/>
                <a:gd name="T17" fmla="*/ 148 h 347"/>
                <a:gd name="T18" fmla="*/ 2 w 572"/>
                <a:gd name="T19" fmla="*/ 327 h 347"/>
                <a:gd name="T20" fmla="*/ 0 w 572"/>
                <a:gd name="T21" fmla="*/ 331 h 347"/>
                <a:gd name="T22" fmla="*/ 2 w 572"/>
                <a:gd name="T23" fmla="*/ 336 h 347"/>
                <a:gd name="T24" fmla="*/ 10 w 572"/>
                <a:gd name="T25" fmla="*/ 345 h 347"/>
                <a:gd name="T26" fmla="*/ 15 w 572"/>
                <a:gd name="T27" fmla="*/ 347 h 347"/>
                <a:gd name="T28" fmla="*/ 19 w 572"/>
                <a:gd name="T29" fmla="*/ 345 h 347"/>
                <a:gd name="T30" fmla="*/ 195 w 572"/>
                <a:gd name="T31" fmla="*/ 178 h 347"/>
                <a:gd name="T32" fmla="*/ 306 w 572"/>
                <a:gd name="T33" fmla="*/ 225 h 347"/>
                <a:gd name="T34" fmla="*/ 521 w 572"/>
                <a:gd name="T35" fmla="*/ 57 h 347"/>
                <a:gd name="T36" fmla="*/ 529 w 572"/>
                <a:gd name="T37" fmla="*/ 68 h 347"/>
                <a:gd name="T38" fmla="*/ 533 w 572"/>
                <a:gd name="T39" fmla="*/ 69 h 347"/>
                <a:gd name="T40" fmla="*/ 536 w 572"/>
                <a:gd name="T41" fmla="*/ 67 h 347"/>
                <a:gd name="T42" fmla="*/ 572 w 572"/>
                <a:gd name="T43" fmla="*/ 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2" h="347">
                  <a:moveTo>
                    <a:pt x="572" y="7"/>
                  </a:moveTo>
                  <a:cubicBezTo>
                    <a:pt x="572" y="5"/>
                    <a:pt x="572" y="4"/>
                    <a:pt x="571" y="2"/>
                  </a:cubicBezTo>
                  <a:cubicBezTo>
                    <a:pt x="570" y="1"/>
                    <a:pt x="568" y="0"/>
                    <a:pt x="567" y="1"/>
                  </a:cubicBezTo>
                  <a:cubicBezTo>
                    <a:pt x="500" y="20"/>
                    <a:pt x="500" y="20"/>
                    <a:pt x="500" y="20"/>
                  </a:cubicBezTo>
                  <a:cubicBezTo>
                    <a:pt x="498" y="21"/>
                    <a:pt x="497" y="22"/>
                    <a:pt x="497" y="23"/>
                  </a:cubicBezTo>
                  <a:cubicBezTo>
                    <a:pt x="496" y="25"/>
                    <a:pt x="497" y="26"/>
                    <a:pt x="498" y="27"/>
                  </a:cubicBezTo>
                  <a:cubicBezTo>
                    <a:pt x="506" y="37"/>
                    <a:pt x="506" y="37"/>
                    <a:pt x="506" y="37"/>
                  </a:cubicBezTo>
                  <a:cubicBezTo>
                    <a:pt x="302" y="196"/>
                    <a:pt x="302" y="196"/>
                    <a:pt x="302" y="196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" y="327"/>
                    <a:pt x="2" y="327"/>
                    <a:pt x="2" y="327"/>
                  </a:cubicBezTo>
                  <a:cubicBezTo>
                    <a:pt x="1" y="328"/>
                    <a:pt x="0" y="329"/>
                    <a:pt x="0" y="331"/>
                  </a:cubicBezTo>
                  <a:cubicBezTo>
                    <a:pt x="0" y="333"/>
                    <a:pt x="0" y="334"/>
                    <a:pt x="2" y="336"/>
                  </a:cubicBezTo>
                  <a:cubicBezTo>
                    <a:pt x="10" y="345"/>
                    <a:pt x="10" y="345"/>
                    <a:pt x="10" y="345"/>
                  </a:cubicBezTo>
                  <a:cubicBezTo>
                    <a:pt x="11" y="346"/>
                    <a:pt x="13" y="347"/>
                    <a:pt x="15" y="347"/>
                  </a:cubicBezTo>
                  <a:cubicBezTo>
                    <a:pt x="16" y="347"/>
                    <a:pt x="18" y="346"/>
                    <a:pt x="19" y="345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306" y="225"/>
                    <a:pt x="306" y="225"/>
                    <a:pt x="306" y="225"/>
                  </a:cubicBezTo>
                  <a:cubicBezTo>
                    <a:pt x="521" y="57"/>
                    <a:pt x="521" y="57"/>
                    <a:pt x="521" y="57"/>
                  </a:cubicBezTo>
                  <a:cubicBezTo>
                    <a:pt x="529" y="68"/>
                    <a:pt x="529" y="68"/>
                    <a:pt x="529" y="68"/>
                  </a:cubicBezTo>
                  <a:cubicBezTo>
                    <a:pt x="530" y="69"/>
                    <a:pt x="531" y="69"/>
                    <a:pt x="533" y="69"/>
                  </a:cubicBezTo>
                  <a:cubicBezTo>
                    <a:pt x="534" y="69"/>
                    <a:pt x="535" y="68"/>
                    <a:pt x="536" y="67"/>
                  </a:cubicBezTo>
                  <a:lnTo>
                    <a:pt x="57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942A2078-C9D1-4E4B-3084-66BCC800C112}"/>
              </a:ext>
            </a:extLst>
          </p:cNvPr>
          <p:cNvSpPr txBox="1"/>
          <p:nvPr/>
        </p:nvSpPr>
        <p:spPr>
          <a:xfrm>
            <a:off x="429913" y="987585"/>
            <a:ext cx="58120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676661"/>
                </a:solidFill>
              </a:rPr>
              <a:t>多用户 </a:t>
            </a:r>
            <a:r>
              <a:rPr lang="en-US" altLang="zh-CN" sz="3600" b="1" dirty="0">
                <a:solidFill>
                  <a:srgbClr val="676661"/>
                </a:solidFill>
              </a:rPr>
              <a:t>GUI </a:t>
            </a:r>
            <a:r>
              <a:rPr lang="zh-CN" altLang="en-US" sz="3600" b="1" dirty="0">
                <a:solidFill>
                  <a:srgbClr val="676661"/>
                </a:solidFill>
              </a:rPr>
              <a:t>实现（</a:t>
            </a:r>
            <a:r>
              <a:rPr lang="en-US" altLang="zh-CN" sz="3600" b="1" dirty="0" err="1">
                <a:solidFill>
                  <a:srgbClr val="676661"/>
                </a:solidFill>
              </a:rPr>
              <a:t>Tkinter</a:t>
            </a:r>
            <a:r>
              <a:rPr lang="zh-CN" altLang="en-US" sz="3600" b="1" dirty="0">
                <a:solidFill>
                  <a:srgbClr val="676661"/>
                </a:solidFill>
              </a:rPr>
              <a:t>）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114BD9C-9699-A621-4A56-4D257B7CD3AE}"/>
              </a:ext>
            </a:extLst>
          </p:cNvPr>
          <p:cNvSpPr/>
          <p:nvPr/>
        </p:nvSpPr>
        <p:spPr>
          <a:xfrm>
            <a:off x="1420949" y="3169602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676661"/>
                </a:solidFill>
              </a:rPr>
              <a:t>多用户管理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4DABE16-7339-75C0-5C25-EC8E74715122}"/>
              </a:ext>
            </a:extLst>
          </p:cNvPr>
          <p:cNvSpPr/>
          <p:nvPr/>
        </p:nvSpPr>
        <p:spPr>
          <a:xfrm>
            <a:off x="1092295" y="3612786"/>
            <a:ext cx="2333929" cy="1730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/>
              <a:t>通过</a:t>
            </a:r>
            <a:r>
              <a:rPr lang="en-US" altLang="zh-CN" dirty="0" err="1"/>
              <a:t>SessionManager</a:t>
            </a:r>
            <a:r>
              <a:rPr lang="zh-CN" altLang="en-US" dirty="0"/>
              <a:t>创建和管理用户会话，每个用户拥有独立的解释器实例、对话历史和输入队列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1C287D9-AA9E-8C09-4DD4-55301147FAB3}"/>
              </a:ext>
            </a:extLst>
          </p:cNvPr>
          <p:cNvSpPr/>
          <p:nvPr/>
        </p:nvSpPr>
        <p:spPr>
          <a:xfrm>
            <a:off x="5285415" y="3217620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676661"/>
                </a:solidFill>
              </a:rPr>
              <a:t>线程安全设计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D7F7CB-312E-4CDF-ADDE-51C61EF3B0A8}"/>
              </a:ext>
            </a:extLst>
          </p:cNvPr>
          <p:cNvSpPr/>
          <p:nvPr/>
        </p:nvSpPr>
        <p:spPr>
          <a:xfrm>
            <a:off x="9008147" y="3196591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676661"/>
                </a:solidFill>
              </a:rPr>
              <a:t>实时界面更新</a:t>
            </a: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542E57C8-09E0-788D-3E32-26D267437013}"/>
              </a:ext>
            </a:extLst>
          </p:cNvPr>
          <p:cNvGrpSpPr/>
          <p:nvPr/>
        </p:nvGrpSpPr>
        <p:grpSpPr>
          <a:xfrm>
            <a:off x="7963545" y="2498912"/>
            <a:ext cx="3424547" cy="396233"/>
            <a:chOff x="2186940" y="5110307"/>
            <a:chExt cx="1981835" cy="161214"/>
          </a:xfrm>
        </p:grpSpPr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CF6C143D-D846-DB4C-58BD-42A75575D0C6}"/>
                </a:ext>
              </a:extLst>
            </p:cNvPr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5A62B3AC-39DF-3A4A-98A4-04A91113E0BC}"/>
                </a:ext>
              </a:extLst>
            </p:cNvPr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平行四边形 60">
              <a:extLst>
                <a:ext uri="{FF2B5EF4-FFF2-40B4-BE49-F238E27FC236}">
                  <a16:creationId xmlns:a16="http://schemas.microsoft.com/office/drawing/2014/main" id="{27E91E3F-B76E-0074-2DC8-E842A446FF42}"/>
                </a:ext>
              </a:extLst>
            </p:cNvPr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平行四边形 61">
              <a:extLst>
                <a:ext uri="{FF2B5EF4-FFF2-40B4-BE49-F238E27FC236}">
                  <a16:creationId xmlns:a16="http://schemas.microsoft.com/office/drawing/2014/main" id="{342AACD3-274E-7F89-1410-47079BE5B8F3}"/>
                </a:ext>
              </a:extLst>
            </p:cNvPr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平行四边形 62">
              <a:extLst>
                <a:ext uri="{FF2B5EF4-FFF2-40B4-BE49-F238E27FC236}">
                  <a16:creationId xmlns:a16="http://schemas.microsoft.com/office/drawing/2014/main" id="{48623AA5-B0F1-B7C5-99E8-31C232C40D16}"/>
                </a:ext>
              </a:extLst>
            </p:cNvPr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2A7B84D4-459C-B8AB-6D02-59746EC11B84}"/>
              </a:ext>
            </a:extLst>
          </p:cNvPr>
          <p:cNvSpPr txBox="1"/>
          <p:nvPr/>
        </p:nvSpPr>
        <p:spPr>
          <a:xfrm>
            <a:off x="5006501" y="3829725"/>
            <a:ext cx="27297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每个用户会话在独立线程中运行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DSL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解释器，通过队列机制实现线程间通信，避免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GUI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界面阻塞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904C91-68F7-0967-C359-20350FC727D0}"/>
              </a:ext>
            </a:extLst>
          </p:cNvPr>
          <p:cNvSpPr txBox="1"/>
          <p:nvPr/>
        </p:nvSpPr>
        <p:spPr>
          <a:xfrm>
            <a:off x="8441047" y="3856686"/>
            <a:ext cx="32584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采用定时轮询输出队列的方式，实时将各会话的对话内容更新到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GUI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界面</a:t>
            </a:r>
            <a:endParaRPr lang="zh-CN" altLang="en-US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945774F-A33E-ABE6-9017-6A3CF252BC30}"/>
              </a:ext>
            </a:extLst>
          </p:cNvPr>
          <p:cNvGrpSpPr/>
          <p:nvPr/>
        </p:nvGrpSpPr>
        <p:grpSpPr>
          <a:xfrm>
            <a:off x="4340828" y="2498911"/>
            <a:ext cx="3424547" cy="396233"/>
            <a:chOff x="2186940" y="5110307"/>
            <a:chExt cx="1981835" cy="161214"/>
          </a:xfrm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3CE1ADA0-8B62-852E-955D-D275BBB4FA25}"/>
                </a:ext>
              </a:extLst>
            </p:cNvPr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67B7D44A-EE00-8532-8B27-55E3CC517738}"/>
                </a:ext>
              </a:extLst>
            </p:cNvPr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平行四边形 55">
              <a:extLst>
                <a:ext uri="{FF2B5EF4-FFF2-40B4-BE49-F238E27FC236}">
                  <a16:creationId xmlns:a16="http://schemas.microsoft.com/office/drawing/2014/main" id="{7596D57A-8ABE-9890-E50D-A4F111B78E94}"/>
                </a:ext>
              </a:extLst>
            </p:cNvPr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平行四边形 56">
              <a:extLst>
                <a:ext uri="{FF2B5EF4-FFF2-40B4-BE49-F238E27FC236}">
                  <a16:creationId xmlns:a16="http://schemas.microsoft.com/office/drawing/2014/main" id="{3D86F416-8668-985F-399F-EFBBA07D8E05}"/>
                </a:ext>
              </a:extLst>
            </p:cNvPr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平行四边形 70">
              <a:extLst>
                <a:ext uri="{FF2B5EF4-FFF2-40B4-BE49-F238E27FC236}">
                  <a16:creationId xmlns:a16="http://schemas.microsoft.com/office/drawing/2014/main" id="{83FCCC60-3135-DF83-EBBB-2E1E75C26668}"/>
                </a:ext>
              </a:extLst>
            </p:cNvPr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BE97197E-1629-6302-1934-BF1B18649CC8}"/>
              </a:ext>
            </a:extLst>
          </p:cNvPr>
          <p:cNvGrpSpPr/>
          <p:nvPr/>
        </p:nvGrpSpPr>
        <p:grpSpPr>
          <a:xfrm>
            <a:off x="518102" y="2525544"/>
            <a:ext cx="3424547" cy="396233"/>
            <a:chOff x="2186940" y="5110307"/>
            <a:chExt cx="1981835" cy="161214"/>
          </a:xfrm>
        </p:grpSpPr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27114258-4A7D-D60D-2482-A335A3802DBC}"/>
                </a:ext>
              </a:extLst>
            </p:cNvPr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16A908B-0FDF-F58E-1BDE-8FDA0096B819}"/>
                </a:ext>
              </a:extLst>
            </p:cNvPr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平行四边形 74">
              <a:extLst>
                <a:ext uri="{FF2B5EF4-FFF2-40B4-BE49-F238E27FC236}">
                  <a16:creationId xmlns:a16="http://schemas.microsoft.com/office/drawing/2014/main" id="{171D8178-481B-0A39-9B1A-5ACD7FDCBDCB}"/>
                </a:ext>
              </a:extLst>
            </p:cNvPr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平行四边形 75">
              <a:extLst>
                <a:ext uri="{FF2B5EF4-FFF2-40B4-BE49-F238E27FC236}">
                  <a16:creationId xmlns:a16="http://schemas.microsoft.com/office/drawing/2014/main" id="{9752ECE1-9831-68F9-0E0E-30C26BDC9BD6}"/>
                </a:ext>
              </a:extLst>
            </p:cNvPr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平行四边形 76">
              <a:extLst>
                <a:ext uri="{FF2B5EF4-FFF2-40B4-BE49-F238E27FC236}">
                  <a16:creationId xmlns:a16="http://schemas.microsoft.com/office/drawing/2014/main" id="{D390D90B-2025-9463-A03A-AE6A23244306}"/>
                </a:ext>
              </a:extLst>
            </p:cNvPr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196993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5E691-3299-1643-0CA3-C828F8A52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0B1044E-3044-A7F3-254D-008C39A9FD95}"/>
              </a:ext>
            </a:extLst>
          </p:cNvPr>
          <p:cNvSpPr/>
          <p:nvPr/>
        </p:nvSpPr>
        <p:spPr>
          <a:xfrm>
            <a:off x="1171418" y="184665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重要设计与实现</a:t>
            </a:r>
          </a:p>
        </p:txBody>
      </p:sp>
      <p:sp>
        <p:nvSpPr>
          <p:cNvPr id="6" name="五边形 5">
            <a:extLst>
              <a:ext uri="{FF2B5EF4-FFF2-40B4-BE49-F238E27FC236}">
                <a16:creationId xmlns:a16="http://schemas.microsoft.com/office/drawing/2014/main" id="{3208FE63-DC96-7BBB-419F-BC06C562B15E}"/>
              </a:ext>
            </a:extLst>
          </p:cNvPr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7E87AFC-1BCC-595D-BFD3-887227971A1B}"/>
              </a:ext>
            </a:extLst>
          </p:cNvPr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3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2775937-1870-CBCE-4E33-498BDB05EACE}"/>
              </a:ext>
            </a:extLst>
          </p:cNvPr>
          <p:cNvSpPr txBox="1"/>
          <p:nvPr/>
        </p:nvSpPr>
        <p:spPr>
          <a:xfrm>
            <a:off x="429913" y="987585"/>
            <a:ext cx="58120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676661"/>
                </a:solidFill>
              </a:rPr>
              <a:t>多用户 </a:t>
            </a:r>
            <a:r>
              <a:rPr lang="en-US" altLang="zh-CN" sz="3600" b="1" dirty="0">
                <a:solidFill>
                  <a:srgbClr val="676661"/>
                </a:solidFill>
              </a:rPr>
              <a:t>GUI </a:t>
            </a:r>
            <a:r>
              <a:rPr lang="zh-CN" altLang="en-US" sz="3600" b="1" dirty="0">
                <a:solidFill>
                  <a:srgbClr val="676661"/>
                </a:solidFill>
              </a:rPr>
              <a:t>实现（</a:t>
            </a:r>
            <a:r>
              <a:rPr lang="en-US" altLang="zh-CN" sz="3600" b="1" dirty="0" err="1">
                <a:solidFill>
                  <a:srgbClr val="676661"/>
                </a:solidFill>
              </a:rPr>
              <a:t>Tkinter</a:t>
            </a:r>
            <a:r>
              <a:rPr lang="zh-CN" altLang="en-US" sz="3600" b="1" dirty="0">
                <a:solidFill>
                  <a:srgbClr val="676661"/>
                </a:solidFill>
              </a:rPr>
              <a:t>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FC2A472-4492-6E3A-D18F-CE35BF0F51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886" r="15821" b="38983"/>
          <a:stretch>
            <a:fillRect/>
          </a:stretch>
        </p:blipFill>
        <p:spPr bwMode="auto">
          <a:xfrm>
            <a:off x="-42545" y="2043750"/>
            <a:ext cx="12234545" cy="304462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1803374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重要设计与实现</a:t>
            </a: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3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grpSp>
        <p:nvGrpSpPr>
          <p:cNvPr id="20" name="Group 11"/>
          <p:cNvGrpSpPr>
            <a:grpSpLocks noChangeAspect="1"/>
          </p:cNvGrpSpPr>
          <p:nvPr/>
        </p:nvGrpSpPr>
        <p:grpSpPr bwMode="auto">
          <a:xfrm>
            <a:off x="2496188" y="2571266"/>
            <a:ext cx="1199546" cy="851678"/>
            <a:chOff x="1407" y="1098"/>
            <a:chExt cx="800" cy="568"/>
          </a:xfrm>
          <a:solidFill>
            <a:srgbClr val="F5F0EA"/>
          </a:solidFill>
        </p:grpSpPr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15"/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6"/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26" name="Freeform 17"/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8"/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19"/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9" name="Group 32"/>
          <p:cNvGrpSpPr>
            <a:grpSpLocks noChangeAspect="1"/>
          </p:cNvGrpSpPr>
          <p:nvPr/>
        </p:nvGrpSpPr>
        <p:grpSpPr bwMode="auto">
          <a:xfrm>
            <a:off x="2499189" y="4313813"/>
            <a:ext cx="1199543" cy="851677"/>
            <a:chOff x="4354" y="1098"/>
            <a:chExt cx="800" cy="568"/>
          </a:xfrm>
          <a:solidFill>
            <a:srgbClr val="F5F0EA"/>
          </a:solidFill>
        </p:grpSpPr>
        <p:sp>
          <p:nvSpPr>
            <p:cNvPr id="30" name="Freeform 33"/>
            <p:cNvSpPr>
              <a:spLocks noEditPoints="1"/>
            </p:cNvSpPr>
            <p:nvPr/>
          </p:nvSpPr>
          <p:spPr bwMode="auto">
            <a:xfrm>
              <a:off x="4441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34"/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5"/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6"/>
            <p:cNvSpPr>
              <a:spLocks/>
            </p:cNvSpPr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7"/>
            <p:cNvSpPr>
              <a:spLocks/>
            </p:cNvSpPr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8"/>
            <p:cNvSpPr>
              <a:spLocks/>
            </p:cNvSpPr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429913" y="987585"/>
            <a:ext cx="84954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676661"/>
                </a:solidFill>
              </a:rPr>
              <a:t>DSL</a:t>
            </a:r>
            <a:r>
              <a:rPr lang="zh-CN" altLang="en-US" sz="3600" b="1" dirty="0">
                <a:solidFill>
                  <a:srgbClr val="676661"/>
                </a:solidFill>
              </a:rPr>
              <a:t>核心设计</a:t>
            </a:r>
            <a:r>
              <a:rPr lang="en-US" altLang="zh-CN" sz="3600" b="1" dirty="0">
                <a:solidFill>
                  <a:srgbClr val="676661"/>
                </a:solidFill>
              </a:rPr>
              <a:t>——ecommerce——</a:t>
            </a:r>
            <a:r>
              <a:rPr lang="zh-CN" altLang="en-US" sz="3600" b="1" dirty="0">
                <a:solidFill>
                  <a:srgbClr val="676661"/>
                </a:solidFill>
              </a:rPr>
              <a:t>版本迭代</a:t>
            </a:r>
          </a:p>
        </p:txBody>
      </p:sp>
      <p:sp>
        <p:nvSpPr>
          <p:cNvPr id="47" name="矩形 46"/>
          <p:cNvSpPr/>
          <p:nvPr/>
        </p:nvSpPr>
        <p:spPr>
          <a:xfrm>
            <a:off x="1384632" y="2087633"/>
            <a:ext cx="35904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676661"/>
                </a:solidFill>
              </a:rPr>
              <a:t>应用层锁：</a:t>
            </a:r>
            <a:r>
              <a:rPr lang="en-US" altLang="zh-CN" sz="2000" b="1" dirty="0">
                <a:solidFill>
                  <a:srgbClr val="676661"/>
                </a:solidFill>
              </a:rPr>
              <a:t>Lock "</a:t>
            </a:r>
            <a:r>
              <a:rPr lang="en-US" altLang="zh-CN" sz="2000" b="1" dirty="0" err="1">
                <a:solidFill>
                  <a:srgbClr val="676661"/>
                </a:solidFill>
              </a:rPr>
              <a:t>phone_stock</a:t>
            </a:r>
            <a:r>
              <a:rPr lang="en-US" altLang="zh-CN" sz="2000" b="1" dirty="0">
                <a:solidFill>
                  <a:srgbClr val="676661"/>
                </a:solidFill>
              </a:rPr>
              <a:t>"</a:t>
            </a:r>
            <a:endParaRPr lang="zh-CN" altLang="en-US" sz="2000" b="1" dirty="0">
              <a:solidFill>
                <a:srgbClr val="676661"/>
              </a:solidFill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90404" y="1767000"/>
            <a:ext cx="5170335" cy="335591"/>
            <a:chOff x="2186940" y="5110307"/>
            <a:chExt cx="1981835" cy="161214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平行四边形 51"/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平行四边形 52"/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平行四边形 53"/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1" name="矩形 70">
            <a:extLst>
              <a:ext uri="{FF2B5EF4-FFF2-40B4-BE49-F238E27FC236}">
                <a16:creationId xmlns:a16="http://schemas.microsoft.com/office/drawing/2014/main" id="{565A30D4-03B4-FD14-DC71-EC5A1C92AEE4}"/>
              </a:ext>
            </a:extLst>
          </p:cNvPr>
          <p:cNvSpPr/>
          <p:nvPr/>
        </p:nvSpPr>
        <p:spPr>
          <a:xfrm>
            <a:off x="6479402" y="2049507"/>
            <a:ext cx="516385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676661"/>
                </a:solidFill>
              </a:rPr>
              <a:t>数据库原子更新</a:t>
            </a:r>
          </a:p>
          <a:p>
            <a:r>
              <a:rPr lang="en-US" altLang="zh-CN" sz="2000" b="1" dirty="0">
                <a:solidFill>
                  <a:srgbClr val="676661"/>
                </a:solidFill>
              </a:rPr>
              <a:t>UPDATE goods SET stock = stock - {quantity} </a:t>
            </a:r>
          </a:p>
          <a:p>
            <a:r>
              <a:rPr lang="en-US" altLang="zh-CN" sz="2000" b="1" dirty="0">
                <a:solidFill>
                  <a:srgbClr val="676661"/>
                </a:solidFill>
              </a:rPr>
              <a:t>WHERE name='phone' AND stock &gt;= {quantity}</a:t>
            </a:r>
            <a:endParaRPr lang="zh-CN" altLang="en-US" sz="2000" b="1" dirty="0">
              <a:solidFill>
                <a:srgbClr val="676661"/>
              </a:solidFill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A73AF1A5-45BE-C039-1E50-7C209E434C71}"/>
              </a:ext>
            </a:extLst>
          </p:cNvPr>
          <p:cNvGrpSpPr/>
          <p:nvPr/>
        </p:nvGrpSpPr>
        <p:grpSpPr>
          <a:xfrm>
            <a:off x="6309067" y="1767000"/>
            <a:ext cx="5170335" cy="335591"/>
            <a:chOff x="2186940" y="5110307"/>
            <a:chExt cx="1981835" cy="161214"/>
          </a:xfrm>
        </p:grpSpPr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224A9408-1ED4-DAE5-47D8-98231472B480}"/>
                </a:ext>
              </a:extLst>
            </p:cNvPr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C5E5BF9-03E1-BE01-0057-4CFCF346E2E1}"/>
                </a:ext>
              </a:extLst>
            </p:cNvPr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平行四边形 74">
              <a:extLst>
                <a:ext uri="{FF2B5EF4-FFF2-40B4-BE49-F238E27FC236}">
                  <a16:creationId xmlns:a16="http://schemas.microsoft.com/office/drawing/2014/main" id="{B802E869-33CB-41B4-842C-3E1B3A68A303}"/>
                </a:ext>
              </a:extLst>
            </p:cNvPr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平行四边形 75">
              <a:extLst>
                <a:ext uri="{FF2B5EF4-FFF2-40B4-BE49-F238E27FC236}">
                  <a16:creationId xmlns:a16="http://schemas.microsoft.com/office/drawing/2014/main" id="{7E54C0BB-28B3-9D53-076B-654EB918366A}"/>
                </a:ext>
              </a:extLst>
            </p:cNvPr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平行四边形 76">
              <a:extLst>
                <a:ext uri="{FF2B5EF4-FFF2-40B4-BE49-F238E27FC236}">
                  <a16:creationId xmlns:a16="http://schemas.microsoft.com/office/drawing/2014/main" id="{19BB7215-E9B3-FF8B-0576-CFAAD909316B}"/>
                </a:ext>
              </a:extLst>
            </p:cNvPr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8" name="图片 77">
            <a:extLst>
              <a:ext uri="{FF2B5EF4-FFF2-40B4-BE49-F238E27FC236}">
                <a16:creationId xmlns:a16="http://schemas.microsoft.com/office/drawing/2014/main" id="{BBFD5DCD-CC6A-91FE-0B97-CDFF1FF67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402" y="3179549"/>
            <a:ext cx="5274310" cy="6040120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72A63CDB-CA42-9A3B-69E5-76AE51B21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24" y="2519490"/>
            <a:ext cx="5226050" cy="3221990"/>
          </a:xfrm>
          <a:prstGeom prst="rect">
            <a:avLst/>
          </a:prstGeom>
        </p:spPr>
      </p:pic>
      <p:sp>
        <p:nvSpPr>
          <p:cNvPr id="81" name="文本框 80">
            <a:extLst>
              <a:ext uri="{FF2B5EF4-FFF2-40B4-BE49-F238E27FC236}">
                <a16:creationId xmlns:a16="http://schemas.microsoft.com/office/drawing/2014/main" id="{C026C157-66FC-4243-84F5-27A694761B2B}"/>
              </a:ext>
            </a:extLst>
          </p:cNvPr>
          <p:cNvSpPr txBox="1"/>
          <p:nvPr/>
        </p:nvSpPr>
        <p:spPr>
          <a:xfrm>
            <a:off x="520281" y="586374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304800" algn="just">
              <a:buNone/>
            </a:pPr>
            <a:r>
              <a:rPr lang="zh-CN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用户</a:t>
            </a:r>
            <a:r>
              <a:rPr lang="en-US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1: </a:t>
            </a:r>
            <a:r>
              <a:rPr lang="zh-CN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查询库存</a:t>
            </a:r>
            <a:r>
              <a:rPr lang="en-US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=10 </a:t>
            </a:r>
            <a:r>
              <a:rPr lang="zh-CN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→ 购买</a:t>
            </a:r>
            <a:r>
              <a:rPr lang="en-US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台 → 更新库存</a:t>
            </a:r>
            <a:r>
              <a:rPr lang="en-US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=0</a:t>
            </a:r>
            <a:endParaRPr lang="zh-CN" altLang="zh-CN" sz="1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indent="304800" algn="just">
              <a:buNone/>
            </a:pPr>
            <a:r>
              <a:rPr lang="zh-CN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用户</a:t>
            </a:r>
            <a:r>
              <a:rPr lang="en-US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2: </a:t>
            </a:r>
            <a:r>
              <a:rPr lang="zh-CN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查询库存</a:t>
            </a:r>
            <a:r>
              <a:rPr lang="en-US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=10 </a:t>
            </a:r>
            <a:r>
              <a:rPr lang="zh-CN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→ 购买</a:t>
            </a:r>
            <a:r>
              <a:rPr lang="en-US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台 → 更新库存</a:t>
            </a:r>
            <a:r>
              <a:rPr lang="en-US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=-10 (</a:t>
            </a:r>
            <a:r>
              <a:rPr lang="zh-CN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超卖</a:t>
            </a:r>
            <a:r>
              <a:rPr lang="en-US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!)</a:t>
            </a:r>
            <a:endParaRPr lang="zh-CN" altLang="zh-CN" sz="1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95300" indent="38100" algn="just">
              <a:buNone/>
            </a:pPr>
            <a:r>
              <a:rPr lang="zh-CN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用户</a:t>
            </a:r>
            <a:r>
              <a:rPr lang="en-US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3: </a:t>
            </a:r>
            <a:r>
              <a:rPr lang="zh-CN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查询库存</a:t>
            </a:r>
            <a:r>
              <a:rPr lang="en-US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=10 </a:t>
            </a:r>
            <a:r>
              <a:rPr lang="zh-CN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→ 购买</a:t>
            </a:r>
            <a:r>
              <a:rPr lang="en-US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台 → 更新库存</a:t>
            </a:r>
            <a:r>
              <a:rPr lang="en-US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=-20 (</a:t>
            </a:r>
            <a:r>
              <a:rPr lang="zh-CN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超卖</a:t>
            </a:r>
            <a:r>
              <a:rPr lang="en-US" altLang="zh-CN" sz="1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!)</a:t>
            </a:r>
            <a:endParaRPr lang="zh-CN" altLang="zh-CN" sz="1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83633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5F1E6-ED51-EA38-B333-583C5C595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36371E4-E26D-B693-3DCC-C4851E166B81}"/>
              </a:ext>
            </a:extLst>
          </p:cNvPr>
          <p:cNvSpPr/>
          <p:nvPr/>
        </p:nvSpPr>
        <p:spPr>
          <a:xfrm>
            <a:off x="1171418" y="184665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重要设计与实现</a:t>
            </a:r>
          </a:p>
        </p:txBody>
      </p:sp>
      <p:sp>
        <p:nvSpPr>
          <p:cNvPr id="6" name="五边形 5">
            <a:extLst>
              <a:ext uri="{FF2B5EF4-FFF2-40B4-BE49-F238E27FC236}">
                <a16:creationId xmlns:a16="http://schemas.microsoft.com/office/drawing/2014/main" id="{48574156-5220-526A-B265-2FDBDDE711B2}"/>
              </a:ext>
            </a:extLst>
          </p:cNvPr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380C54-BBCA-BD69-17FB-D3E4C51B86D9}"/>
              </a:ext>
            </a:extLst>
          </p:cNvPr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3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grpSp>
        <p:nvGrpSpPr>
          <p:cNvPr id="20" name="Group 11">
            <a:extLst>
              <a:ext uri="{FF2B5EF4-FFF2-40B4-BE49-F238E27FC236}">
                <a16:creationId xmlns:a16="http://schemas.microsoft.com/office/drawing/2014/main" id="{F80BF2F3-B42B-C0AD-5AC2-71E41F7195D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96188" y="2571266"/>
            <a:ext cx="1199546" cy="851678"/>
            <a:chOff x="1407" y="1098"/>
            <a:chExt cx="800" cy="568"/>
          </a:xfrm>
          <a:solidFill>
            <a:srgbClr val="F5F0EA"/>
          </a:solidFill>
        </p:grpSpPr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9446CFD4-DCB8-5916-AA9B-EF15DEE8DB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2473B77C-07CA-7AAF-E971-6143237DC0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667B6389-7F9F-CC46-5A41-AA41FB2CE1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EAD2F788-10E8-A22D-0A1E-E40CEBAF5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CC1DC4E5-131B-00E2-61E9-CC560628C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35463EA4-304F-21A7-D643-443C36BA6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D8B157A6-0E66-74A6-68AE-1015D7AC1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D68C5160-EC88-4F2E-36E1-460B24B1C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9" name="Group 32">
            <a:extLst>
              <a:ext uri="{FF2B5EF4-FFF2-40B4-BE49-F238E27FC236}">
                <a16:creationId xmlns:a16="http://schemas.microsoft.com/office/drawing/2014/main" id="{B1C889FB-FAB2-F639-84EA-08323BC07B3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99189" y="4313813"/>
            <a:ext cx="1199543" cy="851677"/>
            <a:chOff x="4354" y="1098"/>
            <a:chExt cx="800" cy="568"/>
          </a:xfrm>
          <a:solidFill>
            <a:srgbClr val="F5F0EA"/>
          </a:solidFill>
        </p:grpSpPr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684800CF-5054-E6B0-693C-BEF531094F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1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1F3A769D-59D3-44DB-5D7E-62A82819C7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5FA9E9EB-D8E3-FB7F-FF5D-9769EAD9FE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359A5343-8242-1DFF-84F4-EFF5B3ABC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631288F7-5AD0-7C15-7B38-6B3F9E760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D7FB1852-5F88-050D-30B1-A33C6981D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6" name="Group 121">
            <a:extLst>
              <a:ext uri="{FF2B5EF4-FFF2-40B4-BE49-F238E27FC236}">
                <a16:creationId xmlns:a16="http://schemas.microsoft.com/office/drawing/2014/main" id="{D8FAB19E-5C7C-BDE0-900D-196DE6D96F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75251" y="3453355"/>
            <a:ext cx="997122" cy="848678"/>
            <a:chOff x="515" y="3088"/>
            <a:chExt cx="665" cy="566"/>
          </a:xfrm>
          <a:solidFill>
            <a:srgbClr val="F5F0EA"/>
          </a:solidFill>
        </p:grpSpPr>
        <p:sp>
          <p:nvSpPr>
            <p:cNvPr id="37" name="Freeform 122">
              <a:extLst>
                <a:ext uri="{FF2B5EF4-FFF2-40B4-BE49-F238E27FC236}">
                  <a16:creationId xmlns:a16="http://schemas.microsoft.com/office/drawing/2014/main" id="{BC3AF43F-3C49-7C5C-302B-E54D41348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" y="3550"/>
              <a:ext cx="283" cy="104"/>
            </a:xfrm>
            <a:custGeom>
              <a:avLst/>
              <a:gdLst>
                <a:gd name="T0" fmla="*/ 269 w 340"/>
                <a:gd name="T1" fmla="*/ 71 h 125"/>
                <a:gd name="T2" fmla="*/ 269 w 340"/>
                <a:gd name="T3" fmla="*/ 12 h 125"/>
                <a:gd name="T4" fmla="*/ 266 w 340"/>
                <a:gd name="T5" fmla="*/ 3 h 125"/>
                <a:gd name="T6" fmla="*/ 257 w 340"/>
                <a:gd name="T7" fmla="*/ 0 h 125"/>
                <a:gd name="T8" fmla="*/ 83 w 340"/>
                <a:gd name="T9" fmla="*/ 0 h 125"/>
                <a:gd name="T10" fmla="*/ 74 w 340"/>
                <a:gd name="T11" fmla="*/ 3 h 125"/>
                <a:gd name="T12" fmla="*/ 71 w 340"/>
                <a:gd name="T13" fmla="*/ 12 h 125"/>
                <a:gd name="T14" fmla="*/ 71 w 340"/>
                <a:gd name="T15" fmla="*/ 71 h 125"/>
                <a:gd name="T16" fmla="*/ 2 w 340"/>
                <a:gd name="T17" fmla="*/ 108 h 125"/>
                <a:gd name="T18" fmla="*/ 1 w 340"/>
                <a:gd name="T19" fmla="*/ 110 h 125"/>
                <a:gd name="T20" fmla="*/ 0 w 340"/>
                <a:gd name="T21" fmla="*/ 112 h 125"/>
                <a:gd name="T22" fmla="*/ 0 w 340"/>
                <a:gd name="T23" fmla="*/ 120 h 125"/>
                <a:gd name="T24" fmla="*/ 1 w 340"/>
                <a:gd name="T25" fmla="*/ 124 h 125"/>
                <a:gd name="T26" fmla="*/ 5 w 340"/>
                <a:gd name="T27" fmla="*/ 125 h 125"/>
                <a:gd name="T28" fmla="*/ 335 w 340"/>
                <a:gd name="T29" fmla="*/ 125 h 125"/>
                <a:gd name="T30" fmla="*/ 339 w 340"/>
                <a:gd name="T31" fmla="*/ 124 h 125"/>
                <a:gd name="T32" fmla="*/ 340 w 340"/>
                <a:gd name="T33" fmla="*/ 120 h 125"/>
                <a:gd name="T34" fmla="*/ 340 w 340"/>
                <a:gd name="T35" fmla="*/ 112 h 125"/>
                <a:gd name="T36" fmla="*/ 339 w 340"/>
                <a:gd name="T37" fmla="*/ 110 h 125"/>
                <a:gd name="T38" fmla="*/ 338 w 340"/>
                <a:gd name="T39" fmla="*/ 108 h 125"/>
                <a:gd name="T40" fmla="*/ 269 w 340"/>
                <a:gd name="T41" fmla="*/ 7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125">
                  <a:moveTo>
                    <a:pt x="269" y="71"/>
                  </a:moveTo>
                  <a:cubicBezTo>
                    <a:pt x="269" y="12"/>
                    <a:pt x="269" y="12"/>
                    <a:pt x="269" y="12"/>
                  </a:cubicBezTo>
                  <a:cubicBezTo>
                    <a:pt x="269" y="9"/>
                    <a:pt x="268" y="6"/>
                    <a:pt x="266" y="3"/>
                  </a:cubicBezTo>
                  <a:cubicBezTo>
                    <a:pt x="263" y="1"/>
                    <a:pt x="260" y="0"/>
                    <a:pt x="25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0" y="0"/>
                    <a:pt x="77" y="1"/>
                    <a:pt x="74" y="3"/>
                  </a:cubicBezTo>
                  <a:cubicBezTo>
                    <a:pt x="72" y="6"/>
                    <a:pt x="71" y="9"/>
                    <a:pt x="71" y="12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2" y="108"/>
                    <a:pt x="2" y="108"/>
                    <a:pt x="2" y="108"/>
                  </a:cubicBezTo>
                  <a:cubicBezTo>
                    <a:pt x="2" y="109"/>
                    <a:pt x="1" y="109"/>
                    <a:pt x="1" y="110"/>
                  </a:cubicBezTo>
                  <a:cubicBezTo>
                    <a:pt x="0" y="111"/>
                    <a:pt x="0" y="111"/>
                    <a:pt x="0" y="112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2"/>
                    <a:pt x="1" y="123"/>
                    <a:pt x="1" y="124"/>
                  </a:cubicBezTo>
                  <a:cubicBezTo>
                    <a:pt x="2" y="124"/>
                    <a:pt x="3" y="125"/>
                    <a:pt x="5" y="125"/>
                  </a:cubicBezTo>
                  <a:cubicBezTo>
                    <a:pt x="335" y="125"/>
                    <a:pt x="335" y="125"/>
                    <a:pt x="335" y="125"/>
                  </a:cubicBezTo>
                  <a:cubicBezTo>
                    <a:pt x="337" y="125"/>
                    <a:pt x="338" y="124"/>
                    <a:pt x="339" y="124"/>
                  </a:cubicBezTo>
                  <a:cubicBezTo>
                    <a:pt x="339" y="123"/>
                    <a:pt x="340" y="122"/>
                    <a:pt x="340" y="120"/>
                  </a:cubicBezTo>
                  <a:cubicBezTo>
                    <a:pt x="340" y="112"/>
                    <a:pt x="340" y="112"/>
                    <a:pt x="340" y="112"/>
                  </a:cubicBezTo>
                  <a:cubicBezTo>
                    <a:pt x="340" y="111"/>
                    <a:pt x="340" y="111"/>
                    <a:pt x="339" y="110"/>
                  </a:cubicBezTo>
                  <a:cubicBezTo>
                    <a:pt x="339" y="109"/>
                    <a:pt x="338" y="109"/>
                    <a:pt x="338" y="108"/>
                  </a:cubicBezTo>
                  <a:lnTo>
                    <a:pt x="26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123">
              <a:extLst>
                <a:ext uri="{FF2B5EF4-FFF2-40B4-BE49-F238E27FC236}">
                  <a16:creationId xmlns:a16="http://schemas.microsoft.com/office/drawing/2014/main" id="{072ABC43-E6D4-05E1-1D18-CB1D0827F4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5" y="3088"/>
              <a:ext cx="665" cy="449"/>
            </a:xfrm>
            <a:custGeom>
              <a:avLst/>
              <a:gdLst>
                <a:gd name="T0" fmla="*/ 791 w 800"/>
                <a:gd name="T1" fmla="*/ 9 h 539"/>
                <a:gd name="T2" fmla="*/ 770 w 800"/>
                <a:gd name="T3" fmla="*/ 0 h 539"/>
                <a:gd name="T4" fmla="*/ 30 w 800"/>
                <a:gd name="T5" fmla="*/ 0 h 539"/>
                <a:gd name="T6" fmla="*/ 9 w 800"/>
                <a:gd name="T7" fmla="*/ 9 h 539"/>
                <a:gd name="T8" fmla="*/ 0 w 800"/>
                <a:gd name="T9" fmla="*/ 30 h 539"/>
                <a:gd name="T10" fmla="*/ 0 w 800"/>
                <a:gd name="T11" fmla="*/ 509 h 539"/>
                <a:gd name="T12" fmla="*/ 9 w 800"/>
                <a:gd name="T13" fmla="*/ 530 h 539"/>
                <a:gd name="T14" fmla="*/ 30 w 800"/>
                <a:gd name="T15" fmla="*/ 539 h 539"/>
                <a:gd name="T16" fmla="*/ 770 w 800"/>
                <a:gd name="T17" fmla="*/ 539 h 539"/>
                <a:gd name="T18" fmla="*/ 791 w 800"/>
                <a:gd name="T19" fmla="*/ 530 h 539"/>
                <a:gd name="T20" fmla="*/ 800 w 800"/>
                <a:gd name="T21" fmla="*/ 509 h 539"/>
                <a:gd name="T22" fmla="*/ 800 w 800"/>
                <a:gd name="T23" fmla="*/ 30 h 539"/>
                <a:gd name="T24" fmla="*/ 791 w 800"/>
                <a:gd name="T25" fmla="*/ 9 h 539"/>
                <a:gd name="T26" fmla="*/ 400 w 800"/>
                <a:gd name="T27" fmla="*/ 526 h 539"/>
                <a:gd name="T28" fmla="*/ 387 w 800"/>
                <a:gd name="T29" fmla="*/ 513 h 539"/>
                <a:gd name="T30" fmla="*/ 400 w 800"/>
                <a:gd name="T31" fmla="*/ 500 h 539"/>
                <a:gd name="T32" fmla="*/ 413 w 800"/>
                <a:gd name="T33" fmla="*/ 513 h 539"/>
                <a:gd name="T34" fmla="*/ 400 w 800"/>
                <a:gd name="T35" fmla="*/ 526 h 539"/>
                <a:gd name="T36" fmla="*/ 748 w 800"/>
                <a:gd name="T37" fmla="*/ 487 h 539"/>
                <a:gd name="T38" fmla="*/ 52 w 800"/>
                <a:gd name="T39" fmla="*/ 487 h 539"/>
                <a:gd name="T40" fmla="*/ 52 w 800"/>
                <a:gd name="T41" fmla="*/ 52 h 539"/>
                <a:gd name="T42" fmla="*/ 748 w 800"/>
                <a:gd name="T43" fmla="*/ 52 h 539"/>
                <a:gd name="T44" fmla="*/ 748 w 800"/>
                <a:gd name="T45" fmla="*/ 487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0" h="539">
                  <a:moveTo>
                    <a:pt x="791" y="9"/>
                  </a:moveTo>
                  <a:cubicBezTo>
                    <a:pt x="785" y="3"/>
                    <a:pt x="778" y="0"/>
                    <a:pt x="77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0"/>
                    <a:pt x="15" y="3"/>
                    <a:pt x="9" y="9"/>
                  </a:cubicBezTo>
                  <a:cubicBezTo>
                    <a:pt x="3" y="15"/>
                    <a:pt x="0" y="23"/>
                    <a:pt x="0" y="30"/>
                  </a:cubicBezTo>
                  <a:cubicBezTo>
                    <a:pt x="0" y="509"/>
                    <a:pt x="0" y="509"/>
                    <a:pt x="0" y="509"/>
                  </a:cubicBezTo>
                  <a:cubicBezTo>
                    <a:pt x="0" y="517"/>
                    <a:pt x="3" y="525"/>
                    <a:pt x="9" y="530"/>
                  </a:cubicBezTo>
                  <a:cubicBezTo>
                    <a:pt x="15" y="536"/>
                    <a:pt x="22" y="539"/>
                    <a:pt x="30" y="539"/>
                  </a:cubicBezTo>
                  <a:cubicBezTo>
                    <a:pt x="770" y="539"/>
                    <a:pt x="770" y="539"/>
                    <a:pt x="770" y="539"/>
                  </a:cubicBezTo>
                  <a:cubicBezTo>
                    <a:pt x="778" y="539"/>
                    <a:pt x="785" y="536"/>
                    <a:pt x="791" y="530"/>
                  </a:cubicBezTo>
                  <a:cubicBezTo>
                    <a:pt x="797" y="525"/>
                    <a:pt x="800" y="517"/>
                    <a:pt x="800" y="509"/>
                  </a:cubicBezTo>
                  <a:cubicBezTo>
                    <a:pt x="800" y="30"/>
                    <a:pt x="800" y="30"/>
                    <a:pt x="800" y="30"/>
                  </a:cubicBezTo>
                  <a:cubicBezTo>
                    <a:pt x="800" y="23"/>
                    <a:pt x="797" y="15"/>
                    <a:pt x="791" y="9"/>
                  </a:cubicBezTo>
                  <a:close/>
                  <a:moveTo>
                    <a:pt x="400" y="526"/>
                  </a:moveTo>
                  <a:cubicBezTo>
                    <a:pt x="393" y="526"/>
                    <a:pt x="387" y="521"/>
                    <a:pt x="387" y="513"/>
                  </a:cubicBezTo>
                  <a:cubicBezTo>
                    <a:pt x="387" y="506"/>
                    <a:pt x="393" y="500"/>
                    <a:pt x="400" y="500"/>
                  </a:cubicBezTo>
                  <a:cubicBezTo>
                    <a:pt x="407" y="500"/>
                    <a:pt x="413" y="506"/>
                    <a:pt x="413" y="513"/>
                  </a:cubicBezTo>
                  <a:cubicBezTo>
                    <a:pt x="413" y="521"/>
                    <a:pt x="407" y="526"/>
                    <a:pt x="400" y="526"/>
                  </a:cubicBezTo>
                  <a:close/>
                  <a:moveTo>
                    <a:pt x="748" y="487"/>
                  </a:moveTo>
                  <a:cubicBezTo>
                    <a:pt x="52" y="487"/>
                    <a:pt x="52" y="487"/>
                    <a:pt x="52" y="487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748" y="52"/>
                    <a:pt x="748" y="52"/>
                    <a:pt x="748" y="52"/>
                  </a:cubicBezTo>
                  <a:lnTo>
                    <a:pt x="748" y="4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124">
              <a:extLst>
                <a:ext uri="{FF2B5EF4-FFF2-40B4-BE49-F238E27FC236}">
                  <a16:creationId xmlns:a16="http://schemas.microsoft.com/office/drawing/2014/main" id="{CD8B4E53-9A76-02B8-1A56-CC9CF0F6C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" y="3459"/>
              <a:ext cx="56" cy="9"/>
            </a:xfrm>
            <a:custGeom>
              <a:avLst/>
              <a:gdLst>
                <a:gd name="T0" fmla="*/ 6 w 67"/>
                <a:gd name="T1" fmla="*/ 0 h 11"/>
                <a:gd name="T2" fmla="*/ 2 w 67"/>
                <a:gd name="T3" fmla="*/ 2 h 11"/>
                <a:gd name="T4" fmla="*/ 0 w 67"/>
                <a:gd name="T5" fmla="*/ 6 h 11"/>
                <a:gd name="T6" fmla="*/ 0 w 67"/>
                <a:gd name="T7" fmla="*/ 11 h 11"/>
                <a:gd name="T8" fmla="*/ 67 w 67"/>
                <a:gd name="T9" fmla="*/ 11 h 11"/>
                <a:gd name="T10" fmla="*/ 67 w 67"/>
                <a:gd name="T11" fmla="*/ 6 h 11"/>
                <a:gd name="T12" fmla="*/ 65 w 67"/>
                <a:gd name="T13" fmla="*/ 2 h 11"/>
                <a:gd name="T14" fmla="*/ 61 w 67"/>
                <a:gd name="T15" fmla="*/ 0 h 11"/>
                <a:gd name="T16" fmla="*/ 6 w 6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1">
                  <a:moveTo>
                    <a:pt x="6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1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125">
              <a:extLst>
                <a:ext uri="{FF2B5EF4-FFF2-40B4-BE49-F238E27FC236}">
                  <a16:creationId xmlns:a16="http://schemas.microsoft.com/office/drawing/2014/main" id="{549951DB-8E4E-79AC-4761-4B1D6E127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" y="3395"/>
              <a:ext cx="55" cy="73"/>
            </a:xfrm>
            <a:custGeom>
              <a:avLst/>
              <a:gdLst>
                <a:gd name="T0" fmla="*/ 6 w 67"/>
                <a:gd name="T1" fmla="*/ 0 h 88"/>
                <a:gd name="T2" fmla="*/ 2 w 67"/>
                <a:gd name="T3" fmla="*/ 1 h 88"/>
                <a:gd name="T4" fmla="*/ 0 w 67"/>
                <a:gd name="T5" fmla="*/ 6 h 88"/>
                <a:gd name="T6" fmla="*/ 0 w 67"/>
                <a:gd name="T7" fmla="*/ 88 h 88"/>
                <a:gd name="T8" fmla="*/ 67 w 67"/>
                <a:gd name="T9" fmla="*/ 88 h 88"/>
                <a:gd name="T10" fmla="*/ 67 w 67"/>
                <a:gd name="T11" fmla="*/ 6 h 88"/>
                <a:gd name="T12" fmla="*/ 65 w 67"/>
                <a:gd name="T13" fmla="*/ 1 h 88"/>
                <a:gd name="T14" fmla="*/ 61 w 67"/>
                <a:gd name="T15" fmla="*/ 0 h 88"/>
                <a:gd name="T16" fmla="*/ 6 w 67"/>
                <a:gd name="T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88">
                  <a:moveTo>
                    <a:pt x="6" y="0"/>
                  </a:moveTo>
                  <a:cubicBezTo>
                    <a:pt x="4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126">
              <a:extLst>
                <a:ext uri="{FF2B5EF4-FFF2-40B4-BE49-F238E27FC236}">
                  <a16:creationId xmlns:a16="http://schemas.microsoft.com/office/drawing/2014/main" id="{B605D200-B0A4-FB59-FCF4-E61AA3C55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" y="3368"/>
              <a:ext cx="55" cy="100"/>
            </a:xfrm>
            <a:custGeom>
              <a:avLst/>
              <a:gdLst>
                <a:gd name="T0" fmla="*/ 6 w 67"/>
                <a:gd name="T1" fmla="*/ 0 h 120"/>
                <a:gd name="T2" fmla="*/ 2 w 67"/>
                <a:gd name="T3" fmla="*/ 2 h 120"/>
                <a:gd name="T4" fmla="*/ 0 w 67"/>
                <a:gd name="T5" fmla="*/ 6 h 120"/>
                <a:gd name="T6" fmla="*/ 0 w 67"/>
                <a:gd name="T7" fmla="*/ 120 h 120"/>
                <a:gd name="T8" fmla="*/ 67 w 67"/>
                <a:gd name="T9" fmla="*/ 120 h 120"/>
                <a:gd name="T10" fmla="*/ 67 w 67"/>
                <a:gd name="T11" fmla="*/ 6 h 120"/>
                <a:gd name="T12" fmla="*/ 65 w 67"/>
                <a:gd name="T13" fmla="*/ 2 h 120"/>
                <a:gd name="T14" fmla="*/ 61 w 67"/>
                <a:gd name="T15" fmla="*/ 0 h 120"/>
                <a:gd name="T16" fmla="*/ 6 w 67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20">
                  <a:moveTo>
                    <a:pt x="6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127">
              <a:extLst>
                <a:ext uri="{FF2B5EF4-FFF2-40B4-BE49-F238E27FC236}">
                  <a16:creationId xmlns:a16="http://schemas.microsoft.com/office/drawing/2014/main" id="{62D1A8D1-FF91-EFE8-1803-5A133E309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1" y="3379"/>
              <a:ext cx="56" cy="89"/>
            </a:xfrm>
            <a:custGeom>
              <a:avLst/>
              <a:gdLst>
                <a:gd name="T0" fmla="*/ 6 w 67"/>
                <a:gd name="T1" fmla="*/ 0 h 107"/>
                <a:gd name="T2" fmla="*/ 2 w 67"/>
                <a:gd name="T3" fmla="*/ 2 h 107"/>
                <a:gd name="T4" fmla="*/ 0 w 67"/>
                <a:gd name="T5" fmla="*/ 6 h 107"/>
                <a:gd name="T6" fmla="*/ 0 w 67"/>
                <a:gd name="T7" fmla="*/ 107 h 107"/>
                <a:gd name="T8" fmla="*/ 67 w 67"/>
                <a:gd name="T9" fmla="*/ 107 h 107"/>
                <a:gd name="T10" fmla="*/ 67 w 67"/>
                <a:gd name="T11" fmla="*/ 6 h 107"/>
                <a:gd name="T12" fmla="*/ 65 w 67"/>
                <a:gd name="T13" fmla="*/ 2 h 107"/>
                <a:gd name="T14" fmla="*/ 61 w 67"/>
                <a:gd name="T15" fmla="*/ 0 h 107"/>
                <a:gd name="T16" fmla="*/ 6 w 67"/>
                <a:gd name="T1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07">
                  <a:moveTo>
                    <a:pt x="6" y="0"/>
                  </a:move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128">
              <a:extLst>
                <a:ext uri="{FF2B5EF4-FFF2-40B4-BE49-F238E27FC236}">
                  <a16:creationId xmlns:a16="http://schemas.microsoft.com/office/drawing/2014/main" id="{2920AC47-2AC6-773A-9A8E-80823D4C8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" y="3337"/>
              <a:ext cx="56" cy="131"/>
            </a:xfrm>
            <a:custGeom>
              <a:avLst/>
              <a:gdLst>
                <a:gd name="T0" fmla="*/ 6 w 67"/>
                <a:gd name="T1" fmla="*/ 0 h 158"/>
                <a:gd name="T2" fmla="*/ 2 w 67"/>
                <a:gd name="T3" fmla="*/ 1 h 158"/>
                <a:gd name="T4" fmla="*/ 0 w 67"/>
                <a:gd name="T5" fmla="*/ 6 h 158"/>
                <a:gd name="T6" fmla="*/ 0 w 67"/>
                <a:gd name="T7" fmla="*/ 158 h 158"/>
                <a:gd name="T8" fmla="*/ 67 w 67"/>
                <a:gd name="T9" fmla="*/ 158 h 158"/>
                <a:gd name="T10" fmla="*/ 67 w 67"/>
                <a:gd name="T11" fmla="*/ 6 h 158"/>
                <a:gd name="T12" fmla="*/ 65 w 67"/>
                <a:gd name="T13" fmla="*/ 1 h 158"/>
                <a:gd name="T14" fmla="*/ 61 w 67"/>
                <a:gd name="T15" fmla="*/ 0 h 158"/>
                <a:gd name="T16" fmla="*/ 6 w 67"/>
                <a:gd name="T1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5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129">
              <a:extLst>
                <a:ext uri="{FF2B5EF4-FFF2-40B4-BE49-F238E27FC236}">
                  <a16:creationId xmlns:a16="http://schemas.microsoft.com/office/drawing/2014/main" id="{276F20A5-03AD-2881-94B0-D6358E79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" y="3284"/>
              <a:ext cx="56" cy="184"/>
            </a:xfrm>
            <a:custGeom>
              <a:avLst/>
              <a:gdLst>
                <a:gd name="T0" fmla="*/ 6 w 67"/>
                <a:gd name="T1" fmla="*/ 0 h 222"/>
                <a:gd name="T2" fmla="*/ 2 w 67"/>
                <a:gd name="T3" fmla="*/ 1 h 222"/>
                <a:gd name="T4" fmla="*/ 0 w 67"/>
                <a:gd name="T5" fmla="*/ 6 h 222"/>
                <a:gd name="T6" fmla="*/ 0 w 67"/>
                <a:gd name="T7" fmla="*/ 222 h 222"/>
                <a:gd name="T8" fmla="*/ 67 w 67"/>
                <a:gd name="T9" fmla="*/ 222 h 222"/>
                <a:gd name="T10" fmla="*/ 67 w 67"/>
                <a:gd name="T11" fmla="*/ 6 h 222"/>
                <a:gd name="T12" fmla="*/ 65 w 67"/>
                <a:gd name="T13" fmla="*/ 1 h 222"/>
                <a:gd name="T14" fmla="*/ 61 w 67"/>
                <a:gd name="T15" fmla="*/ 0 h 222"/>
                <a:gd name="T16" fmla="*/ 6 w 67"/>
                <a:gd name="T1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22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1" y="3"/>
                    <a:pt x="0" y="4"/>
                    <a:pt x="0" y="6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130">
              <a:extLst>
                <a:ext uri="{FF2B5EF4-FFF2-40B4-BE49-F238E27FC236}">
                  <a16:creationId xmlns:a16="http://schemas.microsoft.com/office/drawing/2014/main" id="{9B49E4F0-E027-CD0F-4886-74A0CEA63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" y="3178"/>
              <a:ext cx="475" cy="289"/>
            </a:xfrm>
            <a:custGeom>
              <a:avLst/>
              <a:gdLst>
                <a:gd name="T0" fmla="*/ 572 w 572"/>
                <a:gd name="T1" fmla="*/ 7 h 347"/>
                <a:gd name="T2" fmla="*/ 571 w 572"/>
                <a:gd name="T3" fmla="*/ 2 h 347"/>
                <a:gd name="T4" fmla="*/ 567 w 572"/>
                <a:gd name="T5" fmla="*/ 1 h 347"/>
                <a:gd name="T6" fmla="*/ 500 w 572"/>
                <a:gd name="T7" fmla="*/ 20 h 347"/>
                <a:gd name="T8" fmla="*/ 497 w 572"/>
                <a:gd name="T9" fmla="*/ 23 h 347"/>
                <a:gd name="T10" fmla="*/ 498 w 572"/>
                <a:gd name="T11" fmla="*/ 27 h 347"/>
                <a:gd name="T12" fmla="*/ 506 w 572"/>
                <a:gd name="T13" fmla="*/ 37 h 347"/>
                <a:gd name="T14" fmla="*/ 302 w 572"/>
                <a:gd name="T15" fmla="*/ 196 h 347"/>
                <a:gd name="T16" fmla="*/ 190 w 572"/>
                <a:gd name="T17" fmla="*/ 148 h 347"/>
                <a:gd name="T18" fmla="*/ 2 w 572"/>
                <a:gd name="T19" fmla="*/ 327 h 347"/>
                <a:gd name="T20" fmla="*/ 0 w 572"/>
                <a:gd name="T21" fmla="*/ 331 h 347"/>
                <a:gd name="T22" fmla="*/ 2 w 572"/>
                <a:gd name="T23" fmla="*/ 336 h 347"/>
                <a:gd name="T24" fmla="*/ 10 w 572"/>
                <a:gd name="T25" fmla="*/ 345 h 347"/>
                <a:gd name="T26" fmla="*/ 15 w 572"/>
                <a:gd name="T27" fmla="*/ 347 h 347"/>
                <a:gd name="T28" fmla="*/ 19 w 572"/>
                <a:gd name="T29" fmla="*/ 345 h 347"/>
                <a:gd name="T30" fmla="*/ 195 w 572"/>
                <a:gd name="T31" fmla="*/ 178 h 347"/>
                <a:gd name="T32" fmla="*/ 306 w 572"/>
                <a:gd name="T33" fmla="*/ 225 h 347"/>
                <a:gd name="T34" fmla="*/ 521 w 572"/>
                <a:gd name="T35" fmla="*/ 57 h 347"/>
                <a:gd name="T36" fmla="*/ 529 w 572"/>
                <a:gd name="T37" fmla="*/ 68 h 347"/>
                <a:gd name="T38" fmla="*/ 533 w 572"/>
                <a:gd name="T39" fmla="*/ 69 h 347"/>
                <a:gd name="T40" fmla="*/ 536 w 572"/>
                <a:gd name="T41" fmla="*/ 67 h 347"/>
                <a:gd name="T42" fmla="*/ 572 w 572"/>
                <a:gd name="T43" fmla="*/ 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2" h="347">
                  <a:moveTo>
                    <a:pt x="572" y="7"/>
                  </a:moveTo>
                  <a:cubicBezTo>
                    <a:pt x="572" y="5"/>
                    <a:pt x="572" y="4"/>
                    <a:pt x="571" y="2"/>
                  </a:cubicBezTo>
                  <a:cubicBezTo>
                    <a:pt x="570" y="1"/>
                    <a:pt x="568" y="0"/>
                    <a:pt x="567" y="1"/>
                  </a:cubicBezTo>
                  <a:cubicBezTo>
                    <a:pt x="500" y="20"/>
                    <a:pt x="500" y="20"/>
                    <a:pt x="500" y="20"/>
                  </a:cubicBezTo>
                  <a:cubicBezTo>
                    <a:pt x="498" y="21"/>
                    <a:pt x="497" y="22"/>
                    <a:pt x="497" y="23"/>
                  </a:cubicBezTo>
                  <a:cubicBezTo>
                    <a:pt x="496" y="25"/>
                    <a:pt x="497" y="26"/>
                    <a:pt x="498" y="27"/>
                  </a:cubicBezTo>
                  <a:cubicBezTo>
                    <a:pt x="506" y="37"/>
                    <a:pt x="506" y="37"/>
                    <a:pt x="506" y="37"/>
                  </a:cubicBezTo>
                  <a:cubicBezTo>
                    <a:pt x="302" y="196"/>
                    <a:pt x="302" y="196"/>
                    <a:pt x="302" y="196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" y="327"/>
                    <a:pt x="2" y="327"/>
                    <a:pt x="2" y="327"/>
                  </a:cubicBezTo>
                  <a:cubicBezTo>
                    <a:pt x="1" y="328"/>
                    <a:pt x="0" y="329"/>
                    <a:pt x="0" y="331"/>
                  </a:cubicBezTo>
                  <a:cubicBezTo>
                    <a:pt x="0" y="333"/>
                    <a:pt x="0" y="334"/>
                    <a:pt x="2" y="336"/>
                  </a:cubicBezTo>
                  <a:cubicBezTo>
                    <a:pt x="10" y="345"/>
                    <a:pt x="10" y="345"/>
                    <a:pt x="10" y="345"/>
                  </a:cubicBezTo>
                  <a:cubicBezTo>
                    <a:pt x="11" y="346"/>
                    <a:pt x="13" y="347"/>
                    <a:pt x="15" y="347"/>
                  </a:cubicBezTo>
                  <a:cubicBezTo>
                    <a:pt x="16" y="347"/>
                    <a:pt x="18" y="346"/>
                    <a:pt x="19" y="345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306" y="225"/>
                    <a:pt x="306" y="225"/>
                    <a:pt x="306" y="225"/>
                  </a:cubicBezTo>
                  <a:cubicBezTo>
                    <a:pt x="521" y="57"/>
                    <a:pt x="521" y="57"/>
                    <a:pt x="521" y="57"/>
                  </a:cubicBezTo>
                  <a:cubicBezTo>
                    <a:pt x="529" y="68"/>
                    <a:pt x="529" y="68"/>
                    <a:pt x="529" y="68"/>
                  </a:cubicBezTo>
                  <a:cubicBezTo>
                    <a:pt x="530" y="69"/>
                    <a:pt x="531" y="69"/>
                    <a:pt x="533" y="69"/>
                  </a:cubicBezTo>
                  <a:cubicBezTo>
                    <a:pt x="534" y="69"/>
                    <a:pt x="535" y="68"/>
                    <a:pt x="536" y="67"/>
                  </a:cubicBezTo>
                  <a:lnTo>
                    <a:pt x="57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151F8DBB-5B1E-9601-3733-4B0DEE2D00B0}"/>
              </a:ext>
            </a:extLst>
          </p:cNvPr>
          <p:cNvSpPr txBox="1"/>
          <p:nvPr/>
        </p:nvSpPr>
        <p:spPr>
          <a:xfrm>
            <a:off x="429913" y="987585"/>
            <a:ext cx="4126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676661"/>
                </a:solidFill>
              </a:rPr>
              <a:t>interpreter</a:t>
            </a:r>
            <a:r>
              <a:rPr lang="zh-CN" altLang="en-US" sz="3600" b="1" dirty="0">
                <a:solidFill>
                  <a:srgbClr val="676661"/>
                </a:solidFill>
              </a:rPr>
              <a:t>关键实现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8A84DD5-4821-EA73-2A84-F85425BF5AE9}"/>
              </a:ext>
            </a:extLst>
          </p:cNvPr>
          <p:cNvSpPr/>
          <p:nvPr/>
        </p:nvSpPr>
        <p:spPr>
          <a:xfrm>
            <a:off x="748800" y="2571266"/>
            <a:ext cx="5228119" cy="2063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dirty="0" err="1"/>
              <a:t>DSLInterpreter</a:t>
            </a:r>
            <a:r>
              <a:rPr lang="en-US" altLang="zh-CN" dirty="0"/>
              <a:t> </a:t>
            </a:r>
            <a:r>
              <a:rPr lang="zh-CN" altLang="en-US" dirty="0"/>
              <a:t>在循环中执行对应步骤的动作序列（如输出消息、接收输入、条件判断、数据库操作等），并根据执行结果进行状态跳转，从而实现复杂的多轮对话交互。解释器通过变量替换、条件分支和资源锁定等机制，支持动态的、有状态的对话管理。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46D23E2-0B7F-F864-DE15-5742F888028E}"/>
              </a:ext>
            </a:extLst>
          </p:cNvPr>
          <p:cNvGrpSpPr/>
          <p:nvPr/>
        </p:nvGrpSpPr>
        <p:grpSpPr>
          <a:xfrm>
            <a:off x="590404" y="1767000"/>
            <a:ext cx="5170335" cy="335591"/>
            <a:chOff x="2186940" y="5110307"/>
            <a:chExt cx="1981835" cy="161214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A1C93102-0592-7838-A85F-06875BA557EA}"/>
                </a:ext>
              </a:extLst>
            </p:cNvPr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1F51A624-BCDF-AE33-A793-31389367E6A8}"/>
                </a:ext>
              </a:extLst>
            </p:cNvPr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3A8D300C-450E-98EA-1B4F-12A1B076CE3B}"/>
                </a:ext>
              </a:extLst>
            </p:cNvPr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id="{0C1AFBE9-DC56-FD2A-CAD7-7F491BB241F4}"/>
                </a:ext>
              </a:extLst>
            </p:cNvPr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DBD35B9C-5482-213D-20EA-8ECA060298EC}"/>
                </a:ext>
              </a:extLst>
            </p:cNvPr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5" name="矩形 54">
            <a:extLst>
              <a:ext uri="{FF2B5EF4-FFF2-40B4-BE49-F238E27FC236}">
                <a16:creationId xmlns:a16="http://schemas.microsoft.com/office/drawing/2014/main" id="{CF86D421-A252-0A4A-F533-C11853C5CF4E}"/>
              </a:ext>
            </a:extLst>
          </p:cNvPr>
          <p:cNvSpPr/>
          <p:nvPr/>
        </p:nvSpPr>
        <p:spPr>
          <a:xfrm>
            <a:off x="1557826" y="2099754"/>
            <a:ext cx="34735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676661"/>
                </a:solidFill>
              </a:rPr>
              <a:t>基础解释器类 </a:t>
            </a:r>
            <a:r>
              <a:rPr lang="en-US" altLang="zh-CN" sz="2000" b="1" dirty="0">
                <a:solidFill>
                  <a:srgbClr val="676661"/>
                </a:solidFill>
              </a:rPr>
              <a:t>: </a:t>
            </a:r>
            <a:r>
              <a:rPr lang="en-US" altLang="zh-CN" sz="2000" b="1" dirty="0" err="1">
                <a:solidFill>
                  <a:srgbClr val="676661"/>
                </a:solidFill>
              </a:rPr>
              <a:t>DSLInterpreter</a:t>
            </a:r>
            <a:endParaRPr lang="zh-CN" altLang="en-US" sz="2000" b="1" dirty="0">
              <a:solidFill>
                <a:srgbClr val="676661"/>
              </a:solidFill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1EFB11EC-181B-1DAF-D0DC-3CE1A1B4FE08}"/>
              </a:ext>
            </a:extLst>
          </p:cNvPr>
          <p:cNvGrpSpPr/>
          <p:nvPr/>
        </p:nvGrpSpPr>
        <p:grpSpPr>
          <a:xfrm>
            <a:off x="6309067" y="1767000"/>
            <a:ext cx="5170335" cy="335591"/>
            <a:chOff x="2186940" y="5110307"/>
            <a:chExt cx="1981835" cy="161214"/>
          </a:xfrm>
        </p:grpSpPr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80994B3-DC07-BE3C-7092-BA2BDD9E6CD7}"/>
                </a:ext>
              </a:extLst>
            </p:cNvPr>
            <p:cNvCxnSpPr/>
            <p:nvPr/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E6B2782D-C3D8-B634-ADB3-015E5C9BCF3C}"/>
                </a:ext>
              </a:extLst>
            </p:cNvPr>
            <p:cNvCxnSpPr/>
            <p:nvPr/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平行四边形 71">
              <a:extLst>
                <a:ext uri="{FF2B5EF4-FFF2-40B4-BE49-F238E27FC236}">
                  <a16:creationId xmlns:a16="http://schemas.microsoft.com/office/drawing/2014/main" id="{EED5FB27-7703-B0B6-A2F8-8B1D04E1B3F1}"/>
                </a:ext>
              </a:extLst>
            </p:cNvPr>
            <p:cNvSpPr/>
            <p:nvPr/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平行四边形 72">
              <a:extLst>
                <a:ext uri="{FF2B5EF4-FFF2-40B4-BE49-F238E27FC236}">
                  <a16:creationId xmlns:a16="http://schemas.microsoft.com/office/drawing/2014/main" id="{97EB1266-90CA-1E34-652D-4CFD0619DFB4}"/>
                </a:ext>
              </a:extLst>
            </p:cNvPr>
            <p:cNvSpPr/>
            <p:nvPr/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平行四边形 73">
              <a:extLst>
                <a:ext uri="{FF2B5EF4-FFF2-40B4-BE49-F238E27FC236}">
                  <a16:creationId xmlns:a16="http://schemas.microsoft.com/office/drawing/2014/main" id="{0F167A45-0F05-652C-8AA4-0056D612FBEE}"/>
                </a:ext>
              </a:extLst>
            </p:cNvPr>
            <p:cNvSpPr/>
            <p:nvPr/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5" name="矩形 74">
            <a:extLst>
              <a:ext uri="{FF2B5EF4-FFF2-40B4-BE49-F238E27FC236}">
                <a16:creationId xmlns:a16="http://schemas.microsoft.com/office/drawing/2014/main" id="{A4ADB8C1-A79A-F5E0-504A-06813C2E9004}"/>
              </a:ext>
            </a:extLst>
          </p:cNvPr>
          <p:cNvSpPr/>
          <p:nvPr/>
        </p:nvSpPr>
        <p:spPr>
          <a:xfrm>
            <a:off x="6556670" y="2096982"/>
            <a:ext cx="51303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676661"/>
                </a:solidFill>
              </a:rPr>
              <a:t>线程安全解释器类</a:t>
            </a:r>
            <a:r>
              <a:rPr lang="en-US" altLang="zh-CN" sz="2000" b="1" dirty="0">
                <a:solidFill>
                  <a:srgbClr val="676661"/>
                </a:solidFill>
              </a:rPr>
              <a:t>: </a:t>
            </a:r>
            <a:r>
              <a:rPr lang="en-US" altLang="zh-CN" sz="2000" b="1" dirty="0" err="1">
                <a:solidFill>
                  <a:srgbClr val="676661"/>
                </a:solidFill>
              </a:rPr>
              <a:t>ThreadSafeDSLInterpreter</a:t>
            </a:r>
            <a:endParaRPr lang="zh-CN" altLang="en-US" sz="2000" b="1" dirty="0">
              <a:solidFill>
                <a:srgbClr val="676661"/>
              </a:solidFill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22781949-A1B2-AFC1-D0E5-BA71D5BC940D}"/>
              </a:ext>
            </a:extLst>
          </p:cNvPr>
          <p:cNvSpPr txBox="1"/>
          <p:nvPr/>
        </p:nvSpPr>
        <p:spPr>
          <a:xfrm>
            <a:off x="6556670" y="2625774"/>
            <a:ext cx="54774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ThreadSafeDSLInterpreter</a:t>
            </a:r>
            <a:r>
              <a:rPr lang="en-US" altLang="zh-CN" dirty="0"/>
              <a:t> </a:t>
            </a:r>
            <a:r>
              <a:rPr lang="zh-CN" altLang="en-US" dirty="0"/>
              <a:t>继承自 </a:t>
            </a:r>
            <a:r>
              <a:rPr lang="en-US" altLang="zh-CN" dirty="0" err="1"/>
              <a:t>DSLInterpreter</a:t>
            </a:r>
            <a:r>
              <a:rPr lang="zh-CN" altLang="en-US" dirty="0"/>
              <a:t>，针对多线程场景进行了专门优化</a:t>
            </a:r>
            <a:r>
              <a:rPr lang="en-US" altLang="zh-CN" dirty="0"/>
              <a:t>:</a:t>
            </a:r>
            <a:r>
              <a:rPr lang="zh-CN" altLang="en-US" dirty="0"/>
              <a:t>不在类初始化时创建数据库连接，而是在 </a:t>
            </a:r>
            <a:r>
              <a:rPr lang="en-US" altLang="zh-CN" dirty="0"/>
              <a:t>run() </a:t>
            </a:r>
            <a:r>
              <a:rPr lang="zh-CN" altLang="en-US" dirty="0"/>
              <a:t>方法中在线程内部建立连接，有效避免了多线程环境下共享数据库连接可能引发的线程安全问题，避免多线程环境下的资源竞争问题。</a:t>
            </a:r>
          </a:p>
        </p:txBody>
      </p:sp>
    </p:spTree>
    <p:extLst>
      <p:ext uri="{BB962C8B-B14F-4D97-AF65-F5344CB8AC3E}">
        <p14:creationId xmlns:p14="http://schemas.microsoft.com/office/powerpoint/2010/main" val="416689464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3683901" y="345797"/>
            <a:ext cx="4820918" cy="4822970"/>
            <a:chOff x="4170953" y="833056"/>
            <a:chExt cx="3846813" cy="3848451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170953" y="833056"/>
              <a:ext cx="3846813" cy="3848451"/>
              <a:chOff x="4170953" y="833056"/>
              <a:chExt cx="3846813" cy="384845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273247" y="926495"/>
                <a:ext cx="3645505" cy="3645505"/>
                <a:chOff x="3651549" y="975481"/>
                <a:chExt cx="2929467" cy="2929467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3651549" y="975481"/>
                  <a:ext cx="2929467" cy="2929467"/>
                </a:xfrm>
                <a:prstGeom prst="ellipse">
                  <a:avLst/>
                </a:prstGeom>
                <a:solidFill>
                  <a:srgbClr val="F5F0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856282" y="1186757"/>
                  <a:ext cx="2520000" cy="2519829"/>
                </a:xfrm>
                <a:prstGeom prst="ellipse">
                  <a:avLst/>
                </a:prstGeom>
                <a:solidFill>
                  <a:srgbClr val="79A5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 rot="-5400000" flipH="1">
                <a:off x="4224639" y="255943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4976471" flipH="1">
                <a:off x="4237730" y="234718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4552941" flipH="1">
                <a:off x="4276806" y="21381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4129412" flipH="1">
                <a:off x="4341273" y="193550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705882" flipH="1">
                <a:off x="4430155" y="174231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3282353" flipH="1">
                <a:off x="4542104" y="156150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58823" flipH="1">
                <a:off x="4675423" y="139583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435294" flipH="1">
                <a:off x="4828091" y="124779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011765" flipH="1">
                <a:off x="4997794" y="111963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588235" flipH="1">
                <a:off x="5181960" y="101331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164706" flipH="1">
                <a:off x="5377796" y="93042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741177" flipH="1">
                <a:off x="5582334" y="8722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317647" flipH="1">
                <a:off x="5792473" y="83960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5883" flipH="1">
                <a:off x="6005028" y="83305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29412" flipH="1">
                <a:off x="6216777" y="85267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952941" flipH="1">
                <a:off x="6424510" y="8981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376471" flipH="1">
                <a:off x="6625077" y="9688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1800000" flipH="1">
                <a:off x="6815439" y="10636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223529" flipH="1">
                <a:off x="6992710" y="11811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647059" flipH="1">
                <a:off x="7154201" y="13194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3070588" flipH="1">
                <a:off x="7297467" y="147661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3494117" flipH="1">
                <a:off x="7420334" y="165018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3917647" flipH="1">
                <a:off x="7520940" y="18375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41176" flipH="1">
                <a:off x="7597760" y="203583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4764706" flipH="1">
                <a:off x="7649630" y="22420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188236" flipH="1">
                <a:off x="7675763" y="24531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611765" flipH="1">
                <a:off x="7675763" y="26657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6035294" flipH="1">
                <a:off x="7649630" y="28768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6458824" flipH="1">
                <a:off x="7597760" y="308304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6882353" flipH="1">
                <a:off x="7520940" y="32813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7305883" flipH="1">
                <a:off x="7420334" y="346869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7729412" flipH="1">
                <a:off x="7297467" y="36422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8152941" flipH="1">
                <a:off x="7154201" y="379941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8576471" flipH="1">
                <a:off x="6992710" y="39377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9000000" flipH="1">
                <a:off x="6815439" y="40552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9423529" flipH="1">
                <a:off x="6625077" y="41500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9847059" flipH="1">
                <a:off x="6424509" y="42207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270589" flipH="1">
                <a:off x="6216777" y="426619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0694117" flipH="1">
                <a:off x="6005028" y="428581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1117648" flipH="1">
                <a:off x="5792473" y="42792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1541176" flipH="1">
                <a:off x="5582334" y="42466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1964706" flipH="1">
                <a:off x="5377796" y="418845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2388235" flipH="1">
                <a:off x="5181960" y="410556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12811765" flipH="1">
                <a:off x="4997794" y="399923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3235294" flipH="1">
                <a:off x="4828092" y="387108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13658824" flipH="1">
                <a:off x="4675423" y="372304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14082352" flipH="1">
                <a:off x="4542104" y="35573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4505883" flipH="1">
                <a:off x="4430155" y="337656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4929413" flipH="1">
                <a:off x="4341273" y="318337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5352941" flipH="1">
                <a:off x="4276806" y="29807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5776472" flipH="1">
                <a:off x="4237730" y="277168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>
              <a:off x="5093797" y="2186051"/>
              <a:ext cx="1999050" cy="158900"/>
              <a:chOff x="5010088" y="1993966"/>
              <a:chExt cx="1999050" cy="158900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5010088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109586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椭圆 135"/>
              <p:cNvSpPr/>
              <p:nvPr/>
            </p:nvSpPr>
            <p:spPr>
              <a:xfrm>
                <a:off x="5932484" y="1993966"/>
                <a:ext cx="158900" cy="158900"/>
              </a:xfrm>
              <a:prstGeom prst="ellipse">
                <a:avLst/>
              </a:prstGeom>
              <a:noFill/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5282883" y="1616208"/>
              <a:ext cx="1620880" cy="5157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defTabSz="914400"/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第四部分</a:t>
              </a: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300531" y="2396875"/>
              <a:ext cx="3585583" cy="6630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F5F0EA"/>
                  </a:solidFill>
                </a:rPr>
                <a:t>『</a:t>
              </a:r>
              <a:r>
                <a:rPr lang="zh-CN" altLang="en-US" sz="4800" b="1" dirty="0">
                  <a:solidFill>
                    <a:srgbClr val="F5F0EA"/>
                  </a:solidFill>
                </a:rPr>
                <a:t>测试与结果</a:t>
              </a:r>
              <a:r>
                <a:rPr lang="en-US" altLang="zh-CN" sz="4800" b="1" dirty="0">
                  <a:solidFill>
                    <a:srgbClr val="F5F0EA"/>
                  </a:solidFill>
                </a:rPr>
                <a:t>』</a:t>
              </a:r>
            </a:p>
          </p:txBody>
        </p:sp>
        <p:grpSp>
          <p:nvGrpSpPr>
            <p:cNvPr id="140" name="Group 67"/>
            <p:cNvGrpSpPr>
              <a:grpSpLocks noChangeAspect="1"/>
            </p:cNvGrpSpPr>
            <p:nvPr/>
          </p:nvGrpSpPr>
          <p:grpSpPr bwMode="auto">
            <a:xfrm>
              <a:off x="5486103" y="3161047"/>
              <a:ext cx="1214438" cy="898525"/>
              <a:chOff x="6149" y="2123"/>
              <a:chExt cx="765" cy="566"/>
            </a:xfrm>
            <a:solidFill>
              <a:srgbClr val="F5F0EA"/>
            </a:solidFill>
          </p:grpSpPr>
          <p:sp>
            <p:nvSpPr>
              <p:cNvPr id="141" name="Freeform 68"/>
              <p:cNvSpPr>
                <a:spLocks/>
              </p:cNvSpPr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" name="Freeform 69"/>
              <p:cNvSpPr>
                <a:spLocks/>
              </p:cNvSpPr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" name="Freeform 70"/>
              <p:cNvSpPr>
                <a:spLocks/>
              </p:cNvSpPr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09609980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测试与结果</a:t>
            </a: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4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384541"/>
              </p:ext>
            </p:extLst>
          </p:nvPr>
        </p:nvGraphicFramePr>
        <p:xfrm>
          <a:off x="1295397" y="1512241"/>
          <a:ext cx="9792906" cy="3238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7303">
                  <a:extLst>
                    <a:ext uri="{9D8B030D-6E8A-4147-A177-3AD203B41FA5}">
                      <a16:colId xmlns:a16="http://schemas.microsoft.com/office/drawing/2014/main" val="896492480"/>
                    </a:ext>
                  </a:extLst>
                </a:gridCol>
                <a:gridCol w="1461569">
                  <a:extLst>
                    <a:ext uri="{9D8B030D-6E8A-4147-A177-3AD203B41FA5}">
                      <a16:colId xmlns:a16="http://schemas.microsoft.com/office/drawing/2014/main" val="3713305380"/>
                    </a:ext>
                  </a:extLst>
                </a:gridCol>
                <a:gridCol w="964131">
                  <a:extLst>
                    <a:ext uri="{9D8B030D-6E8A-4147-A177-3AD203B41FA5}">
                      <a16:colId xmlns:a16="http://schemas.microsoft.com/office/drawing/2014/main" val="2154557474"/>
                    </a:ext>
                  </a:extLst>
                </a:gridCol>
                <a:gridCol w="4839903">
                  <a:extLst>
                    <a:ext uri="{9D8B030D-6E8A-4147-A177-3AD203B41FA5}">
                      <a16:colId xmlns:a16="http://schemas.microsoft.com/office/drawing/2014/main" val="271042119"/>
                    </a:ext>
                  </a:extLst>
                </a:gridCol>
              </a:tblGrid>
              <a:tr h="11419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Segoe UI" panose="020B0502040204020203" pitchFamily="34" charset="0"/>
                        </a:rPr>
                        <a:t>测试脚本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5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A5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Segoe UI" panose="020B0502040204020203" pitchFamily="34" charset="0"/>
                        </a:rPr>
                        <a:t>测试用例数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5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A5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Segoe UI" panose="020B0502040204020203" pitchFamily="34" charset="0"/>
                        </a:rPr>
                        <a:t>通过数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5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A5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Segoe UI" panose="020B0502040204020203" pitchFamily="34" charset="0"/>
                        </a:rPr>
                        <a:t>备注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5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A5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973329"/>
                  </a:ext>
                </a:extLst>
              </a:tr>
              <a:tr h="4997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test_parser.py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5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5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zh-CN" sz="180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Segoe UI" panose="020B0502040204020203" pitchFamily="34" charset="0"/>
                        </a:rPr>
                        <a:t>测试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Segoe UI" panose="020B0502040204020203" pitchFamily="34" charset="0"/>
                        </a:rPr>
                        <a:t>语法解析</a:t>
                      </a:r>
                      <a:r>
                        <a:rPr lang="zh-CN" altLang="en-US" sz="180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Segoe UI" panose="020B0502040204020203" pitchFamily="34" charset="0"/>
                        </a:rPr>
                        <a:t>功能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425041"/>
                  </a:ext>
                </a:extLst>
              </a:tr>
              <a:tr h="49974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test_interpreter.py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5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5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zh-CN" sz="180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Segoe UI" panose="020B0502040204020203" pitchFamily="34" charset="0"/>
                        </a:rPr>
                        <a:t>测试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Segoe UI" panose="020B0502040204020203" pitchFamily="34" charset="0"/>
                        </a:rPr>
                        <a:t>解释器流程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224966"/>
                  </a:ext>
                </a:extLst>
              </a:tr>
              <a:tr h="49974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test_llm_client.py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8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8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800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测试不使用真实</a:t>
                      </a:r>
                      <a:r>
                        <a:rPr lang="en-US" altLang="zh-CN" sz="1800" kern="100" dirty="0" err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api</a:t>
                      </a:r>
                      <a:r>
                        <a:rPr lang="zh-CN" altLang="en-US" sz="1800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时意图识别、错误处理和异常场景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372353"/>
                  </a:ext>
                </a:extLst>
              </a:tr>
              <a:tr h="49974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test_llm_client_api.py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调用真实智谱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AI API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，验证意图识别准确率、回复质量与响应时间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141781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1295397" y="925780"/>
            <a:ext cx="2282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400" b="1" dirty="0">
                <a:solidFill>
                  <a:srgbClr val="676661"/>
                </a:solidFill>
                <a:ea typeface="微软雅黑" charset="0"/>
              </a:rPr>
              <a:t>▷单元测试结果</a:t>
            </a:r>
          </a:p>
        </p:txBody>
      </p:sp>
      <p:sp>
        <p:nvSpPr>
          <p:cNvPr id="9" name="矩形 8"/>
          <p:cNvSpPr/>
          <p:nvPr/>
        </p:nvSpPr>
        <p:spPr>
          <a:xfrm>
            <a:off x="1295397" y="4941223"/>
            <a:ext cx="9693403" cy="1661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每个模块完成后都进行单元测试，通过测试桩隔离外部依赖。使用的核心测试桩包括：</a:t>
            </a:r>
          </a:p>
          <a:p>
            <a:pPr defTabSz="609585">
              <a:lnSpc>
                <a:spcPct val="130000"/>
              </a:lnSpc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MockDSLParser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：生成预设的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AST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结构，隔离脚本文件读取依赖，确保解析逻辑独立测试</a:t>
            </a:r>
          </a:p>
          <a:p>
            <a:pPr defTabSz="609585">
              <a:lnSpc>
                <a:spcPct val="130000"/>
              </a:lnSpc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MockLLMClient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：模拟意图识别与回复生成功能，避免调用真实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API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，支持离线测试</a:t>
            </a:r>
          </a:p>
          <a:p>
            <a:pPr defTabSz="609585">
              <a:lnSpc>
                <a:spcPct val="130000"/>
              </a:lnSpc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MockRequests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：采用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Mock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技术，模拟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HTTP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请求响应，专门用于测试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LLM API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错误处理和异常场景</a:t>
            </a:r>
          </a:p>
          <a:p>
            <a:pPr defTabSz="609585"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这些测试桩通过预定义的行为模式，为解释器核心逻辑提供了完整的测试覆盖，确保各模块功能正确性。</a:t>
            </a:r>
          </a:p>
        </p:txBody>
      </p:sp>
    </p:spTree>
    <p:extLst>
      <p:ext uri="{BB962C8B-B14F-4D97-AF65-F5344CB8AC3E}">
        <p14:creationId xmlns:p14="http://schemas.microsoft.com/office/powerpoint/2010/main" val="130095880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643D4-46C0-2567-F7DF-E096A032A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B495CFF-9B27-4E82-F42D-7BAE903632B9}"/>
              </a:ext>
            </a:extLst>
          </p:cNvPr>
          <p:cNvSpPr/>
          <p:nvPr/>
        </p:nvSpPr>
        <p:spPr>
          <a:xfrm>
            <a:off x="1171418" y="184665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测试与结果</a:t>
            </a:r>
          </a:p>
        </p:txBody>
      </p:sp>
      <p:sp>
        <p:nvSpPr>
          <p:cNvPr id="6" name="五边形 5">
            <a:extLst>
              <a:ext uri="{FF2B5EF4-FFF2-40B4-BE49-F238E27FC236}">
                <a16:creationId xmlns:a16="http://schemas.microsoft.com/office/drawing/2014/main" id="{36BFCD10-BAD0-C760-3C48-2BD4CB753235}"/>
              </a:ext>
            </a:extLst>
          </p:cNvPr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4B24FE-A3F8-A4D6-CFEC-6027BE985075}"/>
              </a:ext>
            </a:extLst>
          </p:cNvPr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4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853F9CF-B144-8978-21E4-5EFB16A78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163872"/>
              </p:ext>
            </p:extLst>
          </p:nvPr>
        </p:nvGraphicFramePr>
        <p:xfrm>
          <a:off x="1295396" y="1507624"/>
          <a:ext cx="10350503" cy="2141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2455">
                  <a:extLst>
                    <a:ext uri="{9D8B030D-6E8A-4147-A177-3AD203B41FA5}">
                      <a16:colId xmlns:a16="http://schemas.microsoft.com/office/drawing/2014/main" val="896492480"/>
                    </a:ext>
                  </a:extLst>
                </a:gridCol>
                <a:gridCol w="2326016">
                  <a:extLst>
                    <a:ext uri="{9D8B030D-6E8A-4147-A177-3AD203B41FA5}">
                      <a16:colId xmlns:a16="http://schemas.microsoft.com/office/drawing/2014/main" val="3713305380"/>
                    </a:ext>
                  </a:extLst>
                </a:gridCol>
                <a:gridCol w="1235733">
                  <a:extLst>
                    <a:ext uri="{9D8B030D-6E8A-4147-A177-3AD203B41FA5}">
                      <a16:colId xmlns:a16="http://schemas.microsoft.com/office/drawing/2014/main" val="2154557474"/>
                    </a:ext>
                  </a:extLst>
                </a:gridCol>
                <a:gridCol w="3416299">
                  <a:extLst>
                    <a:ext uri="{9D8B030D-6E8A-4147-A177-3AD203B41FA5}">
                      <a16:colId xmlns:a16="http://schemas.microsoft.com/office/drawing/2014/main" val="271042119"/>
                    </a:ext>
                  </a:extLst>
                </a:gridCol>
              </a:tblGrid>
              <a:tr h="114195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测试脚本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F5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A5B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测试用例数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F5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A5B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通过数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F5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A5B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备注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F5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A5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973329"/>
                  </a:ext>
                </a:extLst>
              </a:tr>
              <a:tr h="49974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test_concurrency.py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无超卖，库存数据一致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425041"/>
                  </a:ext>
                </a:extLst>
              </a:tr>
              <a:tr h="49974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test_main.py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医疗</a:t>
                      </a:r>
                      <a:r>
                        <a:rPr lang="en-US" sz="2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zh-CN" sz="2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电商业务流程均正常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66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224966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F8E5FB88-3563-A768-70DA-1B4E988847A2}"/>
              </a:ext>
            </a:extLst>
          </p:cNvPr>
          <p:cNvSpPr/>
          <p:nvPr/>
        </p:nvSpPr>
        <p:spPr>
          <a:xfrm>
            <a:off x="1295396" y="951046"/>
            <a:ext cx="2282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400" b="1" dirty="0">
                <a:solidFill>
                  <a:srgbClr val="676661"/>
                </a:solidFill>
                <a:ea typeface="微软雅黑" charset="0"/>
              </a:rPr>
              <a:t>▷集成测试结果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5443E1-513D-1E2F-1E25-63E8C9FDDB45}"/>
              </a:ext>
            </a:extLst>
          </p:cNvPr>
          <p:cNvSpPr/>
          <p:nvPr/>
        </p:nvSpPr>
        <p:spPr>
          <a:xfrm>
            <a:off x="1396996" y="3972930"/>
            <a:ext cx="9693403" cy="2505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test_concurrency.py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创建独立测试数据库，初始化库存，启动多线程模拟多用户并发购买，验证最终库存与成功购买用户数是否符合预期，有很多问题都是在这个测试过程中发现的。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charset="0"/>
              <a:ea typeface="微软雅黑" charset="0"/>
            </a:endParaRPr>
          </a:p>
          <a:p>
            <a:pPr defTabSz="609585">
              <a:lnSpc>
                <a:spcPct val="130000"/>
              </a:lnSpc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charset="0"/>
              <a:ea typeface="微软雅黑" charset="0"/>
            </a:endParaRPr>
          </a:p>
          <a:p>
            <a:pPr defTabSz="609585"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test_main.py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是模拟用户输入序列，启动系统完整流程，验证业务流程执行是否正确。</a:t>
            </a:r>
          </a:p>
          <a:p>
            <a:pPr defTabSz="609585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包含医疗模块（挂号、体检、科普）、电商模块（购买、退款、投诉、库存不足）。</a:t>
            </a:r>
          </a:p>
          <a:p>
            <a:pPr defTabSz="609585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是对于前面单元测试的总结</a:t>
            </a:r>
          </a:p>
          <a:p>
            <a:pPr defTabSz="609585">
              <a:lnSpc>
                <a:spcPct val="130000"/>
              </a:lnSpc>
            </a:pP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34024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2"/>
                    </a14:imgEffect>
                  </a14:imgLayer>
                </a14:imgProps>
              </a:ext>
            </a:extLst>
          </a:blip>
          <a:srcRect t="20124" b="15271"/>
          <a:stretch/>
        </p:blipFill>
        <p:spPr>
          <a:xfrm>
            <a:off x="0" y="1411280"/>
            <a:ext cx="12192000" cy="4430719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-330200" y="2277533"/>
            <a:ext cx="12192000" cy="2751667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71418" y="184665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测试与结果</a:t>
            </a: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4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68916" y="3254803"/>
            <a:ext cx="57937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3200" b="1" dirty="0">
                <a:solidFill>
                  <a:srgbClr val="F5F0EA"/>
                </a:solidFill>
                <a:ea typeface="微软雅黑" charset="0"/>
              </a:rPr>
              <a:t>▷具体测试结果参照</a:t>
            </a:r>
            <a:r>
              <a:rPr lang="en-US" altLang="zh-CN" sz="3200" b="1" dirty="0" err="1">
                <a:solidFill>
                  <a:srgbClr val="F5F0EA"/>
                </a:solidFill>
                <a:ea typeface="微软雅黑" charset="0"/>
              </a:rPr>
              <a:t>test_results</a:t>
            </a:r>
            <a:endParaRPr lang="zh-CN" altLang="en-US" sz="3200" b="1" dirty="0">
              <a:solidFill>
                <a:srgbClr val="F5F0EA"/>
              </a:solidFill>
              <a:ea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077648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30" name="任意多边形 29"/>
          <p:cNvSpPr/>
          <p:nvPr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4178744" y="1033979"/>
            <a:ext cx="38779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</a:rPr>
              <a:t>程序设计实践大作业</a:t>
            </a:r>
          </a:p>
        </p:txBody>
      </p:sp>
      <p:sp>
        <p:nvSpPr>
          <p:cNvPr id="34" name="矩形 33"/>
          <p:cNvSpPr/>
          <p:nvPr/>
        </p:nvSpPr>
        <p:spPr>
          <a:xfrm>
            <a:off x="4263012" y="2708607"/>
            <a:ext cx="357020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6600" b="1" dirty="0">
                <a:solidFill>
                  <a:srgbClr val="777671"/>
                </a:solidFill>
                <a:latin typeface="Microsoft YaHei" charset="0"/>
                <a:ea typeface="Microsoft YaHei" charset="0"/>
                <a:cs typeface="Microsoft YaHei" charset="0"/>
              </a:rPr>
              <a:t>感谢观看</a:t>
            </a:r>
          </a:p>
        </p:txBody>
      </p:sp>
      <p:grpSp>
        <p:nvGrpSpPr>
          <p:cNvPr id="83" name="组合 82"/>
          <p:cNvGrpSpPr/>
          <p:nvPr/>
        </p:nvGrpSpPr>
        <p:grpSpPr>
          <a:xfrm>
            <a:off x="1764181" y="4715060"/>
            <a:ext cx="8629705" cy="0"/>
            <a:chOff x="1764181" y="4127500"/>
            <a:chExt cx="8629705" cy="0"/>
          </a:xfrm>
        </p:grpSpPr>
        <p:cxnSp>
          <p:nvCxnSpPr>
            <p:cNvPr id="80" name="直接连接符 79"/>
            <p:cNvCxnSpPr/>
            <p:nvPr/>
          </p:nvCxnSpPr>
          <p:spPr>
            <a:xfrm>
              <a:off x="1764181" y="4127500"/>
              <a:ext cx="2755900" cy="0"/>
            </a:xfrm>
            <a:prstGeom prst="line">
              <a:avLst/>
            </a:prstGeom>
            <a:ln>
              <a:solidFill>
                <a:srgbClr val="7776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7637986" y="4127500"/>
              <a:ext cx="2755900" cy="0"/>
            </a:xfrm>
            <a:prstGeom prst="line">
              <a:avLst/>
            </a:prstGeom>
            <a:ln>
              <a:solidFill>
                <a:srgbClr val="7776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矩形 84"/>
          <p:cNvSpPr/>
          <p:nvPr/>
        </p:nvSpPr>
        <p:spPr>
          <a:xfrm>
            <a:off x="3364990" y="6128303"/>
            <a:ext cx="54280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5F0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答辩人：张欣怡   学号：</a:t>
            </a:r>
            <a:r>
              <a:rPr lang="en-US" altLang="zh-CN" sz="2400" b="1" dirty="0">
                <a:solidFill>
                  <a:srgbClr val="F5F0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2023211127</a:t>
            </a:r>
          </a:p>
        </p:txBody>
      </p:sp>
    </p:spTree>
    <p:extLst>
      <p:ext uri="{BB962C8B-B14F-4D97-AF65-F5344CB8AC3E}">
        <p14:creationId xmlns:p14="http://schemas.microsoft.com/office/powerpoint/2010/main" val="3259728636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3683901" y="345797"/>
            <a:ext cx="4820918" cy="4822970"/>
            <a:chOff x="4170953" y="833056"/>
            <a:chExt cx="3846813" cy="3848451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170953" y="833056"/>
              <a:ext cx="3846813" cy="3848451"/>
              <a:chOff x="4170953" y="833056"/>
              <a:chExt cx="3846813" cy="384845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273247" y="926495"/>
                <a:ext cx="3645505" cy="3645505"/>
                <a:chOff x="3651549" y="975481"/>
                <a:chExt cx="2929467" cy="2929467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3651549" y="975481"/>
                  <a:ext cx="2929467" cy="2929467"/>
                </a:xfrm>
                <a:prstGeom prst="ellipse">
                  <a:avLst/>
                </a:prstGeom>
                <a:solidFill>
                  <a:srgbClr val="F5F0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856282" y="1186757"/>
                  <a:ext cx="2520000" cy="2519829"/>
                </a:xfrm>
                <a:prstGeom prst="ellipse">
                  <a:avLst/>
                </a:prstGeom>
                <a:solidFill>
                  <a:srgbClr val="79A5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 rot="-5400000" flipH="1">
                <a:off x="4224639" y="255943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4976471" flipH="1">
                <a:off x="4237730" y="234718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4552941" flipH="1">
                <a:off x="4276806" y="21381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4129412" flipH="1">
                <a:off x="4341273" y="193550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705882" flipH="1">
                <a:off x="4430155" y="174231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3282353" flipH="1">
                <a:off x="4542104" y="156150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58823" flipH="1">
                <a:off x="4675423" y="139583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435294" flipH="1">
                <a:off x="4828091" y="124779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011765" flipH="1">
                <a:off x="4997794" y="111963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588235" flipH="1">
                <a:off x="5181960" y="101331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164706" flipH="1">
                <a:off x="5377796" y="93042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741177" flipH="1">
                <a:off x="5582334" y="8722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317647" flipH="1">
                <a:off x="5792473" y="83960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5883" flipH="1">
                <a:off x="6005028" y="83305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29412" flipH="1">
                <a:off x="6216777" y="85267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952941" flipH="1">
                <a:off x="6424510" y="8981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376471" flipH="1">
                <a:off x="6625077" y="9688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1800000" flipH="1">
                <a:off x="6815439" y="10636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223529" flipH="1">
                <a:off x="6992710" y="11811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647059" flipH="1">
                <a:off x="7154201" y="13194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3070588" flipH="1">
                <a:off x="7297467" y="147661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3494117" flipH="1">
                <a:off x="7420334" y="165018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3917647" flipH="1">
                <a:off x="7520940" y="18375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41176" flipH="1">
                <a:off x="7597760" y="203583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4764706" flipH="1">
                <a:off x="7649630" y="22420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188236" flipH="1">
                <a:off x="7675763" y="24531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611765" flipH="1">
                <a:off x="7675763" y="26657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6035294" flipH="1">
                <a:off x="7649630" y="28768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6458824" flipH="1">
                <a:off x="7597760" y="308304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6882353" flipH="1">
                <a:off x="7520940" y="32813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7305883" flipH="1">
                <a:off x="7420334" y="346869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7729412" flipH="1">
                <a:off x="7297467" y="36422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8152941" flipH="1">
                <a:off x="7154201" y="379941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8576471" flipH="1">
                <a:off x="6992710" y="39377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9000000" flipH="1">
                <a:off x="6815439" y="40552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9423529" flipH="1">
                <a:off x="6625077" y="41500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9847059" flipH="1">
                <a:off x="6424509" y="42207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270589" flipH="1">
                <a:off x="6216777" y="426619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0694117" flipH="1">
                <a:off x="6005028" y="428581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1117648" flipH="1">
                <a:off x="5792473" y="42792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1541176" flipH="1">
                <a:off x="5582334" y="42466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1964706" flipH="1">
                <a:off x="5377796" y="418845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2388235" flipH="1">
                <a:off x="5181960" y="410556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12811765" flipH="1">
                <a:off x="4997794" y="399923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3235294" flipH="1">
                <a:off x="4828092" y="387108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13658824" flipH="1">
                <a:off x="4675423" y="372304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14082352" flipH="1">
                <a:off x="4542104" y="35573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4505883" flipH="1">
                <a:off x="4430155" y="337656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4929413" flipH="1">
                <a:off x="4341273" y="318337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5352941" flipH="1">
                <a:off x="4276806" y="29807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5776472" flipH="1">
                <a:off x="4237730" y="277168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>
              <a:off x="5093797" y="2186051"/>
              <a:ext cx="1999050" cy="158900"/>
              <a:chOff x="5010088" y="1993966"/>
              <a:chExt cx="1999050" cy="158900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5010088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109586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椭圆 135"/>
              <p:cNvSpPr/>
              <p:nvPr/>
            </p:nvSpPr>
            <p:spPr>
              <a:xfrm>
                <a:off x="5932484" y="1993966"/>
                <a:ext cx="158900" cy="158900"/>
              </a:xfrm>
              <a:prstGeom prst="ellipse">
                <a:avLst/>
              </a:prstGeom>
              <a:noFill/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5282883" y="1616208"/>
              <a:ext cx="1620880" cy="5157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defTabSz="914400"/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第五部分</a:t>
              </a: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546118" y="2396875"/>
              <a:ext cx="3094407" cy="6630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F5F0EA"/>
                  </a:solidFill>
                </a:rPr>
                <a:t>『</a:t>
              </a:r>
              <a:r>
                <a:rPr lang="zh-CN" altLang="en-US" sz="4800" b="1" dirty="0">
                  <a:solidFill>
                    <a:srgbClr val="F5F0EA"/>
                  </a:solidFill>
                </a:rPr>
                <a:t>解决办法</a:t>
              </a:r>
              <a:r>
                <a:rPr lang="en-US" altLang="zh-CN" sz="4800" b="1" dirty="0">
                  <a:solidFill>
                    <a:srgbClr val="F5F0EA"/>
                  </a:solidFill>
                </a:rPr>
                <a:t>』</a:t>
              </a:r>
            </a:p>
          </p:txBody>
        </p:sp>
        <p:grpSp>
          <p:nvGrpSpPr>
            <p:cNvPr id="140" name="Group 67"/>
            <p:cNvGrpSpPr>
              <a:grpSpLocks noChangeAspect="1"/>
            </p:cNvGrpSpPr>
            <p:nvPr/>
          </p:nvGrpSpPr>
          <p:grpSpPr bwMode="auto">
            <a:xfrm>
              <a:off x="5486103" y="3161047"/>
              <a:ext cx="1214438" cy="898525"/>
              <a:chOff x="6149" y="2123"/>
              <a:chExt cx="765" cy="566"/>
            </a:xfrm>
            <a:solidFill>
              <a:srgbClr val="F5F0EA"/>
            </a:solidFill>
          </p:grpSpPr>
          <p:sp>
            <p:nvSpPr>
              <p:cNvPr id="141" name="Freeform 68"/>
              <p:cNvSpPr>
                <a:spLocks/>
              </p:cNvSpPr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" name="Freeform 69"/>
              <p:cNvSpPr>
                <a:spLocks/>
              </p:cNvSpPr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" name="Freeform 70"/>
              <p:cNvSpPr>
                <a:spLocks/>
              </p:cNvSpPr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63313564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测试与结果</a:t>
            </a: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4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107861" y="1329267"/>
            <a:ext cx="5144772" cy="4419600"/>
            <a:chOff x="951228" y="1329267"/>
            <a:chExt cx="5144772" cy="4419600"/>
          </a:xfrm>
        </p:grpSpPr>
        <p:sp>
          <p:nvSpPr>
            <p:cNvPr id="7" name="等腰三角形 6"/>
            <p:cNvSpPr/>
            <p:nvPr/>
          </p:nvSpPr>
          <p:spPr>
            <a:xfrm>
              <a:off x="951228" y="1329267"/>
              <a:ext cx="4419600" cy="4419600"/>
            </a:xfrm>
            <a:prstGeom prst="triangle">
              <a:avLst/>
            </a:prstGeom>
            <a:solidFill>
              <a:srgbClr val="79A5B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等腰三角形 11"/>
            <p:cNvSpPr/>
            <p:nvPr/>
          </p:nvSpPr>
          <p:spPr>
            <a:xfrm>
              <a:off x="1107861" y="1574658"/>
              <a:ext cx="4106334" cy="4106334"/>
            </a:xfrm>
            <a:prstGeom prst="triangle">
              <a:avLst/>
            </a:prstGeom>
            <a:noFill/>
            <a:ln w="38100">
              <a:solidFill>
                <a:srgbClr val="F5F0EA"/>
              </a:solidFill>
              <a:prstDash val="dash"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矩形 8"/>
            <p:cNvSpPr/>
            <p:nvPr/>
          </p:nvSpPr>
          <p:spPr>
            <a:xfrm>
              <a:off x="3366554" y="2329297"/>
              <a:ext cx="2729446" cy="906336"/>
            </a:xfrm>
            <a:prstGeom prst="rect">
              <a:avLst/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6801" tIns="176801" rIns="176801" bIns="176801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4400" b="1" kern="1200" dirty="0">
                  <a:solidFill>
                    <a:srgbClr val="F5F0EA"/>
                  </a:solidFill>
                </a:rPr>
                <a:t>1</a:t>
              </a:r>
              <a:r>
                <a:rPr lang="en-US" altLang="zh-CN" sz="3300" b="1" kern="1200" dirty="0">
                  <a:solidFill>
                    <a:srgbClr val="F5F0EA"/>
                  </a:solidFill>
                </a:rPr>
                <a:t> </a:t>
              </a:r>
              <a:r>
                <a:rPr lang="zh-CN" altLang="en-US" sz="3300" b="1" kern="1200" dirty="0">
                  <a:solidFill>
                    <a:srgbClr val="F5F0EA"/>
                  </a:solidFill>
                </a:rPr>
                <a:t>输入标题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3366554" y="3506275"/>
              <a:ext cx="2729446" cy="906336"/>
            </a:xfrm>
            <a:prstGeom prst="rect">
              <a:avLst/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6801" tIns="176801" rIns="176801" bIns="176801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4400" b="1" dirty="0">
                  <a:solidFill>
                    <a:srgbClr val="F5F0EA"/>
                  </a:solidFill>
                </a:rPr>
                <a:t>2</a:t>
              </a:r>
              <a:r>
                <a:rPr lang="en-US" altLang="zh-CN" sz="3300" b="1" dirty="0">
                  <a:solidFill>
                    <a:srgbClr val="F5F0EA"/>
                  </a:solidFill>
                </a:rPr>
                <a:t> </a:t>
              </a:r>
              <a:r>
                <a:rPr lang="zh-CN" altLang="en-US" sz="3300" b="1" dirty="0">
                  <a:solidFill>
                    <a:srgbClr val="F5F0EA"/>
                  </a:solidFill>
                </a:rPr>
                <a:t>输入标题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3366554" y="4683252"/>
              <a:ext cx="2729446" cy="906336"/>
            </a:xfrm>
            <a:prstGeom prst="rect">
              <a:avLst/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6801" tIns="176801" rIns="176801" bIns="176801" numCol="1" spcCol="1270" anchor="ctr" anchorCtr="0">
              <a:noAutofit/>
            </a:bodyPr>
            <a:lstStyle/>
            <a:p>
              <a:pPr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4400" b="1" dirty="0">
                  <a:solidFill>
                    <a:srgbClr val="F5F0EA"/>
                  </a:solidFill>
                </a:rPr>
                <a:t>3</a:t>
              </a:r>
              <a:r>
                <a:rPr lang="en-US" altLang="zh-CN" sz="3300" b="1" dirty="0">
                  <a:solidFill>
                    <a:srgbClr val="F5F0EA"/>
                  </a:solidFill>
                </a:rPr>
                <a:t> </a:t>
              </a:r>
              <a:r>
                <a:rPr lang="zh-CN" altLang="en-US" sz="3300" b="1" dirty="0">
                  <a:solidFill>
                    <a:srgbClr val="F5F0EA"/>
                  </a:solidFill>
                </a:rPr>
                <a:t>输入标题</a:t>
              </a:r>
            </a:p>
          </p:txBody>
        </p:sp>
      </p:grpSp>
      <p:sp>
        <p:nvSpPr>
          <p:cNvPr id="13" name="矩形 12"/>
          <p:cNvSpPr/>
          <p:nvPr/>
        </p:nvSpPr>
        <p:spPr>
          <a:xfrm>
            <a:off x="6471952" y="368299"/>
            <a:ext cx="4911481" cy="2305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数据库查询错误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: SQLite objects created in a thread can only be used in that same thread. The object was created in thread id 33440 and this is thread id 13296.</a:t>
            </a:r>
          </a:p>
          <a:p>
            <a:pPr defTabSz="609585">
              <a:lnSpc>
                <a:spcPct val="13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charset="0"/>
              <a:ea typeface="微软雅黑" charset="0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如果为每个线程创建独立的数据库连接。我们可以在每个线程中创建解释器，而不是在主线程中创建然后传递给线程。或者，在解释器中，我们不在初始化时连接数据库，而是在每个线程中运行解释器时再连接数据库。</a:t>
            </a:r>
          </a:p>
        </p:txBody>
      </p:sp>
      <p:sp>
        <p:nvSpPr>
          <p:cNvPr id="14" name="矩形 13"/>
          <p:cNvSpPr/>
          <p:nvPr/>
        </p:nvSpPr>
        <p:spPr>
          <a:xfrm>
            <a:off x="6319552" y="3493161"/>
            <a:ext cx="4911481" cy="6251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11233</a:t>
            </a:r>
          </a:p>
          <a:p>
            <a:pPr defTabSz="609585">
              <a:lnSpc>
                <a:spcPct val="130000"/>
              </a:lnSpc>
            </a:pP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319552" y="4683252"/>
            <a:ext cx="4911481" cy="932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</p:spTree>
    <p:extLst>
      <p:ext uri="{BB962C8B-B14F-4D97-AF65-F5344CB8AC3E}">
        <p14:creationId xmlns:p14="http://schemas.microsoft.com/office/powerpoint/2010/main" val="3908322826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椭圆 43"/>
          <p:cNvSpPr/>
          <p:nvPr/>
        </p:nvSpPr>
        <p:spPr>
          <a:xfrm>
            <a:off x="8526198" y="1508760"/>
            <a:ext cx="2560317" cy="2560317"/>
          </a:xfrm>
          <a:prstGeom prst="ellipse">
            <a:avLst/>
          </a:prstGeom>
          <a:noFill/>
          <a:ln w="38100">
            <a:solidFill>
              <a:srgbClr val="67666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4789699" y="1508760"/>
            <a:ext cx="2560317" cy="2560317"/>
          </a:xfrm>
          <a:prstGeom prst="ellipse">
            <a:avLst/>
          </a:prstGeom>
          <a:noFill/>
          <a:ln w="38100">
            <a:solidFill>
              <a:srgbClr val="67666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1053200" y="1508760"/>
            <a:ext cx="2560317" cy="2560317"/>
          </a:xfrm>
          <a:prstGeom prst="ellipse">
            <a:avLst/>
          </a:prstGeom>
          <a:noFill/>
          <a:ln w="38100">
            <a:solidFill>
              <a:srgbClr val="67666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71418" y="184665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测试与结果</a:t>
            </a: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4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1135588" y="3300107"/>
            <a:ext cx="2445809" cy="81469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4865154" y="3300107"/>
            <a:ext cx="2445809" cy="81469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8594721" y="3300107"/>
            <a:ext cx="2445809" cy="814692"/>
          </a:xfrm>
          <a:prstGeom prst="rect">
            <a:avLst/>
          </a:prstGeom>
        </p:spPr>
      </p:pic>
      <p:grpSp>
        <p:nvGrpSpPr>
          <p:cNvPr id="12" name="Group 11"/>
          <p:cNvGrpSpPr>
            <a:grpSpLocks noChangeAspect="1"/>
          </p:cNvGrpSpPr>
          <p:nvPr/>
        </p:nvGrpSpPr>
        <p:grpSpPr bwMode="auto">
          <a:xfrm>
            <a:off x="1527803" y="2049479"/>
            <a:ext cx="1611115" cy="1143892"/>
            <a:chOff x="1407" y="1098"/>
            <a:chExt cx="800" cy="568"/>
          </a:xfrm>
          <a:solidFill>
            <a:srgbClr val="676661"/>
          </a:solidFill>
        </p:grpSpPr>
        <p:sp>
          <p:nvSpPr>
            <p:cNvPr id="13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1" name="Group 32"/>
          <p:cNvGrpSpPr>
            <a:grpSpLocks noChangeAspect="1"/>
          </p:cNvGrpSpPr>
          <p:nvPr/>
        </p:nvGrpSpPr>
        <p:grpSpPr bwMode="auto">
          <a:xfrm>
            <a:off x="9012071" y="1991077"/>
            <a:ext cx="1611111" cy="1143891"/>
            <a:chOff x="4354" y="1098"/>
            <a:chExt cx="800" cy="568"/>
          </a:xfrm>
          <a:solidFill>
            <a:srgbClr val="676661"/>
          </a:solidFill>
        </p:grpSpPr>
        <p:sp>
          <p:nvSpPr>
            <p:cNvPr id="22" name="Freeform 33"/>
            <p:cNvSpPr>
              <a:spLocks noEditPoints="1"/>
            </p:cNvSpPr>
            <p:nvPr/>
          </p:nvSpPr>
          <p:spPr bwMode="auto">
            <a:xfrm>
              <a:off x="4441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34"/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35"/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36"/>
            <p:cNvSpPr>
              <a:spLocks/>
            </p:cNvSpPr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37"/>
            <p:cNvSpPr>
              <a:spLocks/>
            </p:cNvSpPr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38"/>
            <p:cNvSpPr>
              <a:spLocks/>
            </p:cNvSpPr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8" name="Group 121"/>
          <p:cNvGrpSpPr>
            <a:grpSpLocks noChangeAspect="1"/>
          </p:cNvGrpSpPr>
          <p:nvPr/>
        </p:nvGrpSpPr>
        <p:grpSpPr bwMode="auto">
          <a:xfrm>
            <a:off x="5400239" y="2049479"/>
            <a:ext cx="1339239" cy="1139863"/>
            <a:chOff x="515" y="3088"/>
            <a:chExt cx="665" cy="566"/>
          </a:xfrm>
          <a:solidFill>
            <a:srgbClr val="676661"/>
          </a:solidFill>
        </p:grpSpPr>
        <p:sp>
          <p:nvSpPr>
            <p:cNvPr id="29" name="Freeform 122"/>
            <p:cNvSpPr>
              <a:spLocks/>
            </p:cNvSpPr>
            <p:nvPr/>
          </p:nvSpPr>
          <p:spPr bwMode="auto">
            <a:xfrm>
              <a:off x="706" y="3550"/>
              <a:ext cx="283" cy="104"/>
            </a:xfrm>
            <a:custGeom>
              <a:avLst/>
              <a:gdLst>
                <a:gd name="T0" fmla="*/ 269 w 340"/>
                <a:gd name="T1" fmla="*/ 71 h 125"/>
                <a:gd name="T2" fmla="*/ 269 w 340"/>
                <a:gd name="T3" fmla="*/ 12 h 125"/>
                <a:gd name="T4" fmla="*/ 266 w 340"/>
                <a:gd name="T5" fmla="*/ 3 h 125"/>
                <a:gd name="T6" fmla="*/ 257 w 340"/>
                <a:gd name="T7" fmla="*/ 0 h 125"/>
                <a:gd name="T8" fmla="*/ 83 w 340"/>
                <a:gd name="T9" fmla="*/ 0 h 125"/>
                <a:gd name="T10" fmla="*/ 74 w 340"/>
                <a:gd name="T11" fmla="*/ 3 h 125"/>
                <a:gd name="T12" fmla="*/ 71 w 340"/>
                <a:gd name="T13" fmla="*/ 12 h 125"/>
                <a:gd name="T14" fmla="*/ 71 w 340"/>
                <a:gd name="T15" fmla="*/ 71 h 125"/>
                <a:gd name="T16" fmla="*/ 2 w 340"/>
                <a:gd name="T17" fmla="*/ 108 h 125"/>
                <a:gd name="T18" fmla="*/ 1 w 340"/>
                <a:gd name="T19" fmla="*/ 110 h 125"/>
                <a:gd name="T20" fmla="*/ 0 w 340"/>
                <a:gd name="T21" fmla="*/ 112 h 125"/>
                <a:gd name="T22" fmla="*/ 0 w 340"/>
                <a:gd name="T23" fmla="*/ 120 h 125"/>
                <a:gd name="T24" fmla="*/ 1 w 340"/>
                <a:gd name="T25" fmla="*/ 124 h 125"/>
                <a:gd name="T26" fmla="*/ 5 w 340"/>
                <a:gd name="T27" fmla="*/ 125 h 125"/>
                <a:gd name="T28" fmla="*/ 335 w 340"/>
                <a:gd name="T29" fmla="*/ 125 h 125"/>
                <a:gd name="T30" fmla="*/ 339 w 340"/>
                <a:gd name="T31" fmla="*/ 124 h 125"/>
                <a:gd name="T32" fmla="*/ 340 w 340"/>
                <a:gd name="T33" fmla="*/ 120 h 125"/>
                <a:gd name="T34" fmla="*/ 340 w 340"/>
                <a:gd name="T35" fmla="*/ 112 h 125"/>
                <a:gd name="T36" fmla="*/ 339 w 340"/>
                <a:gd name="T37" fmla="*/ 110 h 125"/>
                <a:gd name="T38" fmla="*/ 338 w 340"/>
                <a:gd name="T39" fmla="*/ 108 h 125"/>
                <a:gd name="T40" fmla="*/ 269 w 340"/>
                <a:gd name="T41" fmla="*/ 7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125">
                  <a:moveTo>
                    <a:pt x="269" y="71"/>
                  </a:moveTo>
                  <a:cubicBezTo>
                    <a:pt x="269" y="12"/>
                    <a:pt x="269" y="12"/>
                    <a:pt x="269" y="12"/>
                  </a:cubicBezTo>
                  <a:cubicBezTo>
                    <a:pt x="269" y="9"/>
                    <a:pt x="268" y="6"/>
                    <a:pt x="266" y="3"/>
                  </a:cubicBezTo>
                  <a:cubicBezTo>
                    <a:pt x="263" y="1"/>
                    <a:pt x="260" y="0"/>
                    <a:pt x="25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0" y="0"/>
                    <a:pt x="77" y="1"/>
                    <a:pt x="74" y="3"/>
                  </a:cubicBezTo>
                  <a:cubicBezTo>
                    <a:pt x="72" y="6"/>
                    <a:pt x="71" y="9"/>
                    <a:pt x="71" y="12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2" y="108"/>
                    <a:pt x="2" y="108"/>
                    <a:pt x="2" y="108"/>
                  </a:cubicBezTo>
                  <a:cubicBezTo>
                    <a:pt x="2" y="109"/>
                    <a:pt x="1" y="109"/>
                    <a:pt x="1" y="110"/>
                  </a:cubicBezTo>
                  <a:cubicBezTo>
                    <a:pt x="0" y="111"/>
                    <a:pt x="0" y="111"/>
                    <a:pt x="0" y="112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2"/>
                    <a:pt x="1" y="123"/>
                    <a:pt x="1" y="124"/>
                  </a:cubicBezTo>
                  <a:cubicBezTo>
                    <a:pt x="2" y="124"/>
                    <a:pt x="3" y="125"/>
                    <a:pt x="5" y="125"/>
                  </a:cubicBezTo>
                  <a:cubicBezTo>
                    <a:pt x="335" y="125"/>
                    <a:pt x="335" y="125"/>
                    <a:pt x="335" y="125"/>
                  </a:cubicBezTo>
                  <a:cubicBezTo>
                    <a:pt x="337" y="125"/>
                    <a:pt x="338" y="124"/>
                    <a:pt x="339" y="124"/>
                  </a:cubicBezTo>
                  <a:cubicBezTo>
                    <a:pt x="339" y="123"/>
                    <a:pt x="340" y="122"/>
                    <a:pt x="340" y="120"/>
                  </a:cubicBezTo>
                  <a:cubicBezTo>
                    <a:pt x="340" y="112"/>
                    <a:pt x="340" y="112"/>
                    <a:pt x="340" y="112"/>
                  </a:cubicBezTo>
                  <a:cubicBezTo>
                    <a:pt x="340" y="111"/>
                    <a:pt x="340" y="111"/>
                    <a:pt x="339" y="110"/>
                  </a:cubicBezTo>
                  <a:cubicBezTo>
                    <a:pt x="339" y="109"/>
                    <a:pt x="338" y="109"/>
                    <a:pt x="338" y="108"/>
                  </a:cubicBezTo>
                  <a:lnTo>
                    <a:pt x="26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30" name="Freeform 123"/>
            <p:cNvSpPr>
              <a:spLocks noEditPoints="1"/>
            </p:cNvSpPr>
            <p:nvPr/>
          </p:nvSpPr>
          <p:spPr bwMode="auto">
            <a:xfrm>
              <a:off x="515" y="3088"/>
              <a:ext cx="665" cy="449"/>
            </a:xfrm>
            <a:custGeom>
              <a:avLst/>
              <a:gdLst>
                <a:gd name="T0" fmla="*/ 791 w 800"/>
                <a:gd name="T1" fmla="*/ 9 h 539"/>
                <a:gd name="T2" fmla="*/ 770 w 800"/>
                <a:gd name="T3" fmla="*/ 0 h 539"/>
                <a:gd name="T4" fmla="*/ 30 w 800"/>
                <a:gd name="T5" fmla="*/ 0 h 539"/>
                <a:gd name="T6" fmla="*/ 9 w 800"/>
                <a:gd name="T7" fmla="*/ 9 h 539"/>
                <a:gd name="T8" fmla="*/ 0 w 800"/>
                <a:gd name="T9" fmla="*/ 30 h 539"/>
                <a:gd name="T10" fmla="*/ 0 w 800"/>
                <a:gd name="T11" fmla="*/ 509 h 539"/>
                <a:gd name="T12" fmla="*/ 9 w 800"/>
                <a:gd name="T13" fmla="*/ 530 h 539"/>
                <a:gd name="T14" fmla="*/ 30 w 800"/>
                <a:gd name="T15" fmla="*/ 539 h 539"/>
                <a:gd name="T16" fmla="*/ 770 w 800"/>
                <a:gd name="T17" fmla="*/ 539 h 539"/>
                <a:gd name="T18" fmla="*/ 791 w 800"/>
                <a:gd name="T19" fmla="*/ 530 h 539"/>
                <a:gd name="T20" fmla="*/ 800 w 800"/>
                <a:gd name="T21" fmla="*/ 509 h 539"/>
                <a:gd name="T22" fmla="*/ 800 w 800"/>
                <a:gd name="T23" fmla="*/ 30 h 539"/>
                <a:gd name="T24" fmla="*/ 791 w 800"/>
                <a:gd name="T25" fmla="*/ 9 h 539"/>
                <a:gd name="T26" fmla="*/ 400 w 800"/>
                <a:gd name="T27" fmla="*/ 526 h 539"/>
                <a:gd name="T28" fmla="*/ 387 w 800"/>
                <a:gd name="T29" fmla="*/ 513 h 539"/>
                <a:gd name="T30" fmla="*/ 400 w 800"/>
                <a:gd name="T31" fmla="*/ 500 h 539"/>
                <a:gd name="T32" fmla="*/ 413 w 800"/>
                <a:gd name="T33" fmla="*/ 513 h 539"/>
                <a:gd name="T34" fmla="*/ 400 w 800"/>
                <a:gd name="T35" fmla="*/ 526 h 539"/>
                <a:gd name="T36" fmla="*/ 748 w 800"/>
                <a:gd name="T37" fmla="*/ 487 h 539"/>
                <a:gd name="T38" fmla="*/ 52 w 800"/>
                <a:gd name="T39" fmla="*/ 487 h 539"/>
                <a:gd name="T40" fmla="*/ 52 w 800"/>
                <a:gd name="T41" fmla="*/ 52 h 539"/>
                <a:gd name="T42" fmla="*/ 748 w 800"/>
                <a:gd name="T43" fmla="*/ 52 h 539"/>
                <a:gd name="T44" fmla="*/ 748 w 800"/>
                <a:gd name="T45" fmla="*/ 487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0" h="539">
                  <a:moveTo>
                    <a:pt x="791" y="9"/>
                  </a:moveTo>
                  <a:cubicBezTo>
                    <a:pt x="785" y="3"/>
                    <a:pt x="778" y="0"/>
                    <a:pt x="77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0"/>
                    <a:pt x="15" y="3"/>
                    <a:pt x="9" y="9"/>
                  </a:cubicBezTo>
                  <a:cubicBezTo>
                    <a:pt x="3" y="15"/>
                    <a:pt x="0" y="23"/>
                    <a:pt x="0" y="30"/>
                  </a:cubicBezTo>
                  <a:cubicBezTo>
                    <a:pt x="0" y="509"/>
                    <a:pt x="0" y="509"/>
                    <a:pt x="0" y="509"/>
                  </a:cubicBezTo>
                  <a:cubicBezTo>
                    <a:pt x="0" y="517"/>
                    <a:pt x="3" y="525"/>
                    <a:pt x="9" y="530"/>
                  </a:cubicBezTo>
                  <a:cubicBezTo>
                    <a:pt x="15" y="536"/>
                    <a:pt x="22" y="539"/>
                    <a:pt x="30" y="539"/>
                  </a:cubicBezTo>
                  <a:cubicBezTo>
                    <a:pt x="770" y="539"/>
                    <a:pt x="770" y="539"/>
                    <a:pt x="770" y="539"/>
                  </a:cubicBezTo>
                  <a:cubicBezTo>
                    <a:pt x="778" y="539"/>
                    <a:pt x="785" y="536"/>
                    <a:pt x="791" y="530"/>
                  </a:cubicBezTo>
                  <a:cubicBezTo>
                    <a:pt x="797" y="525"/>
                    <a:pt x="800" y="517"/>
                    <a:pt x="800" y="509"/>
                  </a:cubicBezTo>
                  <a:cubicBezTo>
                    <a:pt x="800" y="30"/>
                    <a:pt x="800" y="30"/>
                    <a:pt x="800" y="30"/>
                  </a:cubicBezTo>
                  <a:cubicBezTo>
                    <a:pt x="800" y="23"/>
                    <a:pt x="797" y="15"/>
                    <a:pt x="791" y="9"/>
                  </a:cubicBezTo>
                  <a:close/>
                  <a:moveTo>
                    <a:pt x="400" y="526"/>
                  </a:moveTo>
                  <a:cubicBezTo>
                    <a:pt x="393" y="526"/>
                    <a:pt x="387" y="521"/>
                    <a:pt x="387" y="513"/>
                  </a:cubicBezTo>
                  <a:cubicBezTo>
                    <a:pt x="387" y="506"/>
                    <a:pt x="393" y="500"/>
                    <a:pt x="400" y="500"/>
                  </a:cubicBezTo>
                  <a:cubicBezTo>
                    <a:pt x="407" y="500"/>
                    <a:pt x="413" y="506"/>
                    <a:pt x="413" y="513"/>
                  </a:cubicBezTo>
                  <a:cubicBezTo>
                    <a:pt x="413" y="521"/>
                    <a:pt x="407" y="526"/>
                    <a:pt x="400" y="526"/>
                  </a:cubicBezTo>
                  <a:close/>
                  <a:moveTo>
                    <a:pt x="748" y="487"/>
                  </a:moveTo>
                  <a:cubicBezTo>
                    <a:pt x="52" y="487"/>
                    <a:pt x="52" y="487"/>
                    <a:pt x="52" y="487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748" y="52"/>
                    <a:pt x="748" y="52"/>
                    <a:pt x="748" y="52"/>
                  </a:cubicBezTo>
                  <a:lnTo>
                    <a:pt x="748" y="4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124"/>
            <p:cNvSpPr>
              <a:spLocks/>
            </p:cNvSpPr>
            <p:nvPr/>
          </p:nvSpPr>
          <p:spPr bwMode="auto">
            <a:xfrm>
              <a:off x="646" y="3459"/>
              <a:ext cx="56" cy="9"/>
            </a:xfrm>
            <a:custGeom>
              <a:avLst/>
              <a:gdLst>
                <a:gd name="T0" fmla="*/ 6 w 67"/>
                <a:gd name="T1" fmla="*/ 0 h 11"/>
                <a:gd name="T2" fmla="*/ 2 w 67"/>
                <a:gd name="T3" fmla="*/ 2 h 11"/>
                <a:gd name="T4" fmla="*/ 0 w 67"/>
                <a:gd name="T5" fmla="*/ 6 h 11"/>
                <a:gd name="T6" fmla="*/ 0 w 67"/>
                <a:gd name="T7" fmla="*/ 11 h 11"/>
                <a:gd name="T8" fmla="*/ 67 w 67"/>
                <a:gd name="T9" fmla="*/ 11 h 11"/>
                <a:gd name="T10" fmla="*/ 67 w 67"/>
                <a:gd name="T11" fmla="*/ 6 h 11"/>
                <a:gd name="T12" fmla="*/ 65 w 67"/>
                <a:gd name="T13" fmla="*/ 2 h 11"/>
                <a:gd name="T14" fmla="*/ 61 w 67"/>
                <a:gd name="T15" fmla="*/ 0 h 11"/>
                <a:gd name="T16" fmla="*/ 6 w 6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1">
                  <a:moveTo>
                    <a:pt x="6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1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125"/>
            <p:cNvSpPr>
              <a:spLocks/>
            </p:cNvSpPr>
            <p:nvPr/>
          </p:nvSpPr>
          <p:spPr bwMode="auto">
            <a:xfrm>
              <a:off x="715" y="3395"/>
              <a:ext cx="55" cy="73"/>
            </a:xfrm>
            <a:custGeom>
              <a:avLst/>
              <a:gdLst>
                <a:gd name="T0" fmla="*/ 6 w 67"/>
                <a:gd name="T1" fmla="*/ 0 h 88"/>
                <a:gd name="T2" fmla="*/ 2 w 67"/>
                <a:gd name="T3" fmla="*/ 1 h 88"/>
                <a:gd name="T4" fmla="*/ 0 w 67"/>
                <a:gd name="T5" fmla="*/ 6 h 88"/>
                <a:gd name="T6" fmla="*/ 0 w 67"/>
                <a:gd name="T7" fmla="*/ 88 h 88"/>
                <a:gd name="T8" fmla="*/ 67 w 67"/>
                <a:gd name="T9" fmla="*/ 88 h 88"/>
                <a:gd name="T10" fmla="*/ 67 w 67"/>
                <a:gd name="T11" fmla="*/ 6 h 88"/>
                <a:gd name="T12" fmla="*/ 65 w 67"/>
                <a:gd name="T13" fmla="*/ 1 h 88"/>
                <a:gd name="T14" fmla="*/ 61 w 67"/>
                <a:gd name="T15" fmla="*/ 0 h 88"/>
                <a:gd name="T16" fmla="*/ 6 w 67"/>
                <a:gd name="T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88">
                  <a:moveTo>
                    <a:pt x="6" y="0"/>
                  </a:moveTo>
                  <a:cubicBezTo>
                    <a:pt x="4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126"/>
            <p:cNvSpPr>
              <a:spLocks/>
            </p:cNvSpPr>
            <p:nvPr/>
          </p:nvSpPr>
          <p:spPr bwMode="auto">
            <a:xfrm>
              <a:off x="783" y="3368"/>
              <a:ext cx="55" cy="100"/>
            </a:xfrm>
            <a:custGeom>
              <a:avLst/>
              <a:gdLst>
                <a:gd name="T0" fmla="*/ 6 w 67"/>
                <a:gd name="T1" fmla="*/ 0 h 120"/>
                <a:gd name="T2" fmla="*/ 2 w 67"/>
                <a:gd name="T3" fmla="*/ 2 h 120"/>
                <a:gd name="T4" fmla="*/ 0 w 67"/>
                <a:gd name="T5" fmla="*/ 6 h 120"/>
                <a:gd name="T6" fmla="*/ 0 w 67"/>
                <a:gd name="T7" fmla="*/ 120 h 120"/>
                <a:gd name="T8" fmla="*/ 67 w 67"/>
                <a:gd name="T9" fmla="*/ 120 h 120"/>
                <a:gd name="T10" fmla="*/ 67 w 67"/>
                <a:gd name="T11" fmla="*/ 6 h 120"/>
                <a:gd name="T12" fmla="*/ 65 w 67"/>
                <a:gd name="T13" fmla="*/ 2 h 120"/>
                <a:gd name="T14" fmla="*/ 61 w 67"/>
                <a:gd name="T15" fmla="*/ 0 h 120"/>
                <a:gd name="T16" fmla="*/ 6 w 67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20">
                  <a:moveTo>
                    <a:pt x="6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127"/>
            <p:cNvSpPr>
              <a:spLocks/>
            </p:cNvSpPr>
            <p:nvPr/>
          </p:nvSpPr>
          <p:spPr bwMode="auto">
            <a:xfrm>
              <a:off x="851" y="3379"/>
              <a:ext cx="56" cy="89"/>
            </a:xfrm>
            <a:custGeom>
              <a:avLst/>
              <a:gdLst>
                <a:gd name="T0" fmla="*/ 6 w 67"/>
                <a:gd name="T1" fmla="*/ 0 h 107"/>
                <a:gd name="T2" fmla="*/ 2 w 67"/>
                <a:gd name="T3" fmla="*/ 2 h 107"/>
                <a:gd name="T4" fmla="*/ 0 w 67"/>
                <a:gd name="T5" fmla="*/ 6 h 107"/>
                <a:gd name="T6" fmla="*/ 0 w 67"/>
                <a:gd name="T7" fmla="*/ 107 h 107"/>
                <a:gd name="T8" fmla="*/ 67 w 67"/>
                <a:gd name="T9" fmla="*/ 107 h 107"/>
                <a:gd name="T10" fmla="*/ 67 w 67"/>
                <a:gd name="T11" fmla="*/ 6 h 107"/>
                <a:gd name="T12" fmla="*/ 65 w 67"/>
                <a:gd name="T13" fmla="*/ 2 h 107"/>
                <a:gd name="T14" fmla="*/ 61 w 67"/>
                <a:gd name="T15" fmla="*/ 0 h 107"/>
                <a:gd name="T16" fmla="*/ 6 w 67"/>
                <a:gd name="T1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07">
                  <a:moveTo>
                    <a:pt x="6" y="0"/>
                  </a:move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128"/>
            <p:cNvSpPr>
              <a:spLocks/>
            </p:cNvSpPr>
            <p:nvPr/>
          </p:nvSpPr>
          <p:spPr bwMode="auto">
            <a:xfrm>
              <a:off x="919" y="3337"/>
              <a:ext cx="56" cy="131"/>
            </a:xfrm>
            <a:custGeom>
              <a:avLst/>
              <a:gdLst>
                <a:gd name="T0" fmla="*/ 6 w 67"/>
                <a:gd name="T1" fmla="*/ 0 h 158"/>
                <a:gd name="T2" fmla="*/ 2 w 67"/>
                <a:gd name="T3" fmla="*/ 1 h 158"/>
                <a:gd name="T4" fmla="*/ 0 w 67"/>
                <a:gd name="T5" fmla="*/ 6 h 158"/>
                <a:gd name="T6" fmla="*/ 0 w 67"/>
                <a:gd name="T7" fmla="*/ 158 h 158"/>
                <a:gd name="T8" fmla="*/ 67 w 67"/>
                <a:gd name="T9" fmla="*/ 158 h 158"/>
                <a:gd name="T10" fmla="*/ 67 w 67"/>
                <a:gd name="T11" fmla="*/ 6 h 158"/>
                <a:gd name="T12" fmla="*/ 65 w 67"/>
                <a:gd name="T13" fmla="*/ 1 h 158"/>
                <a:gd name="T14" fmla="*/ 61 w 67"/>
                <a:gd name="T15" fmla="*/ 0 h 158"/>
                <a:gd name="T16" fmla="*/ 6 w 67"/>
                <a:gd name="T1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5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129"/>
            <p:cNvSpPr>
              <a:spLocks/>
            </p:cNvSpPr>
            <p:nvPr/>
          </p:nvSpPr>
          <p:spPr bwMode="auto">
            <a:xfrm>
              <a:off x="987" y="3284"/>
              <a:ext cx="56" cy="184"/>
            </a:xfrm>
            <a:custGeom>
              <a:avLst/>
              <a:gdLst>
                <a:gd name="T0" fmla="*/ 6 w 67"/>
                <a:gd name="T1" fmla="*/ 0 h 222"/>
                <a:gd name="T2" fmla="*/ 2 w 67"/>
                <a:gd name="T3" fmla="*/ 1 h 222"/>
                <a:gd name="T4" fmla="*/ 0 w 67"/>
                <a:gd name="T5" fmla="*/ 6 h 222"/>
                <a:gd name="T6" fmla="*/ 0 w 67"/>
                <a:gd name="T7" fmla="*/ 222 h 222"/>
                <a:gd name="T8" fmla="*/ 67 w 67"/>
                <a:gd name="T9" fmla="*/ 222 h 222"/>
                <a:gd name="T10" fmla="*/ 67 w 67"/>
                <a:gd name="T11" fmla="*/ 6 h 222"/>
                <a:gd name="T12" fmla="*/ 65 w 67"/>
                <a:gd name="T13" fmla="*/ 1 h 222"/>
                <a:gd name="T14" fmla="*/ 61 w 67"/>
                <a:gd name="T15" fmla="*/ 0 h 222"/>
                <a:gd name="T16" fmla="*/ 6 w 67"/>
                <a:gd name="T1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22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1" y="3"/>
                    <a:pt x="0" y="4"/>
                    <a:pt x="0" y="6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130"/>
            <p:cNvSpPr>
              <a:spLocks/>
            </p:cNvSpPr>
            <p:nvPr/>
          </p:nvSpPr>
          <p:spPr bwMode="auto">
            <a:xfrm>
              <a:off x="610" y="3178"/>
              <a:ext cx="475" cy="289"/>
            </a:xfrm>
            <a:custGeom>
              <a:avLst/>
              <a:gdLst>
                <a:gd name="T0" fmla="*/ 572 w 572"/>
                <a:gd name="T1" fmla="*/ 7 h 347"/>
                <a:gd name="T2" fmla="*/ 571 w 572"/>
                <a:gd name="T3" fmla="*/ 2 h 347"/>
                <a:gd name="T4" fmla="*/ 567 w 572"/>
                <a:gd name="T5" fmla="*/ 1 h 347"/>
                <a:gd name="T6" fmla="*/ 500 w 572"/>
                <a:gd name="T7" fmla="*/ 20 h 347"/>
                <a:gd name="T8" fmla="*/ 497 w 572"/>
                <a:gd name="T9" fmla="*/ 23 h 347"/>
                <a:gd name="T10" fmla="*/ 498 w 572"/>
                <a:gd name="T11" fmla="*/ 27 h 347"/>
                <a:gd name="T12" fmla="*/ 506 w 572"/>
                <a:gd name="T13" fmla="*/ 37 h 347"/>
                <a:gd name="T14" fmla="*/ 302 w 572"/>
                <a:gd name="T15" fmla="*/ 196 h 347"/>
                <a:gd name="T16" fmla="*/ 190 w 572"/>
                <a:gd name="T17" fmla="*/ 148 h 347"/>
                <a:gd name="T18" fmla="*/ 2 w 572"/>
                <a:gd name="T19" fmla="*/ 327 h 347"/>
                <a:gd name="T20" fmla="*/ 0 w 572"/>
                <a:gd name="T21" fmla="*/ 331 h 347"/>
                <a:gd name="T22" fmla="*/ 2 w 572"/>
                <a:gd name="T23" fmla="*/ 336 h 347"/>
                <a:gd name="T24" fmla="*/ 10 w 572"/>
                <a:gd name="T25" fmla="*/ 345 h 347"/>
                <a:gd name="T26" fmla="*/ 15 w 572"/>
                <a:gd name="T27" fmla="*/ 347 h 347"/>
                <a:gd name="T28" fmla="*/ 19 w 572"/>
                <a:gd name="T29" fmla="*/ 345 h 347"/>
                <a:gd name="T30" fmla="*/ 195 w 572"/>
                <a:gd name="T31" fmla="*/ 178 h 347"/>
                <a:gd name="T32" fmla="*/ 306 w 572"/>
                <a:gd name="T33" fmla="*/ 225 h 347"/>
                <a:gd name="T34" fmla="*/ 521 w 572"/>
                <a:gd name="T35" fmla="*/ 57 h 347"/>
                <a:gd name="T36" fmla="*/ 529 w 572"/>
                <a:gd name="T37" fmla="*/ 68 h 347"/>
                <a:gd name="T38" fmla="*/ 533 w 572"/>
                <a:gd name="T39" fmla="*/ 69 h 347"/>
                <a:gd name="T40" fmla="*/ 536 w 572"/>
                <a:gd name="T41" fmla="*/ 67 h 347"/>
                <a:gd name="T42" fmla="*/ 572 w 572"/>
                <a:gd name="T43" fmla="*/ 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2" h="347">
                  <a:moveTo>
                    <a:pt x="572" y="7"/>
                  </a:moveTo>
                  <a:cubicBezTo>
                    <a:pt x="572" y="5"/>
                    <a:pt x="572" y="4"/>
                    <a:pt x="571" y="2"/>
                  </a:cubicBezTo>
                  <a:cubicBezTo>
                    <a:pt x="570" y="1"/>
                    <a:pt x="568" y="0"/>
                    <a:pt x="567" y="1"/>
                  </a:cubicBezTo>
                  <a:cubicBezTo>
                    <a:pt x="500" y="20"/>
                    <a:pt x="500" y="20"/>
                    <a:pt x="500" y="20"/>
                  </a:cubicBezTo>
                  <a:cubicBezTo>
                    <a:pt x="498" y="21"/>
                    <a:pt x="497" y="22"/>
                    <a:pt x="497" y="23"/>
                  </a:cubicBezTo>
                  <a:cubicBezTo>
                    <a:pt x="496" y="25"/>
                    <a:pt x="497" y="26"/>
                    <a:pt x="498" y="27"/>
                  </a:cubicBezTo>
                  <a:cubicBezTo>
                    <a:pt x="506" y="37"/>
                    <a:pt x="506" y="37"/>
                    <a:pt x="506" y="37"/>
                  </a:cubicBezTo>
                  <a:cubicBezTo>
                    <a:pt x="302" y="196"/>
                    <a:pt x="302" y="196"/>
                    <a:pt x="302" y="196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" y="327"/>
                    <a:pt x="2" y="327"/>
                    <a:pt x="2" y="327"/>
                  </a:cubicBezTo>
                  <a:cubicBezTo>
                    <a:pt x="1" y="328"/>
                    <a:pt x="0" y="329"/>
                    <a:pt x="0" y="331"/>
                  </a:cubicBezTo>
                  <a:cubicBezTo>
                    <a:pt x="0" y="333"/>
                    <a:pt x="0" y="334"/>
                    <a:pt x="2" y="336"/>
                  </a:cubicBezTo>
                  <a:cubicBezTo>
                    <a:pt x="10" y="345"/>
                    <a:pt x="10" y="345"/>
                    <a:pt x="10" y="345"/>
                  </a:cubicBezTo>
                  <a:cubicBezTo>
                    <a:pt x="11" y="346"/>
                    <a:pt x="13" y="347"/>
                    <a:pt x="15" y="347"/>
                  </a:cubicBezTo>
                  <a:cubicBezTo>
                    <a:pt x="16" y="347"/>
                    <a:pt x="18" y="346"/>
                    <a:pt x="19" y="345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306" y="225"/>
                    <a:pt x="306" y="225"/>
                    <a:pt x="306" y="225"/>
                  </a:cubicBezTo>
                  <a:cubicBezTo>
                    <a:pt x="521" y="57"/>
                    <a:pt x="521" y="57"/>
                    <a:pt x="521" y="57"/>
                  </a:cubicBezTo>
                  <a:cubicBezTo>
                    <a:pt x="529" y="68"/>
                    <a:pt x="529" y="68"/>
                    <a:pt x="529" y="68"/>
                  </a:cubicBezTo>
                  <a:cubicBezTo>
                    <a:pt x="530" y="69"/>
                    <a:pt x="531" y="69"/>
                    <a:pt x="533" y="69"/>
                  </a:cubicBezTo>
                  <a:cubicBezTo>
                    <a:pt x="534" y="69"/>
                    <a:pt x="535" y="68"/>
                    <a:pt x="536" y="67"/>
                  </a:cubicBezTo>
                  <a:lnTo>
                    <a:pt x="57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38" name="矩形 37"/>
          <p:cNvSpPr/>
          <p:nvPr/>
        </p:nvSpPr>
        <p:spPr>
          <a:xfrm>
            <a:off x="1317697" y="365879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点击此处添加标题</a:t>
            </a:r>
          </a:p>
        </p:txBody>
      </p:sp>
      <p:sp>
        <p:nvSpPr>
          <p:cNvPr id="39" name="矩形 38"/>
          <p:cNvSpPr/>
          <p:nvPr/>
        </p:nvSpPr>
        <p:spPr>
          <a:xfrm>
            <a:off x="5080337" y="365879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点击此处添加标题</a:t>
            </a:r>
          </a:p>
        </p:txBody>
      </p:sp>
      <p:sp>
        <p:nvSpPr>
          <p:cNvPr id="42" name="矩形 41"/>
          <p:cNvSpPr/>
          <p:nvPr/>
        </p:nvSpPr>
        <p:spPr>
          <a:xfrm>
            <a:off x="8797935" y="365879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点击此处添加标题</a:t>
            </a:r>
          </a:p>
        </p:txBody>
      </p:sp>
      <p:sp>
        <p:nvSpPr>
          <p:cNvPr id="45" name="矩形 44"/>
          <p:cNvSpPr/>
          <p:nvPr/>
        </p:nvSpPr>
        <p:spPr>
          <a:xfrm>
            <a:off x="1053200" y="4197974"/>
            <a:ext cx="2560317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47" name="矩形 46"/>
          <p:cNvSpPr/>
          <p:nvPr/>
        </p:nvSpPr>
        <p:spPr>
          <a:xfrm>
            <a:off x="4807899" y="4197974"/>
            <a:ext cx="2560317" cy="2012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倍字间距。更多模板：亮亮图文旗舰店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https://liangliangtuwen.tmall.com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8582780" y="4197974"/>
            <a:ext cx="2560317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</p:spTree>
    <p:extLst>
      <p:ext uri="{BB962C8B-B14F-4D97-AF65-F5344CB8AC3E}">
        <p14:creationId xmlns:p14="http://schemas.microsoft.com/office/powerpoint/2010/main" val="741596107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解决办法</a:t>
            </a: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5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998273" y="1424460"/>
            <a:ext cx="4779986" cy="4174710"/>
            <a:chOff x="2843868" y="643035"/>
            <a:chExt cx="6157755" cy="5378016"/>
          </a:xfrm>
        </p:grpSpPr>
        <p:sp>
          <p:nvSpPr>
            <p:cNvPr id="33" name="任意多边形 32"/>
            <p:cNvSpPr/>
            <p:nvPr/>
          </p:nvSpPr>
          <p:spPr>
            <a:xfrm flipV="1">
              <a:off x="2843868" y="4869923"/>
              <a:ext cx="5913184" cy="1151128"/>
            </a:xfrm>
            <a:custGeom>
              <a:avLst/>
              <a:gdLst>
                <a:gd name="connsiteX0" fmla="*/ 5910895 w 5913184"/>
                <a:gd name="connsiteY0" fmla="*/ 0 h 1151128"/>
                <a:gd name="connsiteX1" fmla="*/ 4594724 w 5913184"/>
                <a:gd name="connsiteY1" fmla="*/ 0 h 1151128"/>
                <a:gd name="connsiteX2" fmla="*/ 4594724 w 5913184"/>
                <a:gd name="connsiteY2" fmla="*/ 1216 h 1151128"/>
                <a:gd name="connsiteX3" fmla="*/ 781200 w 5913184"/>
                <a:gd name="connsiteY3" fmla="*/ 1216 h 1151128"/>
                <a:gd name="connsiteX4" fmla="*/ 684172 w 5913184"/>
                <a:gd name="connsiteY4" fmla="*/ 1216 h 1151128"/>
                <a:gd name="connsiteX5" fmla="*/ 541838 w 5913184"/>
                <a:gd name="connsiteY5" fmla="*/ 23173 h 1151128"/>
                <a:gd name="connsiteX6" fmla="*/ 487763 w 5913184"/>
                <a:gd name="connsiteY6" fmla="*/ 45600 h 1151128"/>
                <a:gd name="connsiteX7" fmla="*/ 477122 w 5913184"/>
                <a:gd name="connsiteY7" fmla="*/ 48123 h 1151128"/>
                <a:gd name="connsiteX8" fmla="*/ 0 w 5913184"/>
                <a:gd name="connsiteY8" fmla="*/ 598116 h 1151128"/>
                <a:gd name="connsiteX9" fmla="*/ 0 w 5913184"/>
                <a:gd name="connsiteY9" fmla="*/ 1151128 h 1151128"/>
                <a:gd name="connsiteX10" fmla="*/ 623761 w 5913184"/>
                <a:gd name="connsiteY10" fmla="*/ 566354 h 1151128"/>
                <a:gd name="connsiteX11" fmla="*/ 706043 w 5913184"/>
                <a:gd name="connsiteY11" fmla="*/ 560016 h 1151128"/>
                <a:gd name="connsiteX12" fmla="*/ 4594724 w 5913184"/>
                <a:gd name="connsiteY12" fmla="*/ 560016 h 1151128"/>
                <a:gd name="connsiteX13" fmla="*/ 4594724 w 5913184"/>
                <a:gd name="connsiteY13" fmla="*/ 561600 h 1151128"/>
                <a:gd name="connsiteX14" fmla="*/ 5913184 w 5913184"/>
                <a:gd name="connsiteY14" fmla="*/ 561600 h 1151128"/>
                <a:gd name="connsiteX15" fmla="*/ 5631240 w 5913184"/>
                <a:gd name="connsiteY15" fmla="*/ 279656 h 1151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913184" h="1151128">
                  <a:moveTo>
                    <a:pt x="5910895" y="0"/>
                  </a:moveTo>
                  <a:lnTo>
                    <a:pt x="4594724" y="0"/>
                  </a:lnTo>
                  <a:lnTo>
                    <a:pt x="4594724" y="1216"/>
                  </a:lnTo>
                  <a:lnTo>
                    <a:pt x="781200" y="1216"/>
                  </a:lnTo>
                  <a:lnTo>
                    <a:pt x="684172" y="1216"/>
                  </a:lnTo>
                  <a:cubicBezTo>
                    <a:pt x="633684" y="1216"/>
                    <a:pt x="585586" y="9034"/>
                    <a:pt x="541838" y="23173"/>
                  </a:cubicBezTo>
                  <a:lnTo>
                    <a:pt x="487763" y="45600"/>
                  </a:lnTo>
                  <a:lnTo>
                    <a:pt x="477122" y="48123"/>
                  </a:lnTo>
                  <a:cubicBezTo>
                    <a:pt x="196737" y="138738"/>
                    <a:pt x="0" y="350872"/>
                    <a:pt x="0" y="598116"/>
                  </a:cubicBezTo>
                  <a:lnTo>
                    <a:pt x="0" y="1151128"/>
                  </a:lnTo>
                  <a:cubicBezTo>
                    <a:pt x="0" y="862676"/>
                    <a:pt x="267781" y="622013"/>
                    <a:pt x="623761" y="566354"/>
                  </a:cubicBezTo>
                  <a:lnTo>
                    <a:pt x="706043" y="560016"/>
                  </a:lnTo>
                  <a:lnTo>
                    <a:pt x="4594724" y="560016"/>
                  </a:lnTo>
                  <a:lnTo>
                    <a:pt x="4594724" y="561600"/>
                  </a:lnTo>
                  <a:lnTo>
                    <a:pt x="5913184" y="561600"/>
                  </a:lnTo>
                  <a:lnTo>
                    <a:pt x="5631240" y="279656"/>
                  </a:lnTo>
                  <a:close/>
                </a:path>
              </a:pathLst>
            </a:custGeom>
            <a:solidFill>
              <a:srgbClr val="466E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 flipH="1">
              <a:off x="2843868" y="2473480"/>
              <a:ext cx="6157754" cy="1741024"/>
            </a:xfrm>
            <a:custGeom>
              <a:avLst/>
              <a:gdLst>
                <a:gd name="connsiteX0" fmla="*/ 4705033 w 4705033"/>
                <a:gd name="connsiteY0" fmla="*/ 0 h 1741024"/>
                <a:gd name="connsiteX1" fmla="*/ 4705033 w 4705033"/>
                <a:gd name="connsiteY1" fmla="*/ 553012 h 1741024"/>
                <a:gd name="connsiteX2" fmla="*/ 4228428 w 4705033"/>
                <a:gd name="connsiteY2" fmla="*/ 1137785 h 1741024"/>
                <a:gd name="connsiteX3" fmla="*/ 4186776 w 4705033"/>
                <a:gd name="connsiteY3" fmla="*/ 1141984 h 1741024"/>
                <a:gd name="connsiteX4" fmla="*/ 4179523 w 4705033"/>
                <a:gd name="connsiteY4" fmla="*/ 1144236 h 1741024"/>
                <a:gd name="connsiteX5" fmla="*/ 4123214 w 4705033"/>
                <a:gd name="connsiteY5" fmla="*/ 1149912 h 1741024"/>
                <a:gd name="connsiteX6" fmla="*/ 4108132 w 4705033"/>
                <a:gd name="connsiteY6" fmla="*/ 1149912 h 1741024"/>
                <a:gd name="connsiteX7" fmla="*/ 539475 w 4705033"/>
                <a:gd name="connsiteY7" fmla="*/ 1149912 h 1741024"/>
                <a:gd name="connsiteX8" fmla="*/ 476605 w 4705033"/>
                <a:gd name="connsiteY8" fmla="*/ 1156250 h 1741024"/>
                <a:gd name="connsiteX9" fmla="*/ 0 w 4705033"/>
                <a:gd name="connsiteY9" fmla="*/ 1741024 h 1741024"/>
                <a:gd name="connsiteX10" fmla="*/ 0 w 4705033"/>
                <a:gd name="connsiteY10" fmla="*/ 1188012 h 1741024"/>
                <a:gd name="connsiteX11" fmla="*/ 364561 w 4705033"/>
                <a:gd name="connsiteY11" fmla="*/ 638019 h 1741024"/>
                <a:gd name="connsiteX12" fmla="*/ 372691 w 4705033"/>
                <a:gd name="connsiteY12" fmla="*/ 635496 h 1741024"/>
                <a:gd name="connsiteX13" fmla="*/ 414009 w 4705033"/>
                <a:gd name="connsiteY13" fmla="*/ 613069 h 1741024"/>
                <a:gd name="connsiteX14" fmla="*/ 522764 w 4705033"/>
                <a:gd name="connsiteY14" fmla="*/ 591112 h 1741024"/>
                <a:gd name="connsiteX15" fmla="*/ 596901 w 4705033"/>
                <a:gd name="connsiteY15" fmla="*/ 591112 h 1741024"/>
                <a:gd name="connsiteX16" fmla="*/ 4123214 w 4705033"/>
                <a:gd name="connsiteY16" fmla="*/ 591112 h 1741024"/>
                <a:gd name="connsiteX17" fmla="*/ 4144386 w 4705033"/>
                <a:gd name="connsiteY17" fmla="*/ 593246 h 1741024"/>
                <a:gd name="connsiteX18" fmla="*/ 4228428 w 4705033"/>
                <a:gd name="connsiteY18" fmla="*/ 584774 h 1741024"/>
                <a:gd name="connsiteX19" fmla="*/ 4705033 w 4705033"/>
                <a:gd name="connsiteY19" fmla="*/ 0 h 174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05033" h="1741024">
                  <a:moveTo>
                    <a:pt x="4705033" y="0"/>
                  </a:moveTo>
                  <a:lnTo>
                    <a:pt x="4705033" y="553012"/>
                  </a:lnTo>
                  <a:cubicBezTo>
                    <a:pt x="4705033" y="841464"/>
                    <a:pt x="4500426" y="1082127"/>
                    <a:pt x="4228428" y="1137785"/>
                  </a:cubicBezTo>
                  <a:lnTo>
                    <a:pt x="4186776" y="1141984"/>
                  </a:lnTo>
                  <a:lnTo>
                    <a:pt x="4179523" y="1144236"/>
                  </a:lnTo>
                  <a:cubicBezTo>
                    <a:pt x="4161335" y="1147958"/>
                    <a:pt x="4142503" y="1149912"/>
                    <a:pt x="4123214" y="1149912"/>
                  </a:cubicBezTo>
                  <a:lnTo>
                    <a:pt x="4108132" y="1149912"/>
                  </a:lnTo>
                  <a:lnTo>
                    <a:pt x="539475" y="1149912"/>
                  </a:lnTo>
                  <a:lnTo>
                    <a:pt x="476605" y="1156250"/>
                  </a:lnTo>
                  <a:cubicBezTo>
                    <a:pt x="204607" y="1211909"/>
                    <a:pt x="0" y="1452572"/>
                    <a:pt x="0" y="1741024"/>
                  </a:cubicBezTo>
                  <a:lnTo>
                    <a:pt x="0" y="1188012"/>
                  </a:lnTo>
                  <a:cubicBezTo>
                    <a:pt x="0" y="940768"/>
                    <a:pt x="150323" y="728634"/>
                    <a:pt x="364561" y="638019"/>
                  </a:cubicBezTo>
                  <a:lnTo>
                    <a:pt x="372691" y="635496"/>
                  </a:lnTo>
                  <a:lnTo>
                    <a:pt x="414009" y="613069"/>
                  </a:lnTo>
                  <a:cubicBezTo>
                    <a:pt x="447436" y="598930"/>
                    <a:pt x="484187" y="591112"/>
                    <a:pt x="522764" y="591112"/>
                  </a:cubicBezTo>
                  <a:lnTo>
                    <a:pt x="596901" y="591112"/>
                  </a:lnTo>
                  <a:lnTo>
                    <a:pt x="4123214" y="591112"/>
                  </a:lnTo>
                  <a:lnTo>
                    <a:pt x="4144386" y="593246"/>
                  </a:lnTo>
                  <a:lnTo>
                    <a:pt x="4228428" y="584774"/>
                  </a:lnTo>
                  <a:cubicBezTo>
                    <a:pt x="4500426" y="529115"/>
                    <a:pt x="4705033" y="288452"/>
                    <a:pt x="4705033" y="0"/>
                  </a:cubicBezTo>
                  <a:close/>
                </a:path>
              </a:pathLst>
            </a:custGeom>
            <a:solidFill>
              <a:srgbClr val="466E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任意多边形 31"/>
            <p:cNvSpPr/>
            <p:nvPr/>
          </p:nvSpPr>
          <p:spPr>
            <a:xfrm flipH="1">
              <a:off x="3088438" y="801652"/>
              <a:ext cx="5913184" cy="1151128"/>
            </a:xfrm>
            <a:custGeom>
              <a:avLst/>
              <a:gdLst>
                <a:gd name="connsiteX0" fmla="*/ 5910895 w 5913184"/>
                <a:gd name="connsiteY0" fmla="*/ 0 h 1151128"/>
                <a:gd name="connsiteX1" fmla="*/ 4594724 w 5913184"/>
                <a:gd name="connsiteY1" fmla="*/ 0 h 1151128"/>
                <a:gd name="connsiteX2" fmla="*/ 4594724 w 5913184"/>
                <a:gd name="connsiteY2" fmla="*/ 1216 h 1151128"/>
                <a:gd name="connsiteX3" fmla="*/ 781200 w 5913184"/>
                <a:gd name="connsiteY3" fmla="*/ 1216 h 1151128"/>
                <a:gd name="connsiteX4" fmla="*/ 684172 w 5913184"/>
                <a:gd name="connsiteY4" fmla="*/ 1216 h 1151128"/>
                <a:gd name="connsiteX5" fmla="*/ 541838 w 5913184"/>
                <a:gd name="connsiteY5" fmla="*/ 23173 h 1151128"/>
                <a:gd name="connsiteX6" fmla="*/ 487763 w 5913184"/>
                <a:gd name="connsiteY6" fmla="*/ 45600 h 1151128"/>
                <a:gd name="connsiteX7" fmla="*/ 477122 w 5913184"/>
                <a:gd name="connsiteY7" fmla="*/ 48123 h 1151128"/>
                <a:gd name="connsiteX8" fmla="*/ 0 w 5913184"/>
                <a:gd name="connsiteY8" fmla="*/ 598116 h 1151128"/>
                <a:gd name="connsiteX9" fmla="*/ 0 w 5913184"/>
                <a:gd name="connsiteY9" fmla="*/ 1151128 h 1151128"/>
                <a:gd name="connsiteX10" fmla="*/ 623761 w 5913184"/>
                <a:gd name="connsiteY10" fmla="*/ 566354 h 1151128"/>
                <a:gd name="connsiteX11" fmla="*/ 706043 w 5913184"/>
                <a:gd name="connsiteY11" fmla="*/ 560016 h 1151128"/>
                <a:gd name="connsiteX12" fmla="*/ 4594724 w 5913184"/>
                <a:gd name="connsiteY12" fmla="*/ 560016 h 1151128"/>
                <a:gd name="connsiteX13" fmla="*/ 4594724 w 5913184"/>
                <a:gd name="connsiteY13" fmla="*/ 561600 h 1151128"/>
                <a:gd name="connsiteX14" fmla="*/ 5913184 w 5913184"/>
                <a:gd name="connsiteY14" fmla="*/ 561600 h 1151128"/>
                <a:gd name="connsiteX15" fmla="*/ 5631240 w 5913184"/>
                <a:gd name="connsiteY15" fmla="*/ 279656 h 1151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913184" h="1151128">
                  <a:moveTo>
                    <a:pt x="5910895" y="0"/>
                  </a:moveTo>
                  <a:lnTo>
                    <a:pt x="4594724" y="0"/>
                  </a:lnTo>
                  <a:lnTo>
                    <a:pt x="4594724" y="1216"/>
                  </a:lnTo>
                  <a:lnTo>
                    <a:pt x="781200" y="1216"/>
                  </a:lnTo>
                  <a:lnTo>
                    <a:pt x="684172" y="1216"/>
                  </a:lnTo>
                  <a:cubicBezTo>
                    <a:pt x="633684" y="1216"/>
                    <a:pt x="585586" y="9034"/>
                    <a:pt x="541838" y="23173"/>
                  </a:cubicBezTo>
                  <a:lnTo>
                    <a:pt x="487763" y="45600"/>
                  </a:lnTo>
                  <a:lnTo>
                    <a:pt x="477122" y="48123"/>
                  </a:lnTo>
                  <a:cubicBezTo>
                    <a:pt x="196737" y="138738"/>
                    <a:pt x="0" y="350872"/>
                    <a:pt x="0" y="598116"/>
                  </a:cubicBezTo>
                  <a:lnTo>
                    <a:pt x="0" y="1151128"/>
                  </a:lnTo>
                  <a:cubicBezTo>
                    <a:pt x="0" y="862676"/>
                    <a:pt x="267781" y="622013"/>
                    <a:pt x="623761" y="566354"/>
                  </a:cubicBezTo>
                  <a:lnTo>
                    <a:pt x="706043" y="560016"/>
                  </a:lnTo>
                  <a:lnTo>
                    <a:pt x="4594724" y="560016"/>
                  </a:lnTo>
                  <a:lnTo>
                    <a:pt x="4594724" y="561600"/>
                  </a:lnTo>
                  <a:lnTo>
                    <a:pt x="5913184" y="561600"/>
                  </a:lnTo>
                  <a:lnTo>
                    <a:pt x="5631240" y="279656"/>
                  </a:lnTo>
                  <a:close/>
                </a:path>
              </a:pathLst>
            </a:custGeom>
            <a:solidFill>
              <a:srgbClr val="466E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3471746" y="643035"/>
              <a:ext cx="5168884" cy="5168884"/>
              <a:chOff x="115601" y="285647"/>
              <a:chExt cx="5848985" cy="5848985"/>
            </a:xfrm>
            <a:effectLst>
              <a:outerShdw dist="88900" dir="2700000" algn="tl" rotWithShape="0">
                <a:prstClr val="black">
                  <a:alpha val="8000"/>
                </a:prstClr>
              </a:outerShdw>
            </a:effectLst>
          </p:grpSpPr>
          <p:sp>
            <p:nvSpPr>
              <p:cNvPr id="21" name="椭圆 20"/>
              <p:cNvSpPr/>
              <p:nvPr/>
            </p:nvSpPr>
            <p:spPr>
              <a:xfrm>
                <a:off x="118408" y="310643"/>
                <a:ext cx="5845838" cy="5820991"/>
              </a:xfrm>
              <a:prstGeom prst="ellipse">
                <a:avLst/>
              </a:prstGeom>
              <a:solidFill>
                <a:srgbClr val="466E7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grpSp>
            <p:nvGrpSpPr>
              <p:cNvPr id="22" name="Group 4"/>
              <p:cNvGrpSpPr>
                <a:grpSpLocks noChangeAspect="1"/>
              </p:cNvGrpSpPr>
              <p:nvPr/>
            </p:nvGrpSpPr>
            <p:grpSpPr bwMode="auto">
              <a:xfrm>
                <a:off x="115601" y="285647"/>
                <a:ext cx="5848985" cy="5848985"/>
                <a:chOff x="0" y="5"/>
                <a:chExt cx="291" cy="291"/>
              </a:xfrm>
              <a:solidFill>
                <a:srgbClr val="0378B0"/>
              </a:solidFill>
            </p:grpSpPr>
            <p:sp>
              <p:nvSpPr>
                <p:cNvPr id="23" name="Freeform 5"/>
                <p:cNvSpPr>
                  <a:spLocks/>
                </p:cNvSpPr>
                <p:nvPr/>
              </p:nvSpPr>
              <p:spPr bwMode="auto">
                <a:xfrm>
                  <a:off x="0" y="41"/>
                  <a:ext cx="194" cy="255"/>
                </a:xfrm>
                <a:custGeom>
                  <a:avLst/>
                  <a:gdLst>
                    <a:gd name="T0" fmla="*/ 80 w 80"/>
                    <a:gd name="T1" fmla="*/ 85 h 105"/>
                    <a:gd name="T2" fmla="*/ 74 w 80"/>
                    <a:gd name="T3" fmla="*/ 80 h 105"/>
                    <a:gd name="T4" fmla="*/ 72 w 80"/>
                    <a:gd name="T5" fmla="*/ 69 h 105"/>
                    <a:gd name="T6" fmla="*/ 75 w 80"/>
                    <a:gd name="T7" fmla="*/ 63 h 105"/>
                    <a:gd name="T8" fmla="*/ 72 w 80"/>
                    <a:gd name="T9" fmla="*/ 63 h 105"/>
                    <a:gd name="T10" fmla="*/ 67 w 80"/>
                    <a:gd name="T11" fmla="*/ 57 h 105"/>
                    <a:gd name="T12" fmla="*/ 63 w 80"/>
                    <a:gd name="T13" fmla="*/ 55 h 105"/>
                    <a:gd name="T14" fmla="*/ 53 w 80"/>
                    <a:gd name="T15" fmla="*/ 52 h 105"/>
                    <a:gd name="T16" fmla="*/ 45 w 80"/>
                    <a:gd name="T17" fmla="*/ 39 h 105"/>
                    <a:gd name="T18" fmla="*/ 41 w 80"/>
                    <a:gd name="T19" fmla="*/ 31 h 105"/>
                    <a:gd name="T20" fmla="*/ 42 w 80"/>
                    <a:gd name="T21" fmla="*/ 20 h 105"/>
                    <a:gd name="T22" fmla="*/ 36 w 80"/>
                    <a:gd name="T23" fmla="*/ 10 h 105"/>
                    <a:gd name="T24" fmla="*/ 29 w 80"/>
                    <a:gd name="T25" fmla="*/ 8 h 105"/>
                    <a:gd name="T26" fmla="*/ 25 w 80"/>
                    <a:gd name="T27" fmla="*/ 12 h 105"/>
                    <a:gd name="T28" fmla="*/ 19 w 80"/>
                    <a:gd name="T29" fmla="*/ 19 h 105"/>
                    <a:gd name="T30" fmla="*/ 22 w 80"/>
                    <a:gd name="T31" fmla="*/ 12 h 105"/>
                    <a:gd name="T32" fmla="*/ 20 w 80"/>
                    <a:gd name="T33" fmla="*/ 13 h 105"/>
                    <a:gd name="T34" fmla="*/ 19 w 80"/>
                    <a:gd name="T35" fmla="*/ 9 h 105"/>
                    <a:gd name="T36" fmla="*/ 23 w 80"/>
                    <a:gd name="T37" fmla="*/ 5 h 105"/>
                    <a:gd name="T38" fmla="*/ 20 w 80"/>
                    <a:gd name="T39" fmla="*/ 5 h 105"/>
                    <a:gd name="T40" fmla="*/ 20 w 80"/>
                    <a:gd name="T41" fmla="*/ 2 h 105"/>
                    <a:gd name="T42" fmla="*/ 23 w 80"/>
                    <a:gd name="T43" fmla="*/ 2 h 105"/>
                    <a:gd name="T44" fmla="*/ 21 w 80"/>
                    <a:gd name="T45" fmla="*/ 0 h 105"/>
                    <a:gd name="T46" fmla="*/ 0 w 80"/>
                    <a:gd name="T47" fmla="*/ 45 h 105"/>
                    <a:gd name="T48" fmla="*/ 60 w 80"/>
                    <a:gd name="T49" fmla="*/ 105 h 105"/>
                    <a:gd name="T50" fmla="*/ 72 w 80"/>
                    <a:gd name="T51" fmla="*/ 104 h 105"/>
                    <a:gd name="T52" fmla="*/ 80 w 80"/>
                    <a:gd name="T53" fmla="*/ 85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80" h="105">
                      <a:moveTo>
                        <a:pt x="80" y="85"/>
                      </a:moveTo>
                      <a:cubicBezTo>
                        <a:pt x="78" y="83"/>
                        <a:pt x="76" y="82"/>
                        <a:pt x="74" y="80"/>
                      </a:cubicBezTo>
                      <a:cubicBezTo>
                        <a:pt x="73" y="77"/>
                        <a:pt x="73" y="73"/>
                        <a:pt x="72" y="69"/>
                      </a:cubicBezTo>
                      <a:cubicBezTo>
                        <a:pt x="73" y="67"/>
                        <a:pt x="74" y="65"/>
                        <a:pt x="75" y="63"/>
                      </a:cubicBezTo>
                      <a:cubicBezTo>
                        <a:pt x="74" y="63"/>
                        <a:pt x="73" y="63"/>
                        <a:pt x="72" y="63"/>
                      </a:cubicBezTo>
                      <a:cubicBezTo>
                        <a:pt x="70" y="61"/>
                        <a:pt x="69" y="59"/>
                        <a:pt x="67" y="57"/>
                      </a:cubicBezTo>
                      <a:cubicBezTo>
                        <a:pt x="66" y="56"/>
                        <a:pt x="64" y="56"/>
                        <a:pt x="63" y="55"/>
                      </a:cubicBezTo>
                      <a:cubicBezTo>
                        <a:pt x="60" y="54"/>
                        <a:pt x="56" y="53"/>
                        <a:pt x="53" y="52"/>
                      </a:cubicBezTo>
                      <a:cubicBezTo>
                        <a:pt x="50" y="47"/>
                        <a:pt x="48" y="43"/>
                        <a:pt x="45" y="39"/>
                      </a:cubicBezTo>
                      <a:cubicBezTo>
                        <a:pt x="44" y="36"/>
                        <a:pt x="42" y="33"/>
                        <a:pt x="41" y="31"/>
                      </a:cubicBezTo>
                      <a:cubicBezTo>
                        <a:pt x="41" y="27"/>
                        <a:pt x="41" y="23"/>
                        <a:pt x="42" y="20"/>
                      </a:cubicBezTo>
                      <a:cubicBezTo>
                        <a:pt x="40" y="16"/>
                        <a:pt x="38" y="13"/>
                        <a:pt x="36" y="10"/>
                      </a:cubicBezTo>
                      <a:cubicBezTo>
                        <a:pt x="34" y="9"/>
                        <a:pt x="31" y="9"/>
                        <a:pt x="29" y="8"/>
                      </a:cubicBezTo>
                      <a:cubicBezTo>
                        <a:pt x="28" y="9"/>
                        <a:pt x="26" y="10"/>
                        <a:pt x="25" y="12"/>
                      </a:cubicBezTo>
                      <a:cubicBezTo>
                        <a:pt x="22" y="14"/>
                        <a:pt x="20" y="16"/>
                        <a:pt x="19" y="19"/>
                      </a:cubicBezTo>
                      <a:cubicBezTo>
                        <a:pt x="20" y="16"/>
                        <a:pt x="21" y="14"/>
                        <a:pt x="22" y="12"/>
                      </a:cubicBezTo>
                      <a:cubicBezTo>
                        <a:pt x="22" y="12"/>
                        <a:pt x="21" y="13"/>
                        <a:pt x="20" y="13"/>
                      </a:cubicBezTo>
                      <a:cubicBezTo>
                        <a:pt x="20" y="11"/>
                        <a:pt x="20" y="10"/>
                        <a:pt x="19" y="9"/>
                      </a:cubicBezTo>
                      <a:cubicBezTo>
                        <a:pt x="20" y="7"/>
                        <a:pt x="21" y="6"/>
                        <a:pt x="23" y="5"/>
                      </a:cubicBezTo>
                      <a:cubicBezTo>
                        <a:pt x="21" y="5"/>
                        <a:pt x="20" y="5"/>
                        <a:pt x="20" y="5"/>
                      </a:cubicBezTo>
                      <a:cubicBezTo>
                        <a:pt x="20" y="4"/>
                        <a:pt x="20" y="3"/>
                        <a:pt x="20" y="2"/>
                      </a:cubicBezTo>
                      <a:cubicBezTo>
                        <a:pt x="21" y="2"/>
                        <a:pt x="22" y="2"/>
                        <a:pt x="23" y="2"/>
                      </a:cubicBezTo>
                      <a:cubicBezTo>
                        <a:pt x="22" y="1"/>
                        <a:pt x="22" y="0"/>
                        <a:pt x="21" y="0"/>
                      </a:cubicBezTo>
                      <a:cubicBezTo>
                        <a:pt x="8" y="11"/>
                        <a:pt x="0" y="27"/>
                        <a:pt x="0" y="45"/>
                      </a:cubicBezTo>
                      <a:cubicBezTo>
                        <a:pt x="0" y="78"/>
                        <a:pt x="27" y="105"/>
                        <a:pt x="60" y="105"/>
                      </a:cubicBezTo>
                      <a:cubicBezTo>
                        <a:pt x="64" y="105"/>
                        <a:pt x="68" y="105"/>
                        <a:pt x="72" y="104"/>
                      </a:cubicBezTo>
                      <a:cubicBezTo>
                        <a:pt x="74" y="100"/>
                        <a:pt x="77" y="93"/>
                        <a:pt x="80" y="85"/>
                      </a:cubicBezTo>
                      <a:close/>
                    </a:path>
                  </a:pathLst>
                </a:custGeom>
                <a:solidFill>
                  <a:srgbClr val="CDCAC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  <p:sp>
              <p:nvSpPr>
                <p:cNvPr id="24" name="Freeform 6"/>
                <p:cNvSpPr>
                  <a:spLocks/>
                </p:cNvSpPr>
                <p:nvPr/>
              </p:nvSpPr>
              <p:spPr bwMode="auto">
                <a:xfrm>
                  <a:off x="67" y="5"/>
                  <a:ext cx="224" cy="283"/>
                </a:xfrm>
                <a:custGeom>
                  <a:avLst/>
                  <a:gdLst>
                    <a:gd name="T0" fmla="*/ 32 w 92"/>
                    <a:gd name="T1" fmla="*/ 0 h 117"/>
                    <a:gd name="T2" fmla="*/ 0 w 92"/>
                    <a:gd name="T3" fmla="*/ 10 h 117"/>
                    <a:gd name="T4" fmla="*/ 11 w 92"/>
                    <a:gd name="T5" fmla="*/ 13 h 117"/>
                    <a:gd name="T6" fmla="*/ 17 w 92"/>
                    <a:gd name="T7" fmla="*/ 11 h 117"/>
                    <a:gd name="T8" fmla="*/ 26 w 92"/>
                    <a:gd name="T9" fmla="*/ 13 h 117"/>
                    <a:gd name="T10" fmla="*/ 47 w 92"/>
                    <a:gd name="T11" fmla="*/ 13 h 117"/>
                    <a:gd name="T12" fmla="*/ 49 w 92"/>
                    <a:gd name="T13" fmla="*/ 19 h 117"/>
                    <a:gd name="T14" fmla="*/ 40 w 92"/>
                    <a:gd name="T15" fmla="*/ 20 h 117"/>
                    <a:gd name="T16" fmla="*/ 38 w 92"/>
                    <a:gd name="T17" fmla="*/ 24 h 117"/>
                    <a:gd name="T18" fmla="*/ 48 w 92"/>
                    <a:gd name="T19" fmla="*/ 32 h 117"/>
                    <a:gd name="T20" fmla="*/ 50 w 92"/>
                    <a:gd name="T21" fmla="*/ 32 h 117"/>
                    <a:gd name="T22" fmla="*/ 50 w 92"/>
                    <a:gd name="T23" fmla="*/ 22 h 117"/>
                    <a:gd name="T24" fmla="*/ 56 w 92"/>
                    <a:gd name="T25" fmla="*/ 23 h 117"/>
                    <a:gd name="T26" fmla="*/ 59 w 92"/>
                    <a:gd name="T27" fmla="*/ 29 h 117"/>
                    <a:gd name="T28" fmla="*/ 61 w 92"/>
                    <a:gd name="T29" fmla="*/ 28 h 117"/>
                    <a:gd name="T30" fmla="*/ 67 w 92"/>
                    <a:gd name="T31" fmla="*/ 43 h 117"/>
                    <a:gd name="T32" fmla="*/ 60 w 92"/>
                    <a:gd name="T33" fmla="*/ 45 h 117"/>
                    <a:gd name="T34" fmla="*/ 53 w 92"/>
                    <a:gd name="T35" fmla="*/ 49 h 117"/>
                    <a:gd name="T36" fmla="*/ 48 w 92"/>
                    <a:gd name="T37" fmla="*/ 57 h 117"/>
                    <a:gd name="T38" fmla="*/ 48 w 92"/>
                    <a:gd name="T39" fmla="*/ 61 h 117"/>
                    <a:gd name="T40" fmla="*/ 45 w 92"/>
                    <a:gd name="T41" fmla="*/ 62 h 117"/>
                    <a:gd name="T42" fmla="*/ 44 w 92"/>
                    <a:gd name="T43" fmla="*/ 57 h 117"/>
                    <a:gd name="T44" fmla="*/ 34 w 92"/>
                    <a:gd name="T45" fmla="*/ 58 h 117"/>
                    <a:gd name="T46" fmla="*/ 32 w 92"/>
                    <a:gd name="T47" fmla="*/ 64 h 117"/>
                    <a:gd name="T48" fmla="*/ 35 w 92"/>
                    <a:gd name="T49" fmla="*/ 68 h 117"/>
                    <a:gd name="T50" fmla="*/ 38 w 92"/>
                    <a:gd name="T51" fmla="*/ 65 h 117"/>
                    <a:gd name="T52" fmla="*/ 42 w 92"/>
                    <a:gd name="T53" fmla="*/ 65 h 117"/>
                    <a:gd name="T54" fmla="*/ 40 w 92"/>
                    <a:gd name="T55" fmla="*/ 70 h 117"/>
                    <a:gd name="T56" fmla="*/ 44 w 92"/>
                    <a:gd name="T57" fmla="*/ 70 h 117"/>
                    <a:gd name="T58" fmla="*/ 45 w 92"/>
                    <a:gd name="T59" fmla="*/ 76 h 117"/>
                    <a:gd name="T60" fmla="*/ 48 w 92"/>
                    <a:gd name="T61" fmla="*/ 76 h 117"/>
                    <a:gd name="T62" fmla="*/ 50 w 92"/>
                    <a:gd name="T63" fmla="*/ 73 h 117"/>
                    <a:gd name="T64" fmla="*/ 62 w 92"/>
                    <a:gd name="T65" fmla="*/ 74 h 117"/>
                    <a:gd name="T66" fmla="*/ 68 w 92"/>
                    <a:gd name="T67" fmla="*/ 79 h 117"/>
                    <a:gd name="T68" fmla="*/ 68 w 92"/>
                    <a:gd name="T69" fmla="*/ 84 h 117"/>
                    <a:gd name="T70" fmla="*/ 73 w 92"/>
                    <a:gd name="T71" fmla="*/ 86 h 117"/>
                    <a:gd name="T72" fmla="*/ 70 w 92"/>
                    <a:gd name="T73" fmla="*/ 99 h 117"/>
                    <a:gd name="T74" fmla="*/ 66 w 92"/>
                    <a:gd name="T75" fmla="*/ 101 h 117"/>
                    <a:gd name="T76" fmla="*/ 65 w 92"/>
                    <a:gd name="T77" fmla="*/ 105 h 117"/>
                    <a:gd name="T78" fmla="*/ 53 w 92"/>
                    <a:gd name="T79" fmla="*/ 116 h 117"/>
                    <a:gd name="T80" fmla="*/ 53 w 92"/>
                    <a:gd name="T81" fmla="*/ 117 h 117"/>
                    <a:gd name="T82" fmla="*/ 92 w 92"/>
                    <a:gd name="T83" fmla="*/ 60 h 117"/>
                    <a:gd name="T84" fmla="*/ 32 w 92"/>
                    <a:gd name="T85" fmla="*/ 0 h 1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92" h="117">
                      <a:moveTo>
                        <a:pt x="32" y="0"/>
                      </a:moveTo>
                      <a:cubicBezTo>
                        <a:pt x="20" y="0"/>
                        <a:pt x="9" y="4"/>
                        <a:pt x="0" y="10"/>
                      </a:cubicBezTo>
                      <a:cubicBezTo>
                        <a:pt x="4" y="11"/>
                        <a:pt x="7" y="12"/>
                        <a:pt x="11" y="13"/>
                      </a:cubicBezTo>
                      <a:cubicBezTo>
                        <a:pt x="13" y="12"/>
                        <a:pt x="15" y="11"/>
                        <a:pt x="17" y="11"/>
                      </a:cubicBezTo>
                      <a:cubicBezTo>
                        <a:pt x="20" y="11"/>
                        <a:pt x="23" y="12"/>
                        <a:pt x="26" y="13"/>
                      </a:cubicBezTo>
                      <a:cubicBezTo>
                        <a:pt x="34" y="13"/>
                        <a:pt x="41" y="12"/>
                        <a:pt x="47" y="13"/>
                      </a:cubicBezTo>
                      <a:cubicBezTo>
                        <a:pt x="48" y="14"/>
                        <a:pt x="48" y="17"/>
                        <a:pt x="49" y="19"/>
                      </a:cubicBezTo>
                      <a:cubicBezTo>
                        <a:pt x="46" y="19"/>
                        <a:pt x="43" y="20"/>
                        <a:pt x="40" y="20"/>
                      </a:cubicBezTo>
                      <a:cubicBezTo>
                        <a:pt x="39" y="21"/>
                        <a:pt x="39" y="22"/>
                        <a:pt x="38" y="24"/>
                      </a:cubicBezTo>
                      <a:cubicBezTo>
                        <a:pt x="41" y="26"/>
                        <a:pt x="45" y="29"/>
                        <a:pt x="48" y="32"/>
                      </a:cubicBezTo>
                      <a:cubicBezTo>
                        <a:pt x="48" y="32"/>
                        <a:pt x="49" y="32"/>
                        <a:pt x="50" y="32"/>
                      </a:cubicBezTo>
                      <a:cubicBezTo>
                        <a:pt x="50" y="29"/>
                        <a:pt x="50" y="25"/>
                        <a:pt x="50" y="22"/>
                      </a:cubicBezTo>
                      <a:cubicBezTo>
                        <a:pt x="52" y="23"/>
                        <a:pt x="54" y="23"/>
                        <a:pt x="56" y="23"/>
                      </a:cubicBezTo>
                      <a:cubicBezTo>
                        <a:pt x="57" y="25"/>
                        <a:pt x="58" y="27"/>
                        <a:pt x="59" y="29"/>
                      </a:cubicBezTo>
                      <a:cubicBezTo>
                        <a:pt x="59" y="29"/>
                        <a:pt x="60" y="28"/>
                        <a:pt x="61" y="28"/>
                      </a:cubicBezTo>
                      <a:cubicBezTo>
                        <a:pt x="63" y="33"/>
                        <a:pt x="65" y="38"/>
                        <a:pt x="67" y="43"/>
                      </a:cubicBezTo>
                      <a:cubicBezTo>
                        <a:pt x="65" y="43"/>
                        <a:pt x="63" y="44"/>
                        <a:pt x="60" y="45"/>
                      </a:cubicBezTo>
                      <a:cubicBezTo>
                        <a:pt x="58" y="46"/>
                        <a:pt x="56" y="47"/>
                        <a:pt x="53" y="49"/>
                      </a:cubicBezTo>
                      <a:cubicBezTo>
                        <a:pt x="52" y="51"/>
                        <a:pt x="50" y="54"/>
                        <a:pt x="48" y="57"/>
                      </a:cubicBezTo>
                      <a:cubicBezTo>
                        <a:pt x="48" y="58"/>
                        <a:pt x="48" y="60"/>
                        <a:pt x="48" y="61"/>
                      </a:cubicBezTo>
                      <a:cubicBezTo>
                        <a:pt x="47" y="61"/>
                        <a:pt x="46" y="62"/>
                        <a:pt x="45" y="62"/>
                      </a:cubicBezTo>
                      <a:cubicBezTo>
                        <a:pt x="45" y="60"/>
                        <a:pt x="44" y="58"/>
                        <a:pt x="44" y="57"/>
                      </a:cubicBezTo>
                      <a:cubicBezTo>
                        <a:pt x="41" y="57"/>
                        <a:pt x="37" y="58"/>
                        <a:pt x="34" y="58"/>
                      </a:cubicBezTo>
                      <a:cubicBezTo>
                        <a:pt x="34" y="60"/>
                        <a:pt x="33" y="62"/>
                        <a:pt x="32" y="64"/>
                      </a:cubicBezTo>
                      <a:cubicBezTo>
                        <a:pt x="33" y="65"/>
                        <a:pt x="34" y="66"/>
                        <a:pt x="35" y="68"/>
                      </a:cubicBezTo>
                      <a:cubicBezTo>
                        <a:pt x="36" y="67"/>
                        <a:pt x="37" y="66"/>
                        <a:pt x="38" y="65"/>
                      </a:cubicBezTo>
                      <a:cubicBezTo>
                        <a:pt x="39" y="65"/>
                        <a:pt x="41" y="65"/>
                        <a:pt x="42" y="65"/>
                      </a:cubicBezTo>
                      <a:cubicBezTo>
                        <a:pt x="41" y="67"/>
                        <a:pt x="41" y="68"/>
                        <a:pt x="40" y="70"/>
                      </a:cubicBezTo>
                      <a:cubicBezTo>
                        <a:pt x="41" y="70"/>
                        <a:pt x="43" y="70"/>
                        <a:pt x="44" y="70"/>
                      </a:cubicBezTo>
                      <a:cubicBezTo>
                        <a:pt x="45" y="72"/>
                        <a:pt x="45" y="74"/>
                        <a:pt x="45" y="76"/>
                      </a:cubicBezTo>
                      <a:cubicBezTo>
                        <a:pt x="46" y="76"/>
                        <a:pt x="47" y="76"/>
                        <a:pt x="48" y="76"/>
                      </a:cubicBezTo>
                      <a:cubicBezTo>
                        <a:pt x="49" y="75"/>
                        <a:pt x="49" y="74"/>
                        <a:pt x="50" y="73"/>
                      </a:cubicBezTo>
                      <a:cubicBezTo>
                        <a:pt x="54" y="73"/>
                        <a:pt x="58" y="74"/>
                        <a:pt x="62" y="74"/>
                      </a:cubicBezTo>
                      <a:cubicBezTo>
                        <a:pt x="64" y="76"/>
                        <a:pt x="66" y="78"/>
                        <a:pt x="68" y="79"/>
                      </a:cubicBezTo>
                      <a:cubicBezTo>
                        <a:pt x="68" y="81"/>
                        <a:pt x="68" y="82"/>
                        <a:pt x="68" y="84"/>
                      </a:cubicBezTo>
                      <a:cubicBezTo>
                        <a:pt x="70" y="85"/>
                        <a:pt x="72" y="86"/>
                        <a:pt x="73" y="86"/>
                      </a:cubicBezTo>
                      <a:cubicBezTo>
                        <a:pt x="72" y="90"/>
                        <a:pt x="71" y="94"/>
                        <a:pt x="70" y="99"/>
                      </a:cubicBezTo>
                      <a:cubicBezTo>
                        <a:pt x="69" y="99"/>
                        <a:pt x="68" y="100"/>
                        <a:pt x="66" y="101"/>
                      </a:cubicBezTo>
                      <a:cubicBezTo>
                        <a:pt x="66" y="103"/>
                        <a:pt x="65" y="104"/>
                        <a:pt x="65" y="105"/>
                      </a:cubicBezTo>
                      <a:cubicBezTo>
                        <a:pt x="62" y="109"/>
                        <a:pt x="58" y="113"/>
                        <a:pt x="53" y="116"/>
                      </a:cubicBezTo>
                      <a:cubicBezTo>
                        <a:pt x="53" y="116"/>
                        <a:pt x="53" y="116"/>
                        <a:pt x="53" y="117"/>
                      </a:cubicBezTo>
                      <a:cubicBezTo>
                        <a:pt x="76" y="108"/>
                        <a:pt x="92" y="86"/>
                        <a:pt x="92" y="60"/>
                      </a:cubicBezTo>
                      <a:cubicBezTo>
                        <a:pt x="92" y="27"/>
                        <a:pt x="65" y="0"/>
                        <a:pt x="32" y="0"/>
                      </a:cubicBezTo>
                      <a:close/>
                    </a:path>
                  </a:pathLst>
                </a:custGeom>
                <a:solidFill>
                  <a:srgbClr val="CDCAC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</a:endParaRPr>
                </a:p>
              </p:txBody>
            </p:sp>
          </p:grpSp>
        </p:grpSp>
        <p:sp>
          <p:nvSpPr>
            <p:cNvPr id="26" name="任意多边形 25"/>
            <p:cNvSpPr/>
            <p:nvPr/>
          </p:nvSpPr>
          <p:spPr>
            <a:xfrm>
              <a:off x="2843869" y="1342618"/>
              <a:ext cx="6157754" cy="1741024"/>
            </a:xfrm>
            <a:custGeom>
              <a:avLst/>
              <a:gdLst>
                <a:gd name="connsiteX0" fmla="*/ 4705033 w 4705033"/>
                <a:gd name="connsiteY0" fmla="*/ 0 h 1741024"/>
                <a:gd name="connsiteX1" fmla="*/ 4705033 w 4705033"/>
                <a:gd name="connsiteY1" fmla="*/ 553012 h 1741024"/>
                <a:gd name="connsiteX2" fmla="*/ 4228428 w 4705033"/>
                <a:gd name="connsiteY2" fmla="*/ 1137785 h 1741024"/>
                <a:gd name="connsiteX3" fmla="*/ 4186776 w 4705033"/>
                <a:gd name="connsiteY3" fmla="*/ 1141984 h 1741024"/>
                <a:gd name="connsiteX4" fmla="*/ 4179523 w 4705033"/>
                <a:gd name="connsiteY4" fmla="*/ 1144236 h 1741024"/>
                <a:gd name="connsiteX5" fmla="*/ 4123214 w 4705033"/>
                <a:gd name="connsiteY5" fmla="*/ 1149912 h 1741024"/>
                <a:gd name="connsiteX6" fmla="*/ 4108132 w 4705033"/>
                <a:gd name="connsiteY6" fmla="*/ 1149912 h 1741024"/>
                <a:gd name="connsiteX7" fmla="*/ 539475 w 4705033"/>
                <a:gd name="connsiteY7" fmla="*/ 1149912 h 1741024"/>
                <a:gd name="connsiteX8" fmla="*/ 476605 w 4705033"/>
                <a:gd name="connsiteY8" fmla="*/ 1156250 h 1741024"/>
                <a:gd name="connsiteX9" fmla="*/ 0 w 4705033"/>
                <a:gd name="connsiteY9" fmla="*/ 1741024 h 1741024"/>
                <a:gd name="connsiteX10" fmla="*/ 0 w 4705033"/>
                <a:gd name="connsiteY10" fmla="*/ 1188012 h 1741024"/>
                <a:gd name="connsiteX11" fmla="*/ 364561 w 4705033"/>
                <a:gd name="connsiteY11" fmla="*/ 638019 h 1741024"/>
                <a:gd name="connsiteX12" fmla="*/ 372691 w 4705033"/>
                <a:gd name="connsiteY12" fmla="*/ 635496 h 1741024"/>
                <a:gd name="connsiteX13" fmla="*/ 414009 w 4705033"/>
                <a:gd name="connsiteY13" fmla="*/ 613069 h 1741024"/>
                <a:gd name="connsiteX14" fmla="*/ 522764 w 4705033"/>
                <a:gd name="connsiteY14" fmla="*/ 591112 h 1741024"/>
                <a:gd name="connsiteX15" fmla="*/ 596901 w 4705033"/>
                <a:gd name="connsiteY15" fmla="*/ 591112 h 1741024"/>
                <a:gd name="connsiteX16" fmla="*/ 4123214 w 4705033"/>
                <a:gd name="connsiteY16" fmla="*/ 591112 h 1741024"/>
                <a:gd name="connsiteX17" fmla="*/ 4144386 w 4705033"/>
                <a:gd name="connsiteY17" fmla="*/ 593246 h 1741024"/>
                <a:gd name="connsiteX18" fmla="*/ 4228428 w 4705033"/>
                <a:gd name="connsiteY18" fmla="*/ 584774 h 1741024"/>
                <a:gd name="connsiteX19" fmla="*/ 4705033 w 4705033"/>
                <a:gd name="connsiteY19" fmla="*/ 0 h 174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05033" h="1741024">
                  <a:moveTo>
                    <a:pt x="4705033" y="0"/>
                  </a:moveTo>
                  <a:lnTo>
                    <a:pt x="4705033" y="553012"/>
                  </a:lnTo>
                  <a:cubicBezTo>
                    <a:pt x="4705033" y="841464"/>
                    <a:pt x="4500426" y="1082127"/>
                    <a:pt x="4228428" y="1137785"/>
                  </a:cubicBezTo>
                  <a:lnTo>
                    <a:pt x="4186776" y="1141984"/>
                  </a:lnTo>
                  <a:lnTo>
                    <a:pt x="4179523" y="1144236"/>
                  </a:lnTo>
                  <a:cubicBezTo>
                    <a:pt x="4161335" y="1147958"/>
                    <a:pt x="4142503" y="1149912"/>
                    <a:pt x="4123214" y="1149912"/>
                  </a:cubicBezTo>
                  <a:lnTo>
                    <a:pt x="4108132" y="1149912"/>
                  </a:lnTo>
                  <a:lnTo>
                    <a:pt x="539475" y="1149912"/>
                  </a:lnTo>
                  <a:lnTo>
                    <a:pt x="476605" y="1156250"/>
                  </a:lnTo>
                  <a:cubicBezTo>
                    <a:pt x="204607" y="1211909"/>
                    <a:pt x="0" y="1452572"/>
                    <a:pt x="0" y="1741024"/>
                  </a:cubicBezTo>
                  <a:lnTo>
                    <a:pt x="0" y="1188012"/>
                  </a:lnTo>
                  <a:cubicBezTo>
                    <a:pt x="0" y="940768"/>
                    <a:pt x="150323" y="728634"/>
                    <a:pt x="364561" y="638019"/>
                  </a:cubicBezTo>
                  <a:lnTo>
                    <a:pt x="372691" y="635496"/>
                  </a:lnTo>
                  <a:lnTo>
                    <a:pt x="414009" y="613069"/>
                  </a:lnTo>
                  <a:cubicBezTo>
                    <a:pt x="447436" y="598930"/>
                    <a:pt x="484187" y="591112"/>
                    <a:pt x="522764" y="591112"/>
                  </a:cubicBezTo>
                  <a:lnTo>
                    <a:pt x="596901" y="591112"/>
                  </a:lnTo>
                  <a:lnTo>
                    <a:pt x="4123214" y="591112"/>
                  </a:lnTo>
                  <a:lnTo>
                    <a:pt x="4144386" y="593246"/>
                  </a:lnTo>
                  <a:lnTo>
                    <a:pt x="4228428" y="584774"/>
                  </a:lnTo>
                  <a:cubicBezTo>
                    <a:pt x="4500426" y="529115"/>
                    <a:pt x="4705033" y="288452"/>
                    <a:pt x="4705033" y="0"/>
                  </a:cubicBezTo>
                  <a:close/>
                </a:path>
              </a:pathLst>
            </a:custGeom>
            <a:solidFill>
              <a:srgbClr val="79A5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2843869" y="3604342"/>
              <a:ext cx="6157754" cy="1741024"/>
            </a:xfrm>
            <a:custGeom>
              <a:avLst/>
              <a:gdLst>
                <a:gd name="connsiteX0" fmla="*/ 4705033 w 4705033"/>
                <a:gd name="connsiteY0" fmla="*/ 0 h 1741024"/>
                <a:gd name="connsiteX1" fmla="*/ 4705033 w 4705033"/>
                <a:gd name="connsiteY1" fmla="*/ 553012 h 1741024"/>
                <a:gd name="connsiteX2" fmla="*/ 4228428 w 4705033"/>
                <a:gd name="connsiteY2" fmla="*/ 1137785 h 1741024"/>
                <a:gd name="connsiteX3" fmla="*/ 4186776 w 4705033"/>
                <a:gd name="connsiteY3" fmla="*/ 1141984 h 1741024"/>
                <a:gd name="connsiteX4" fmla="*/ 4179523 w 4705033"/>
                <a:gd name="connsiteY4" fmla="*/ 1144236 h 1741024"/>
                <a:gd name="connsiteX5" fmla="*/ 4123214 w 4705033"/>
                <a:gd name="connsiteY5" fmla="*/ 1149912 h 1741024"/>
                <a:gd name="connsiteX6" fmla="*/ 4108132 w 4705033"/>
                <a:gd name="connsiteY6" fmla="*/ 1149912 h 1741024"/>
                <a:gd name="connsiteX7" fmla="*/ 539475 w 4705033"/>
                <a:gd name="connsiteY7" fmla="*/ 1149912 h 1741024"/>
                <a:gd name="connsiteX8" fmla="*/ 476605 w 4705033"/>
                <a:gd name="connsiteY8" fmla="*/ 1156250 h 1741024"/>
                <a:gd name="connsiteX9" fmla="*/ 0 w 4705033"/>
                <a:gd name="connsiteY9" fmla="*/ 1741024 h 1741024"/>
                <a:gd name="connsiteX10" fmla="*/ 0 w 4705033"/>
                <a:gd name="connsiteY10" fmla="*/ 1188012 h 1741024"/>
                <a:gd name="connsiteX11" fmla="*/ 364561 w 4705033"/>
                <a:gd name="connsiteY11" fmla="*/ 638019 h 1741024"/>
                <a:gd name="connsiteX12" fmla="*/ 372691 w 4705033"/>
                <a:gd name="connsiteY12" fmla="*/ 635496 h 1741024"/>
                <a:gd name="connsiteX13" fmla="*/ 414009 w 4705033"/>
                <a:gd name="connsiteY13" fmla="*/ 613069 h 1741024"/>
                <a:gd name="connsiteX14" fmla="*/ 522764 w 4705033"/>
                <a:gd name="connsiteY14" fmla="*/ 591112 h 1741024"/>
                <a:gd name="connsiteX15" fmla="*/ 596901 w 4705033"/>
                <a:gd name="connsiteY15" fmla="*/ 591112 h 1741024"/>
                <a:gd name="connsiteX16" fmla="*/ 4123214 w 4705033"/>
                <a:gd name="connsiteY16" fmla="*/ 591112 h 1741024"/>
                <a:gd name="connsiteX17" fmla="*/ 4144386 w 4705033"/>
                <a:gd name="connsiteY17" fmla="*/ 593246 h 1741024"/>
                <a:gd name="connsiteX18" fmla="*/ 4228428 w 4705033"/>
                <a:gd name="connsiteY18" fmla="*/ 584774 h 1741024"/>
                <a:gd name="connsiteX19" fmla="*/ 4705033 w 4705033"/>
                <a:gd name="connsiteY19" fmla="*/ 0 h 174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05033" h="1741024">
                  <a:moveTo>
                    <a:pt x="4705033" y="0"/>
                  </a:moveTo>
                  <a:lnTo>
                    <a:pt x="4705033" y="553012"/>
                  </a:lnTo>
                  <a:cubicBezTo>
                    <a:pt x="4705033" y="841464"/>
                    <a:pt x="4500426" y="1082127"/>
                    <a:pt x="4228428" y="1137785"/>
                  </a:cubicBezTo>
                  <a:lnTo>
                    <a:pt x="4186776" y="1141984"/>
                  </a:lnTo>
                  <a:lnTo>
                    <a:pt x="4179523" y="1144236"/>
                  </a:lnTo>
                  <a:cubicBezTo>
                    <a:pt x="4161335" y="1147958"/>
                    <a:pt x="4142503" y="1149912"/>
                    <a:pt x="4123214" y="1149912"/>
                  </a:cubicBezTo>
                  <a:lnTo>
                    <a:pt x="4108132" y="1149912"/>
                  </a:lnTo>
                  <a:lnTo>
                    <a:pt x="539475" y="1149912"/>
                  </a:lnTo>
                  <a:lnTo>
                    <a:pt x="476605" y="1156250"/>
                  </a:lnTo>
                  <a:cubicBezTo>
                    <a:pt x="204607" y="1211909"/>
                    <a:pt x="0" y="1452572"/>
                    <a:pt x="0" y="1741024"/>
                  </a:cubicBezTo>
                  <a:lnTo>
                    <a:pt x="0" y="1188012"/>
                  </a:lnTo>
                  <a:cubicBezTo>
                    <a:pt x="0" y="940768"/>
                    <a:pt x="150323" y="728634"/>
                    <a:pt x="364561" y="638019"/>
                  </a:cubicBezTo>
                  <a:lnTo>
                    <a:pt x="372691" y="635496"/>
                  </a:lnTo>
                  <a:lnTo>
                    <a:pt x="414009" y="613069"/>
                  </a:lnTo>
                  <a:cubicBezTo>
                    <a:pt x="447436" y="598930"/>
                    <a:pt x="484187" y="591112"/>
                    <a:pt x="522764" y="591112"/>
                  </a:cubicBezTo>
                  <a:lnTo>
                    <a:pt x="596901" y="591112"/>
                  </a:lnTo>
                  <a:lnTo>
                    <a:pt x="4123214" y="591112"/>
                  </a:lnTo>
                  <a:lnTo>
                    <a:pt x="4144386" y="593246"/>
                  </a:lnTo>
                  <a:lnTo>
                    <a:pt x="4228428" y="584774"/>
                  </a:lnTo>
                  <a:cubicBezTo>
                    <a:pt x="4500426" y="529115"/>
                    <a:pt x="4705033" y="288452"/>
                    <a:pt x="4705033" y="0"/>
                  </a:cubicBezTo>
                  <a:close/>
                </a:path>
              </a:pathLst>
            </a:custGeom>
            <a:solidFill>
              <a:srgbClr val="79A5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2599330" y="2951527"/>
            <a:ext cx="17929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标题</a:t>
            </a:r>
          </a:p>
        </p:txBody>
      </p:sp>
      <p:cxnSp>
        <p:nvCxnSpPr>
          <p:cNvPr id="37" name="直接连接符 36"/>
          <p:cNvCxnSpPr/>
          <p:nvPr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rgbClr val="F5F0E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5687019" y="1554848"/>
            <a:ext cx="14702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</a:t>
            </a:r>
            <a:r>
              <a:rPr lang="en-US" altLang="zh-CN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x</a:t>
            </a:r>
            <a:endParaRPr lang="zh-CN" altLang="en-US" sz="36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687019" y="2434803"/>
            <a:ext cx="48942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</a:t>
            </a:r>
            <a:r>
              <a:rPr lang="en-US" altLang="zh-CN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点击此处添加标题</a:t>
            </a:r>
          </a:p>
        </p:txBody>
      </p:sp>
      <p:sp>
        <p:nvSpPr>
          <p:cNvPr id="40" name="矩形 39"/>
          <p:cNvSpPr/>
          <p:nvPr/>
        </p:nvSpPr>
        <p:spPr>
          <a:xfrm>
            <a:off x="5687019" y="3429000"/>
            <a:ext cx="48942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</a:t>
            </a:r>
            <a:r>
              <a:rPr lang="en-US" altLang="zh-CN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点击此处添加标题</a:t>
            </a:r>
          </a:p>
        </p:txBody>
      </p:sp>
      <p:sp>
        <p:nvSpPr>
          <p:cNvPr id="41" name="矩形 40"/>
          <p:cNvSpPr/>
          <p:nvPr/>
        </p:nvSpPr>
        <p:spPr>
          <a:xfrm>
            <a:off x="5687019" y="4194713"/>
            <a:ext cx="48942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</a:t>
            </a:r>
            <a:r>
              <a:rPr lang="en-US" altLang="zh-CN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点击此处添加标题</a:t>
            </a:r>
          </a:p>
        </p:txBody>
      </p:sp>
      <p:sp>
        <p:nvSpPr>
          <p:cNvPr id="42" name="矩形 41"/>
          <p:cNvSpPr/>
          <p:nvPr/>
        </p:nvSpPr>
        <p:spPr>
          <a:xfrm>
            <a:off x="5687019" y="5074666"/>
            <a:ext cx="48942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</a:t>
            </a:r>
            <a:r>
              <a:rPr lang="en-US" altLang="zh-CN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点击此处添加标题</a:t>
            </a:r>
          </a:p>
        </p:txBody>
      </p:sp>
    </p:spTree>
    <p:extLst>
      <p:ext uri="{BB962C8B-B14F-4D97-AF65-F5344CB8AC3E}">
        <p14:creationId xmlns:p14="http://schemas.microsoft.com/office/powerpoint/2010/main" val="2257999211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解决办法</a:t>
            </a: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5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693425" y="1278378"/>
            <a:ext cx="2377553" cy="46965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5816" tIns="305816" rIns="305816" bIns="3773929" numCol="1" spcCol="1270" anchor="ctr" anchorCtr="0">
            <a:noAutofit/>
          </a:bodyPr>
          <a:lstStyle/>
          <a:p>
            <a:pPr lvl="0" algn="ctr" defTabSz="1911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300" kern="1200"/>
          </a:p>
        </p:txBody>
      </p:sp>
      <p:sp>
        <p:nvSpPr>
          <p:cNvPr id="9" name="矩形 8"/>
          <p:cNvSpPr/>
          <p:nvPr/>
        </p:nvSpPr>
        <p:spPr>
          <a:xfrm>
            <a:off x="4919613" y="1278378"/>
            <a:ext cx="2377553" cy="46965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5816" tIns="305816" rIns="305816" bIns="3773929" numCol="1" spcCol="1270" anchor="ctr" anchorCtr="0">
            <a:noAutofit/>
          </a:bodyPr>
          <a:lstStyle/>
          <a:p>
            <a:pPr lvl="0" algn="ctr" defTabSz="1911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300" kern="1200"/>
          </a:p>
        </p:txBody>
      </p:sp>
      <p:sp>
        <p:nvSpPr>
          <p:cNvPr id="10" name="矩形 9"/>
          <p:cNvSpPr/>
          <p:nvPr/>
        </p:nvSpPr>
        <p:spPr>
          <a:xfrm>
            <a:off x="2145800" y="1278378"/>
            <a:ext cx="2377553" cy="46965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5816" tIns="305816" rIns="305816" bIns="3773929" numCol="1" spcCol="1270" anchor="ctr" anchorCtr="0">
            <a:noAutofit/>
          </a:bodyPr>
          <a:lstStyle/>
          <a:p>
            <a:pPr lvl="0" algn="ctr" defTabSz="1911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300" kern="1200"/>
          </a:p>
        </p:txBody>
      </p:sp>
      <p:sp>
        <p:nvSpPr>
          <p:cNvPr id="11" name="矩形 10"/>
          <p:cNvSpPr/>
          <p:nvPr/>
        </p:nvSpPr>
        <p:spPr>
          <a:xfrm>
            <a:off x="2343929" y="3721131"/>
            <a:ext cx="1981294" cy="990647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320" tIns="56320" rIns="56320" bIns="56320" numCol="1" spcCol="1270" anchor="ctr" anchorCtr="0">
            <a:noAutofit/>
          </a:bodyPr>
          <a:lstStyle/>
          <a:p>
            <a:pPr algn="ctr" defTabSz="1911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点击此处添加标题</a:t>
            </a:r>
          </a:p>
        </p:txBody>
      </p:sp>
      <p:sp>
        <p:nvSpPr>
          <p:cNvPr id="12" name="任意多边形 11"/>
          <p:cNvSpPr/>
          <p:nvPr/>
        </p:nvSpPr>
        <p:spPr>
          <a:xfrm rot="18770822">
            <a:off x="4138787" y="3771242"/>
            <a:ext cx="1165392" cy="35991"/>
          </a:xfrm>
          <a:custGeom>
            <a:avLst/>
            <a:gdLst>
              <a:gd name="connsiteX0" fmla="*/ 0 w 1165392"/>
              <a:gd name="connsiteY0" fmla="*/ 17995 h 35991"/>
              <a:gd name="connsiteX1" fmla="*/ 1165392 w 1165392"/>
              <a:gd name="connsiteY1" fmla="*/ 17995 h 35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65392" h="35991">
                <a:moveTo>
                  <a:pt x="0" y="17995"/>
                </a:moveTo>
                <a:lnTo>
                  <a:pt x="1165392" y="17995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6260" tIns="-11140" rIns="566262" bIns="-11139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500" kern="1200"/>
          </a:p>
        </p:txBody>
      </p:sp>
      <p:sp>
        <p:nvSpPr>
          <p:cNvPr id="13" name="矩形 12"/>
          <p:cNvSpPr/>
          <p:nvPr/>
        </p:nvSpPr>
        <p:spPr>
          <a:xfrm>
            <a:off x="5117741" y="2866698"/>
            <a:ext cx="1981294" cy="990647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320" tIns="56320" rIns="56320" bIns="56320" numCol="1" spcCol="1270" anchor="ctr" anchorCtr="0">
            <a:noAutofit/>
          </a:bodyPr>
          <a:lstStyle/>
          <a:p>
            <a:pPr algn="ctr" defTabSz="1911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点击此处添加标题</a:t>
            </a:r>
          </a:p>
        </p:txBody>
      </p:sp>
      <p:sp>
        <p:nvSpPr>
          <p:cNvPr id="14" name="任意多边形 13"/>
          <p:cNvSpPr/>
          <p:nvPr/>
        </p:nvSpPr>
        <p:spPr>
          <a:xfrm rot="19457599">
            <a:off x="7007301" y="3059215"/>
            <a:ext cx="975988" cy="35991"/>
          </a:xfrm>
          <a:custGeom>
            <a:avLst/>
            <a:gdLst>
              <a:gd name="connsiteX0" fmla="*/ 0 w 975988"/>
              <a:gd name="connsiteY0" fmla="*/ 17995 h 35991"/>
              <a:gd name="connsiteX1" fmla="*/ 975988 w 975988"/>
              <a:gd name="connsiteY1" fmla="*/ 17995 h 35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75988" h="35991">
                <a:moveTo>
                  <a:pt x="0" y="17995"/>
                </a:moveTo>
                <a:lnTo>
                  <a:pt x="975988" y="17995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76295" tIns="-6405" rIns="476293" bIns="-6404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500" kern="1200"/>
          </a:p>
        </p:txBody>
      </p:sp>
      <p:sp>
        <p:nvSpPr>
          <p:cNvPr id="15" name="矩形 14"/>
          <p:cNvSpPr/>
          <p:nvPr/>
        </p:nvSpPr>
        <p:spPr>
          <a:xfrm>
            <a:off x="7891554" y="2297075"/>
            <a:ext cx="1981294" cy="990647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320" tIns="56320" rIns="56320" bIns="56320" numCol="1" spcCol="1270" anchor="ctr" anchorCtr="0">
            <a:noAutofit/>
          </a:bodyPr>
          <a:lstStyle/>
          <a:p>
            <a:pPr algn="ctr" defTabSz="1911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点击此处添加标题</a:t>
            </a:r>
          </a:p>
        </p:txBody>
      </p:sp>
      <p:sp>
        <p:nvSpPr>
          <p:cNvPr id="16" name="任意多边形 15"/>
          <p:cNvSpPr/>
          <p:nvPr/>
        </p:nvSpPr>
        <p:spPr>
          <a:xfrm rot="2142401">
            <a:off x="7007301" y="3628837"/>
            <a:ext cx="975988" cy="35991"/>
          </a:xfrm>
          <a:custGeom>
            <a:avLst/>
            <a:gdLst>
              <a:gd name="connsiteX0" fmla="*/ 0 w 975988"/>
              <a:gd name="connsiteY0" fmla="*/ 17995 h 35991"/>
              <a:gd name="connsiteX1" fmla="*/ 975988 w 975988"/>
              <a:gd name="connsiteY1" fmla="*/ 17995 h 35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75988" h="35991">
                <a:moveTo>
                  <a:pt x="0" y="17995"/>
                </a:moveTo>
                <a:lnTo>
                  <a:pt x="975988" y="17995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76295" tIns="-6405" rIns="476293" bIns="-6404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500" kern="1200"/>
          </a:p>
        </p:txBody>
      </p:sp>
      <p:sp>
        <p:nvSpPr>
          <p:cNvPr id="17" name="矩形 16"/>
          <p:cNvSpPr/>
          <p:nvPr/>
        </p:nvSpPr>
        <p:spPr>
          <a:xfrm>
            <a:off x="7891554" y="3436320"/>
            <a:ext cx="1981294" cy="990647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320" tIns="56320" rIns="56320" bIns="56320" numCol="1" spcCol="1270" anchor="ctr" anchorCtr="0">
            <a:noAutofit/>
          </a:bodyPr>
          <a:lstStyle/>
          <a:p>
            <a:pPr algn="ctr" defTabSz="1911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点击此处添加标题</a:t>
            </a:r>
          </a:p>
        </p:txBody>
      </p:sp>
      <p:sp>
        <p:nvSpPr>
          <p:cNvPr id="18" name="任意多边形 17"/>
          <p:cNvSpPr/>
          <p:nvPr/>
        </p:nvSpPr>
        <p:spPr>
          <a:xfrm rot="2829178">
            <a:off x="4138787" y="4625676"/>
            <a:ext cx="1165392" cy="35991"/>
          </a:xfrm>
          <a:custGeom>
            <a:avLst/>
            <a:gdLst>
              <a:gd name="connsiteX0" fmla="*/ 0 w 1165392"/>
              <a:gd name="connsiteY0" fmla="*/ 17995 h 35991"/>
              <a:gd name="connsiteX1" fmla="*/ 1165392 w 1165392"/>
              <a:gd name="connsiteY1" fmla="*/ 17995 h 35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65392" h="35991">
                <a:moveTo>
                  <a:pt x="0" y="17995"/>
                </a:moveTo>
                <a:lnTo>
                  <a:pt x="1165392" y="17995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6260" tIns="-11140" rIns="566262" bIns="-11139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500" kern="1200"/>
          </a:p>
        </p:txBody>
      </p:sp>
      <p:sp>
        <p:nvSpPr>
          <p:cNvPr id="19" name="矩形 18"/>
          <p:cNvSpPr/>
          <p:nvPr/>
        </p:nvSpPr>
        <p:spPr>
          <a:xfrm>
            <a:off x="5117741" y="4575564"/>
            <a:ext cx="1981294" cy="990647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320" tIns="56320" rIns="56320" bIns="56320" numCol="1" spcCol="1270" anchor="ctr" anchorCtr="0">
            <a:noAutofit/>
          </a:bodyPr>
          <a:lstStyle/>
          <a:p>
            <a:pPr algn="ctr" defTabSz="1911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点击此处添加标题</a:t>
            </a:r>
          </a:p>
        </p:txBody>
      </p:sp>
      <p:sp>
        <p:nvSpPr>
          <p:cNvPr id="20" name="任意多边形 19"/>
          <p:cNvSpPr/>
          <p:nvPr/>
        </p:nvSpPr>
        <p:spPr>
          <a:xfrm>
            <a:off x="7099037" y="5052892"/>
            <a:ext cx="792517" cy="35991"/>
          </a:xfrm>
          <a:custGeom>
            <a:avLst/>
            <a:gdLst>
              <a:gd name="connsiteX0" fmla="*/ 0 w 792517"/>
              <a:gd name="connsiteY0" fmla="*/ 17995 h 35991"/>
              <a:gd name="connsiteX1" fmla="*/ 792517 w 792517"/>
              <a:gd name="connsiteY1" fmla="*/ 17995 h 35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2517" h="35991">
                <a:moveTo>
                  <a:pt x="0" y="17995"/>
                </a:moveTo>
                <a:lnTo>
                  <a:pt x="792517" y="17995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89146" tIns="-1817" rIns="389146" bIns="-1817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500" kern="1200"/>
          </a:p>
        </p:txBody>
      </p:sp>
      <p:sp>
        <p:nvSpPr>
          <p:cNvPr id="21" name="矩形 20"/>
          <p:cNvSpPr/>
          <p:nvPr/>
        </p:nvSpPr>
        <p:spPr>
          <a:xfrm>
            <a:off x="7891554" y="4575564"/>
            <a:ext cx="1981294" cy="990647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320" tIns="56320" rIns="56320" bIns="56320" numCol="1" spcCol="1270" anchor="ctr" anchorCtr="0">
            <a:noAutofit/>
          </a:bodyPr>
          <a:lstStyle/>
          <a:p>
            <a:pPr algn="ctr" defTabSz="1911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b="1" dirty="0">
                <a:solidFill>
                  <a:srgbClr val="F5F0EA"/>
                </a:solidFill>
                <a:ea typeface="微软雅黑" charset="0"/>
              </a:rPr>
              <a:t>点击此处添加标题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421505" y="1392928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第一部分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5195317" y="1392928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第二部分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969130" y="1392928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第三部分</a:t>
            </a:r>
          </a:p>
        </p:txBody>
      </p:sp>
    </p:spTree>
    <p:extLst>
      <p:ext uri="{BB962C8B-B14F-4D97-AF65-F5344CB8AC3E}">
        <p14:creationId xmlns:p14="http://schemas.microsoft.com/office/powerpoint/2010/main" val="3207849844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背景与目标</a:t>
            </a: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1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64601" y="1123882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b="1" dirty="0">
                <a:solidFill>
                  <a:srgbClr val="676661"/>
                </a:solidFill>
                <a:ea typeface="微软雅黑" charset="0"/>
              </a:rPr>
              <a:t>▷点击此处添加标题</a:t>
            </a:r>
          </a:p>
        </p:txBody>
      </p:sp>
      <p:sp>
        <p:nvSpPr>
          <p:cNvPr id="9" name="矩形 8"/>
          <p:cNvSpPr/>
          <p:nvPr/>
        </p:nvSpPr>
        <p:spPr>
          <a:xfrm>
            <a:off x="1397930" y="1468483"/>
            <a:ext cx="1038405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3426759" y="1385383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64601" y="2040947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b="1" dirty="0">
                <a:solidFill>
                  <a:srgbClr val="676661"/>
                </a:solidFill>
                <a:ea typeface="微软雅黑" charset="0"/>
              </a:rPr>
              <a:t>▷点击此处添加标题</a:t>
            </a:r>
          </a:p>
        </p:txBody>
      </p:sp>
      <p:sp>
        <p:nvSpPr>
          <p:cNvPr id="15" name="矩形 14"/>
          <p:cNvSpPr/>
          <p:nvPr/>
        </p:nvSpPr>
        <p:spPr>
          <a:xfrm>
            <a:off x="1397930" y="2385548"/>
            <a:ext cx="1038405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3426759" y="2302448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2887693" y="3228877"/>
            <a:ext cx="6389807" cy="2929575"/>
            <a:chOff x="1611683" y="1446502"/>
            <a:chExt cx="5920633" cy="3027758"/>
          </a:xfrm>
          <a:solidFill>
            <a:schemeClr val="bg1">
              <a:lumMod val="85000"/>
            </a:schemeClr>
          </a:solidFill>
        </p:grpSpPr>
        <p:sp>
          <p:nvSpPr>
            <p:cNvPr id="18" name="Freeform 559"/>
            <p:cNvSpPr>
              <a:spLocks/>
            </p:cNvSpPr>
            <p:nvPr/>
          </p:nvSpPr>
          <p:spPr bwMode="auto">
            <a:xfrm>
              <a:off x="4299491" y="2445520"/>
              <a:ext cx="75667" cy="117338"/>
            </a:xfrm>
            <a:custGeom>
              <a:avLst/>
              <a:gdLst>
                <a:gd name="T0" fmla="*/ 2147483647 w 56"/>
                <a:gd name="T1" fmla="*/ 2147483647 h 88"/>
                <a:gd name="T2" fmla="*/ 0 w 56"/>
                <a:gd name="T3" fmla="*/ 2147483647 h 88"/>
                <a:gd name="T4" fmla="*/ 0 w 56"/>
                <a:gd name="T5" fmla="*/ 2147483647 h 88"/>
                <a:gd name="T6" fmla="*/ 0 w 56"/>
                <a:gd name="T7" fmla="*/ 2147483647 h 88"/>
                <a:gd name="T8" fmla="*/ 2147483647 w 56"/>
                <a:gd name="T9" fmla="*/ 2147483647 h 88"/>
                <a:gd name="T10" fmla="*/ 2147483647 w 56"/>
                <a:gd name="T11" fmla="*/ 2147483647 h 88"/>
                <a:gd name="T12" fmla="*/ 0 w 56"/>
                <a:gd name="T13" fmla="*/ 2147483647 h 88"/>
                <a:gd name="T14" fmla="*/ 2147483647 w 56"/>
                <a:gd name="T15" fmla="*/ 2147483647 h 88"/>
                <a:gd name="T16" fmla="*/ 0 w 56"/>
                <a:gd name="T17" fmla="*/ 2147483647 h 88"/>
                <a:gd name="T18" fmla="*/ 2147483647 w 56"/>
                <a:gd name="T19" fmla="*/ 2147483647 h 88"/>
                <a:gd name="T20" fmla="*/ 2147483647 w 56"/>
                <a:gd name="T21" fmla="*/ 2147483647 h 88"/>
                <a:gd name="T22" fmla="*/ 2147483647 w 56"/>
                <a:gd name="T23" fmla="*/ 0 h 88"/>
                <a:gd name="T24" fmla="*/ 2147483647 w 56"/>
                <a:gd name="T25" fmla="*/ 2147483647 h 88"/>
                <a:gd name="T26" fmla="*/ 2147483647 w 56"/>
                <a:gd name="T27" fmla="*/ 2147483647 h 88"/>
                <a:gd name="T28" fmla="*/ 2147483647 w 56"/>
                <a:gd name="T29" fmla="*/ 2147483647 h 88"/>
                <a:gd name="T30" fmla="*/ 2147483647 w 56"/>
                <a:gd name="T31" fmla="*/ 2147483647 h 88"/>
                <a:gd name="T32" fmla="*/ 2147483647 w 56"/>
                <a:gd name="T33" fmla="*/ 2147483647 h 88"/>
                <a:gd name="T34" fmla="*/ 2147483647 w 56"/>
                <a:gd name="T35" fmla="*/ 2147483647 h 88"/>
                <a:gd name="T36" fmla="*/ 2147483647 w 56"/>
                <a:gd name="T37" fmla="*/ 2147483647 h 88"/>
                <a:gd name="T38" fmla="*/ 2147483647 w 56"/>
                <a:gd name="T39" fmla="*/ 2147483647 h 88"/>
                <a:gd name="T40" fmla="*/ 2147483647 w 56"/>
                <a:gd name="T41" fmla="*/ 2147483647 h 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6"/>
                <a:gd name="T64" fmla="*/ 0 h 88"/>
                <a:gd name="T65" fmla="*/ 56 w 56"/>
                <a:gd name="T66" fmla="*/ 88 h 8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6" h="88">
                  <a:moveTo>
                    <a:pt x="8" y="88"/>
                  </a:moveTo>
                  <a:lnTo>
                    <a:pt x="0" y="80"/>
                  </a:lnTo>
                  <a:lnTo>
                    <a:pt x="0" y="72"/>
                  </a:lnTo>
                  <a:lnTo>
                    <a:pt x="0" y="64"/>
                  </a:lnTo>
                  <a:lnTo>
                    <a:pt x="8" y="56"/>
                  </a:lnTo>
                  <a:lnTo>
                    <a:pt x="8" y="48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32" y="0"/>
                  </a:lnTo>
                  <a:lnTo>
                    <a:pt x="40" y="8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56" y="24"/>
                  </a:lnTo>
                  <a:lnTo>
                    <a:pt x="48" y="32"/>
                  </a:lnTo>
                  <a:lnTo>
                    <a:pt x="48" y="48"/>
                  </a:lnTo>
                  <a:lnTo>
                    <a:pt x="48" y="64"/>
                  </a:lnTo>
                  <a:lnTo>
                    <a:pt x="32" y="72"/>
                  </a:lnTo>
                  <a:lnTo>
                    <a:pt x="8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" name="Freeform 560"/>
            <p:cNvSpPr>
              <a:spLocks/>
            </p:cNvSpPr>
            <p:nvPr/>
          </p:nvSpPr>
          <p:spPr bwMode="auto">
            <a:xfrm>
              <a:off x="4364192" y="2347921"/>
              <a:ext cx="128304" cy="247835"/>
            </a:xfrm>
            <a:custGeom>
              <a:avLst/>
              <a:gdLst>
                <a:gd name="T0" fmla="*/ 2147483647 w 96"/>
                <a:gd name="T1" fmla="*/ 2147483647 h 184"/>
                <a:gd name="T2" fmla="*/ 2147483647 w 96"/>
                <a:gd name="T3" fmla="*/ 2147483647 h 184"/>
                <a:gd name="T4" fmla="*/ 2147483647 w 96"/>
                <a:gd name="T5" fmla="*/ 2147483647 h 184"/>
                <a:gd name="T6" fmla="*/ 2147483647 w 96"/>
                <a:gd name="T7" fmla="*/ 2147483647 h 184"/>
                <a:gd name="T8" fmla="*/ 2147483647 w 96"/>
                <a:gd name="T9" fmla="*/ 2147483647 h 184"/>
                <a:gd name="T10" fmla="*/ 2147483647 w 96"/>
                <a:gd name="T11" fmla="*/ 2147483647 h 184"/>
                <a:gd name="T12" fmla="*/ 2147483647 w 96"/>
                <a:gd name="T13" fmla="*/ 2147483647 h 184"/>
                <a:gd name="T14" fmla="*/ 2147483647 w 96"/>
                <a:gd name="T15" fmla="*/ 2147483647 h 184"/>
                <a:gd name="T16" fmla="*/ 2147483647 w 96"/>
                <a:gd name="T17" fmla="*/ 2147483647 h 184"/>
                <a:gd name="T18" fmla="*/ 2147483647 w 96"/>
                <a:gd name="T19" fmla="*/ 2147483647 h 184"/>
                <a:gd name="T20" fmla="*/ 2147483647 w 96"/>
                <a:gd name="T21" fmla="*/ 2147483647 h 184"/>
                <a:gd name="T22" fmla="*/ 2147483647 w 96"/>
                <a:gd name="T23" fmla="*/ 2147483647 h 184"/>
                <a:gd name="T24" fmla="*/ 2147483647 w 96"/>
                <a:gd name="T25" fmla="*/ 2147483647 h 184"/>
                <a:gd name="T26" fmla="*/ 2147483647 w 96"/>
                <a:gd name="T27" fmla="*/ 2147483647 h 184"/>
                <a:gd name="T28" fmla="*/ 2147483647 w 96"/>
                <a:gd name="T29" fmla="*/ 2147483647 h 184"/>
                <a:gd name="T30" fmla="*/ 0 w 96"/>
                <a:gd name="T31" fmla="*/ 2147483647 h 184"/>
                <a:gd name="T32" fmla="*/ 0 w 96"/>
                <a:gd name="T33" fmla="*/ 2147483647 h 184"/>
                <a:gd name="T34" fmla="*/ 0 w 96"/>
                <a:gd name="T35" fmla="*/ 2147483647 h 184"/>
                <a:gd name="T36" fmla="*/ 0 w 96"/>
                <a:gd name="T37" fmla="*/ 2147483647 h 184"/>
                <a:gd name="T38" fmla="*/ 0 w 96"/>
                <a:gd name="T39" fmla="*/ 2147483647 h 184"/>
                <a:gd name="T40" fmla="*/ 2147483647 w 96"/>
                <a:gd name="T41" fmla="*/ 2147483647 h 184"/>
                <a:gd name="T42" fmla="*/ 2147483647 w 96"/>
                <a:gd name="T43" fmla="*/ 0 h 184"/>
                <a:gd name="T44" fmla="*/ 2147483647 w 96"/>
                <a:gd name="T45" fmla="*/ 0 h 184"/>
                <a:gd name="T46" fmla="*/ 2147483647 w 96"/>
                <a:gd name="T47" fmla="*/ 0 h 184"/>
                <a:gd name="T48" fmla="*/ 2147483647 w 96"/>
                <a:gd name="T49" fmla="*/ 2147483647 h 184"/>
                <a:gd name="T50" fmla="*/ 2147483647 w 96"/>
                <a:gd name="T51" fmla="*/ 2147483647 h 184"/>
                <a:gd name="T52" fmla="*/ 2147483647 w 96"/>
                <a:gd name="T53" fmla="*/ 2147483647 h 184"/>
                <a:gd name="T54" fmla="*/ 2147483647 w 96"/>
                <a:gd name="T55" fmla="*/ 2147483647 h 184"/>
                <a:gd name="T56" fmla="*/ 2147483647 w 96"/>
                <a:gd name="T57" fmla="*/ 2147483647 h 184"/>
                <a:gd name="T58" fmla="*/ 2147483647 w 96"/>
                <a:gd name="T59" fmla="*/ 2147483647 h 184"/>
                <a:gd name="T60" fmla="*/ 2147483647 w 96"/>
                <a:gd name="T61" fmla="*/ 2147483647 h 184"/>
                <a:gd name="T62" fmla="*/ 2147483647 w 96"/>
                <a:gd name="T63" fmla="*/ 2147483647 h 184"/>
                <a:gd name="T64" fmla="*/ 2147483647 w 96"/>
                <a:gd name="T65" fmla="*/ 2147483647 h 184"/>
                <a:gd name="T66" fmla="*/ 2147483647 w 96"/>
                <a:gd name="T67" fmla="*/ 2147483647 h 184"/>
                <a:gd name="T68" fmla="*/ 2147483647 w 96"/>
                <a:gd name="T69" fmla="*/ 2147483647 h 184"/>
                <a:gd name="T70" fmla="*/ 2147483647 w 96"/>
                <a:gd name="T71" fmla="*/ 2147483647 h 184"/>
                <a:gd name="T72" fmla="*/ 2147483647 w 96"/>
                <a:gd name="T73" fmla="*/ 2147483647 h 184"/>
                <a:gd name="T74" fmla="*/ 2147483647 w 96"/>
                <a:gd name="T75" fmla="*/ 2147483647 h 184"/>
                <a:gd name="T76" fmla="*/ 2147483647 w 96"/>
                <a:gd name="T77" fmla="*/ 2147483647 h 184"/>
                <a:gd name="T78" fmla="*/ 2147483647 w 96"/>
                <a:gd name="T79" fmla="*/ 2147483647 h 184"/>
                <a:gd name="T80" fmla="*/ 2147483647 w 96"/>
                <a:gd name="T81" fmla="*/ 2147483647 h 184"/>
                <a:gd name="T82" fmla="*/ 2147483647 w 96"/>
                <a:gd name="T83" fmla="*/ 2147483647 h 184"/>
                <a:gd name="T84" fmla="*/ 2147483647 w 96"/>
                <a:gd name="T85" fmla="*/ 2147483647 h 184"/>
                <a:gd name="T86" fmla="*/ 2147483647 w 96"/>
                <a:gd name="T87" fmla="*/ 2147483647 h 184"/>
                <a:gd name="T88" fmla="*/ 2147483647 w 96"/>
                <a:gd name="T89" fmla="*/ 2147483647 h 184"/>
                <a:gd name="T90" fmla="*/ 2147483647 w 96"/>
                <a:gd name="T91" fmla="*/ 2147483647 h 184"/>
                <a:gd name="T92" fmla="*/ 2147483647 w 96"/>
                <a:gd name="T93" fmla="*/ 2147483647 h 184"/>
                <a:gd name="T94" fmla="*/ 2147483647 w 96"/>
                <a:gd name="T95" fmla="*/ 2147483647 h 184"/>
                <a:gd name="T96" fmla="*/ 2147483647 w 96"/>
                <a:gd name="T97" fmla="*/ 2147483647 h 184"/>
                <a:gd name="T98" fmla="*/ 2147483647 w 96"/>
                <a:gd name="T99" fmla="*/ 2147483647 h 184"/>
                <a:gd name="T100" fmla="*/ 2147483647 w 96"/>
                <a:gd name="T101" fmla="*/ 2147483647 h 184"/>
                <a:gd name="T102" fmla="*/ 2147483647 w 96"/>
                <a:gd name="T103" fmla="*/ 2147483647 h 184"/>
                <a:gd name="T104" fmla="*/ 2147483647 w 96"/>
                <a:gd name="T105" fmla="*/ 2147483647 h 184"/>
                <a:gd name="T106" fmla="*/ 2147483647 w 96"/>
                <a:gd name="T107" fmla="*/ 2147483647 h 184"/>
                <a:gd name="T108" fmla="*/ 2147483647 w 96"/>
                <a:gd name="T109" fmla="*/ 2147483647 h 184"/>
                <a:gd name="T110" fmla="*/ 2147483647 w 96"/>
                <a:gd name="T111" fmla="*/ 2147483647 h 184"/>
                <a:gd name="T112" fmla="*/ 2147483647 w 96"/>
                <a:gd name="T113" fmla="*/ 2147483647 h 184"/>
                <a:gd name="T114" fmla="*/ 2147483647 w 96"/>
                <a:gd name="T115" fmla="*/ 2147483647 h 184"/>
                <a:gd name="T116" fmla="*/ 2147483647 w 96"/>
                <a:gd name="T117" fmla="*/ 2147483647 h 184"/>
                <a:gd name="T118" fmla="*/ 2147483647 w 96"/>
                <a:gd name="T119" fmla="*/ 2147483647 h 184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96"/>
                <a:gd name="T181" fmla="*/ 0 h 184"/>
                <a:gd name="T182" fmla="*/ 96 w 96"/>
                <a:gd name="T183" fmla="*/ 184 h 184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96" h="184">
                  <a:moveTo>
                    <a:pt x="16" y="144"/>
                  </a:moveTo>
                  <a:lnTo>
                    <a:pt x="24" y="136"/>
                  </a:lnTo>
                  <a:lnTo>
                    <a:pt x="24" y="128"/>
                  </a:lnTo>
                  <a:lnTo>
                    <a:pt x="16" y="128"/>
                  </a:lnTo>
                  <a:lnTo>
                    <a:pt x="24" y="120"/>
                  </a:lnTo>
                  <a:lnTo>
                    <a:pt x="40" y="112"/>
                  </a:lnTo>
                  <a:lnTo>
                    <a:pt x="40" y="104"/>
                  </a:lnTo>
                  <a:lnTo>
                    <a:pt x="40" y="96"/>
                  </a:lnTo>
                  <a:lnTo>
                    <a:pt x="32" y="88"/>
                  </a:lnTo>
                  <a:lnTo>
                    <a:pt x="24" y="88"/>
                  </a:lnTo>
                  <a:lnTo>
                    <a:pt x="16" y="88"/>
                  </a:lnTo>
                  <a:lnTo>
                    <a:pt x="16" y="80"/>
                  </a:lnTo>
                  <a:lnTo>
                    <a:pt x="16" y="64"/>
                  </a:lnTo>
                  <a:lnTo>
                    <a:pt x="8" y="64"/>
                  </a:lnTo>
                  <a:lnTo>
                    <a:pt x="8" y="72"/>
                  </a:lnTo>
                  <a:lnTo>
                    <a:pt x="0" y="64"/>
                  </a:lnTo>
                  <a:lnTo>
                    <a:pt x="0" y="48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8" y="16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32" y="0"/>
                  </a:lnTo>
                  <a:lnTo>
                    <a:pt x="24" y="16"/>
                  </a:lnTo>
                  <a:lnTo>
                    <a:pt x="32" y="24"/>
                  </a:lnTo>
                  <a:lnTo>
                    <a:pt x="40" y="16"/>
                  </a:lnTo>
                  <a:lnTo>
                    <a:pt x="56" y="24"/>
                  </a:lnTo>
                  <a:lnTo>
                    <a:pt x="48" y="32"/>
                  </a:lnTo>
                  <a:lnTo>
                    <a:pt x="48" y="40"/>
                  </a:lnTo>
                  <a:lnTo>
                    <a:pt x="40" y="56"/>
                  </a:lnTo>
                  <a:lnTo>
                    <a:pt x="48" y="64"/>
                  </a:lnTo>
                  <a:lnTo>
                    <a:pt x="56" y="64"/>
                  </a:lnTo>
                  <a:lnTo>
                    <a:pt x="64" y="88"/>
                  </a:lnTo>
                  <a:lnTo>
                    <a:pt x="72" y="96"/>
                  </a:lnTo>
                  <a:lnTo>
                    <a:pt x="80" y="112"/>
                  </a:lnTo>
                  <a:lnTo>
                    <a:pt x="80" y="120"/>
                  </a:lnTo>
                  <a:lnTo>
                    <a:pt x="80" y="128"/>
                  </a:lnTo>
                  <a:lnTo>
                    <a:pt x="88" y="128"/>
                  </a:lnTo>
                  <a:lnTo>
                    <a:pt x="96" y="128"/>
                  </a:lnTo>
                  <a:lnTo>
                    <a:pt x="96" y="144"/>
                  </a:lnTo>
                  <a:lnTo>
                    <a:pt x="88" y="152"/>
                  </a:lnTo>
                  <a:lnTo>
                    <a:pt x="88" y="160"/>
                  </a:lnTo>
                  <a:lnTo>
                    <a:pt x="96" y="160"/>
                  </a:lnTo>
                  <a:lnTo>
                    <a:pt x="88" y="160"/>
                  </a:lnTo>
                  <a:lnTo>
                    <a:pt x="72" y="168"/>
                  </a:lnTo>
                  <a:lnTo>
                    <a:pt x="56" y="168"/>
                  </a:lnTo>
                  <a:lnTo>
                    <a:pt x="48" y="176"/>
                  </a:lnTo>
                  <a:lnTo>
                    <a:pt x="40" y="168"/>
                  </a:lnTo>
                  <a:lnTo>
                    <a:pt x="32" y="176"/>
                  </a:lnTo>
                  <a:lnTo>
                    <a:pt x="24" y="176"/>
                  </a:lnTo>
                  <a:lnTo>
                    <a:pt x="16" y="176"/>
                  </a:lnTo>
                  <a:lnTo>
                    <a:pt x="16" y="184"/>
                  </a:lnTo>
                  <a:lnTo>
                    <a:pt x="8" y="184"/>
                  </a:lnTo>
                  <a:lnTo>
                    <a:pt x="8" y="176"/>
                  </a:lnTo>
                  <a:lnTo>
                    <a:pt x="24" y="168"/>
                  </a:lnTo>
                  <a:lnTo>
                    <a:pt x="32" y="152"/>
                  </a:lnTo>
                  <a:lnTo>
                    <a:pt x="24" y="152"/>
                  </a:lnTo>
                  <a:lnTo>
                    <a:pt x="16" y="152"/>
                  </a:lnTo>
                  <a:lnTo>
                    <a:pt x="16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" name="Freeform 561"/>
            <p:cNvSpPr>
              <a:spLocks/>
            </p:cNvSpPr>
            <p:nvPr/>
          </p:nvSpPr>
          <p:spPr bwMode="auto">
            <a:xfrm>
              <a:off x="5342373" y="1479400"/>
              <a:ext cx="300473" cy="375043"/>
            </a:xfrm>
            <a:custGeom>
              <a:avLst/>
              <a:gdLst>
                <a:gd name="T0" fmla="*/ 2147483647 w 224"/>
                <a:gd name="T1" fmla="*/ 2147483647 h 280"/>
                <a:gd name="T2" fmla="*/ 2147483647 w 224"/>
                <a:gd name="T3" fmla="*/ 2147483647 h 280"/>
                <a:gd name="T4" fmla="*/ 2147483647 w 224"/>
                <a:gd name="T5" fmla="*/ 2147483647 h 280"/>
                <a:gd name="T6" fmla="*/ 2147483647 w 224"/>
                <a:gd name="T7" fmla="*/ 2147483647 h 280"/>
                <a:gd name="T8" fmla="*/ 2147483647 w 224"/>
                <a:gd name="T9" fmla="*/ 2147483647 h 280"/>
                <a:gd name="T10" fmla="*/ 2147483647 w 224"/>
                <a:gd name="T11" fmla="*/ 2147483647 h 280"/>
                <a:gd name="T12" fmla="*/ 2147483647 w 224"/>
                <a:gd name="T13" fmla="*/ 2147483647 h 280"/>
                <a:gd name="T14" fmla="*/ 2147483647 w 224"/>
                <a:gd name="T15" fmla="*/ 2147483647 h 280"/>
                <a:gd name="T16" fmla="*/ 2147483647 w 224"/>
                <a:gd name="T17" fmla="*/ 2147483647 h 280"/>
                <a:gd name="T18" fmla="*/ 2147483647 w 224"/>
                <a:gd name="T19" fmla="*/ 2147483647 h 280"/>
                <a:gd name="T20" fmla="*/ 2147483647 w 224"/>
                <a:gd name="T21" fmla="*/ 0 h 280"/>
                <a:gd name="T22" fmla="*/ 2147483647 w 224"/>
                <a:gd name="T23" fmla="*/ 0 h 280"/>
                <a:gd name="T24" fmla="*/ 2147483647 w 224"/>
                <a:gd name="T25" fmla="*/ 2147483647 h 280"/>
                <a:gd name="T26" fmla="*/ 2147483647 w 224"/>
                <a:gd name="T27" fmla="*/ 2147483647 h 280"/>
                <a:gd name="T28" fmla="*/ 2147483647 w 224"/>
                <a:gd name="T29" fmla="*/ 2147483647 h 280"/>
                <a:gd name="T30" fmla="*/ 2147483647 w 224"/>
                <a:gd name="T31" fmla="*/ 2147483647 h 280"/>
                <a:gd name="T32" fmla="*/ 2147483647 w 224"/>
                <a:gd name="T33" fmla="*/ 2147483647 h 280"/>
                <a:gd name="T34" fmla="*/ 2147483647 w 224"/>
                <a:gd name="T35" fmla="*/ 2147483647 h 280"/>
                <a:gd name="T36" fmla="*/ 2147483647 w 224"/>
                <a:gd name="T37" fmla="*/ 2147483647 h 280"/>
                <a:gd name="T38" fmla="*/ 2147483647 w 224"/>
                <a:gd name="T39" fmla="*/ 2147483647 h 280"/>
                <a:gd name="T40" fmla="*/ 2147483647 w 224"/>
                <a:gd name="T41" fmla="*/ 2147483647 h 280"/>
                <a:gd name="T42" fmla="*/ 2147483647 w 224"/>
                <a:gd name="T43" fmla="*/ 2147483647 h 280"/>
                <a:gd name="T44" fmla="*/ 2147483647 w 224"/>
                <a:gd name="T45" fmla="*/ 2147483647 h 280"/>
                <a:gd name="T46" fmla="*/ 2147483647 w 224"/>
                <a:gd name="T47" fmla="*/ 2147483647 h 280"/>
                <a:gd name="T48" fmla="*/ 2147483647 w 224"/>
                <a:gd name="T49" fmla="*/ 2147483647 h 280"/>
                <a:gd name="T50" fmla="*/ 2147483647 w 224"/>
                <a:gd name="T51" fmla="*/ 2147483647 h 280"/>
                <a:gd name="T52" fmla="*/ 2147483647 w 224"/>
                <a:gd name="T53" fmla="*/ 2147483647 h 280"/>
                <a:gd name="T54" fmla="*/ 0 w 224"/>
                <a:gd name="T55" fmla="*/ 2147483647 h 280"/>
                <a:gd name="T56" fmla="*/ 2147483647 w 224"/>
                <a:gd name="T57" fmla="*/ 2147483647 h 280"/>
                <a:gd name="T58" fmla="*/ 2147483647 w 224"/>
                <a:gd name="T59" fmla="*/ 2147483647 h 280"/>
                <a:gd name="T60" fmla="*/ 2147483647 w 224"/>
                <a:gd name="T61" fmla="*/ 2147483647 h 280"/>
                <a:gd name="T62" fmla="*/ 2147483647 w 224"/>
                <a:gd name="T63" fmla="*/ 2147483647 h 280"/>
                <a:gd name="T64" fmla="*/ 2147483647 w 224"/>
                <a:gd name="T65" fmla="*/ 2147483647 h 28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24"/>
                <a:gd name="T100" fmla="*/ 0 h 280"/>
                <a:gd name="T101" fmla="*/ 224 w 224"/>
                <a:gd name="T102" fmla="*/ 280 h 28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24" h="280">
                  <a:moveTo>
                    <a:pt x="80" y="280"/>
                  </a:moveTo>
                  <a:lnTo>
                    <a:pt x="64" y="264"/>
                  </a:lnTo>
                  <a:lnTo>
                    <a:pt x="48" y="216"/>
                  </a:lnTo>
                  <a:lnTo>
                    <a:pt x="64" y="184"/>
                  </a:lnTo>
                  <a:lnTo>
                    <a:pt x="96" y="120"/>
                  </a:lnTo>
                  <a:lnTo>
                    <a:pt x="128" y="96"/>
                  </a:lnTo>
                  <a:lnTo>
                    <a:pt x="144" y="72"/>
                  </a:lnTo>
                  <a:lnTo>
                    <a:pt x="168" y="64"/>
                  </a:lnTo>
                  <a:lnTo>
                    <a:pt x="192" y="48"/>
                  </a:lnTo>
                  <a:lnTo>
                    <a:pt x="224" y="16"/>
                  </a:lnTo>
                  <a:lnTo>
                    <a:pt x="216" y="0"/>
                  </a:lnTo>
                  <a:lnTo>
                    <a:pt x="192" y="0"/>
                  </a:lnTo>
                  <a:lnTo>
                    <a:pt x="176" y="16"/>
                  </a:lnTo>
                  <a:lnTo>
                    <a:pt x="168" y="24"/>
                  </a:lnTo>
                  <a:lnTo>
                    <a:pt x="144" y="32"/>
                  </a:lnTo>
                  <a:lnTo>
                    <a:pt x="120" y="32"/>
                  </a:lnTo>
                  <a:lnTo>
                    <a:pt x="112" y="40"/>
                  </a:lnTo>
                  <a:lnTo>
                    <a:pt x="104" y="48"/>
                  </a:lnTo>
                  <a:lnTo>
                    <a:pt x="72" y="80"/>
                  </a:lnTo>
                  <a:lnTo>
                    <a:pt x="56" y="88"/>
                  </a:lnTo>
                  <a:lnTo>
                    <a:pt x="56" y="112"/>
                  </a:lnTo>
                  <a:lnTo>
                    <a:pt x="40" y="120"/>
                  </a:lnTo>
                  <a:lnTo>
                    <a:pt x="24" y="144"/>
                  </a:lnTo>
                  <a:lnTo>
                    <a:pt x="24" y="160"/>
                  </a:lnTo>
                  <a:lnTo>
                    <a:pt x="16" y="176"/>
                  </a:lnTo>
                  <a:lnTo>
                    <a:pt x="8" y="192"/>
                  </a:lnTo>
                  <a:lnTo>
                    <a:pt x="8" y="216"/>
                  </a:lnTo>
                  <a:lnTo>
                    <a:pt x="0" y="232"/>
                  </a:lnTo>
                  <a:lnTo>
                    <a:pt x="8" y="256"/>
                  </a:lnTo>
                  <a:lnTo>
                    <a:pt x="32" y="264"/>
                  </a:lnTo>
                  <a:lnTo>
                    <a:pt x="32" y="272"/>
                  </a:lnTo>
                  <a:lnTo>
                    <a:pt x="48" y="280"/>
                  </a:lnTo>
                  <a:lnTo>
                    <a:pt x="80" y="2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" name="Freeform 562"/>
            <p:cNvSpPr>
              <a:spLocks/>
            </p:cNvSpPr>
            <p:nvPr/>
          </p:nvSpPr>
          <p:spPr bwMode="auto">
            <a:xfrm>
              <a:off x="4299491" y="2445520"/>
              <a:ext cx="75667" cy="117338"/>
            </a:xfrm>
            <a:custGeom>
              <a:avLst/>
              <a:gdLst>
                <a:gd name="T0" fmla="*/ 2147483647 w 56"/>
                <a:gd name="T1" fmla="*/ 2147483647 h 88"/>
                <a:gd name="T2" fmla="*/ 0 w 56"/>
                <a:gd name="T3" fmla="*/ 2147483647 h 88"/>
                <a:gd name="T4" fmla="*/ 0 w 56"/>
                <a:gd name="T5" fmla="*/ 2147483647 h 88"/>
                <a:gd name="T6" fmla="*/ 0 w 56"/>
                <a:gd name="T7" fmla="*/ 2147483647 h 88"/>
                <a:gd name="T8" fmla="*/ 2147483647 w 56"/>
                <a:gd name="T9" fmla="*/ 2147483647 h 88"/>
                <a:gd name="T10" fmla="*/ 2147483647 w 56"/>
                <a:gd name="T11" fmla="*/ 2147483647 h 88"/>
                <a:gd name="T12" fmla="*/ 0 w 56"/>
                <a:gd name="T13" fmla="*/ 2147483647 h 88"/>
                <a:gd name="T14" fmla="*/ 2147483647 w 56"/>
                <a:gd name="T15" fmla="*/ 2147483647 h 88"/>
                <a:gd name="T16" fmla="*/ 0 w 56"/>
                <a:gd name="T17" fmla="*/ 2147483647 h 88"/>
                <a:gd name="T18" fmla="*/ 2147483647 w 56"/>
                <a:gd name="T19" fmla="*/ 2147483647 h 88"/>
                <a:gd name="T20" fmla="*/ 2147483647 w 56"/>
                <a:gd name="T21" fmla="*/ 2147483647 h 88"/>
                <a:gd name="T22" fmla="*/ 2147483647 w 56"/>
                <a:gd name="T23" fmla="*/ 0 h 88"/>
                <a:gd name="T24" fmla="*/ 2147483647 w 56"/>
                <a:gd name="T25" fmla="*/ 2147483647 h 88"/>
                <a:gd name="T26" fmla="*/ 2147483647 w 56"/>
                <a:gd name="T27" fmla="*/ 2147483647 h 88"/>
                <a:gd name="T28" fmla="*/ 2147483647 w 56"/>
                <a:gd name="T29" fmla="*/ 2147483647 h 88"/>
                <a:gd name="T30" fmla="*/ 2147483647 w 56"/>
                <a:gd name="T31" fmla="*/ 2147483647 h 88"/>
                <a:gd name="T32" fmla="*/ 2147483647 w 56"/>
                <a:gd name="T33" fmla="*/ 2147483647 h 88"/>
                <a:gd name="T34" fmla="*/ 2147483647 w 56"/>
                <a:gd name="T35" fmla="*/ 2147483647 h 88"/>
                <a:gd name="T36" fmla="*/ 2147483647 w 56"/>
                <a:gd name="T37" fmla="*/ 2147483647 h 88"/>
                <a:gd name="T38" fmla="*/ 2147483647 w 56"/>
                <a:gd name="T39" fmla="*/ 2147483647 h 88"/>
                <a:gd name="T40" fmla="*/ 2147483647 w 56"/>
                <a:gd name="T41" fmla="*/ 2147483647 h 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6"/>
                <a:gd name="T64" fmla="*/ 0 h 88"/>
                <a:gd name="T65" fmla="*/ 56 w 56"/>
                <a:gd name="T66" fmla="*/ 88 h 8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6" h="88">
                  <a:moveTo>
                    <a:pt x="8" y="88"/>
                  </a:moveTo>
                  <a:lnTo>
                    <a:pt x="0" y="80"/>
                  </a:lnTo>
                  <a:lnTo>
                    <a:pt x="0" y="72"/>
                  </a:lnTo>
                  <a:lnTo>
                    <a:pt x="0" y="64"/>
                  </a:lnTo>
                  <a:lnTo>
                    <a:pt x="8" y="56"/>
                  </a:lnTo>
                  <a:lnTo>
                    <a:pt x="8" y="48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32" y="0"/>
                  </a:lnTo>
                  <a:lnTo>
                    <a:pt x="40" y="8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56" y="24"/>
                  </a:lnTo>
                  <a:lnTo>
                    <a:pt x="48" y="32"/>
                  </a:lnTo>
                  <a:lnTo>
                    <a:pt x="48" y="48"/>
                  </a:lnTo>
                  <a:lnTo>
                    <a:pt x="48" y="64"/>
                  </a:lnTo>
                  <a:lnTo>
                    <a:pt x="32" y="72"/>
                  </a:lnTo>
                  <a:lnTo>
                    <a:pt x="8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563"/>
            <p:cNvSpPr>
              <a:spLocks/>
            </p:cNvSpPr>
            <p:nvPr/>
          </p:nvSpPr>
          <p:spPr bwMode="auto">
            <a:xfrm>
              <a:off x="5342373" y="1479400"/>
              <a:ext cx="300473" cy="375043"/>
            </a:xfrm>
            <a:custGeom>
              <a:avLst/>
              <a:gdLst>
                <a:gd name="T0" fmla="*/ 2147483647 w 224"/>
                <a:gd name="T1" fmla="*/ 2147483647 h 280"/>
                <a:gd name="T2" fmla="*/ 2147483647 w 224"/>
                <a:gd name="T3" fmla="*/ 2147483647 h 280"/>
                <a:gd name="T4" fmla="*/ 2147483647 w 224"/>
                <a:gd name="T5" fmla="*/ 2147483647 h 280"/>
                <a:gd name="T6" fmla="*/ 2147483647 w 224"/>
                <a:gd name="T7" fmla="*/ 2147483647 h 280"/>
                <a:gd name="T8" fmla="*/ 2147483647 w 224"/>
                <a:gd name="T9" fmla="*/ 2147483647 h 280"/>
                <a:gd name="T10" fmla="*/ 2147483647 w 224"/>
                <a:gd name="T11" fmla="*/ 2147483647 h 280"/>
                <a:gd name="T12" fmla="*/ 2147483647 w 224"/>
                <a:gd name="T13" fmla="*/ 2147483647 h 280"/>
                <a:gd name="T14" fmla="*/ 2147483647 w 224"/>
                <a:gd name="T15" fmla="*/ 2147483647 h 280"/>
                <a:gd name="T16" fmla="*/ 2147483647 w 224"/>
                <a:gd name="T17" fmla="*/ 2147483647 h 280"/>
                <a:gd name="T18" fmla="*/ 2147483647 w 224"/>
                <a:gd name="T19" fmla="*/ 2147483647 h 280"/>
                <a:gd name="T20" fmla="*/ 2147483647 w 224"/>
                <a:gd name="T21" fmla="*/ 0 h 280"/>
                <a:gd name="T22" fmla="*/ 2147483647 w 224"/>
                <a:gd name="T23" fmla="*/ 0 h 280"/>
                <a:gd name="T24" fmla="*/ 2147483647 w 224"/>
                <a:gd name="T25" fmla="*/ 2147483647 h 280"/>
                <a:gd name="T26" fmla="*/ 2147483647 w 224"/>
                <a:gd name="T27" fmla="*/ 2147483647 h 280"/>
                <a:gd name="T28" fmla="*/ 2147483647 w 224"/>
                <a:gd name="T29" fmla="*/ 2147483647 h 280"/>
                <a:gd name="T30" fmla="*/ 2147483647 w 224"/>
                <a:gd name="T31" fmla="*/ 2147483647 h 280"/>
                <a:gd name="T32" fmla="*/ 2147483647 w 224"/>
                <a:gd name="T33" fmla="*/ 2147483647 h 280"/>
                <a:gd name="T34" fmla="*/ 2147483647 w 224"/>
                <a:gd name="T35" fmla="*/ 2147483647 h 280"/>
                <a:gd name="T36" fmla="*/ 2147483647 w 224"/>
                <a:gd name="T37" fmla="*/ 2147483647 h 280"/>
                <a:gd name="T38" fmla="*/ 2147483647 w 224"/>
                <a:gd name="T39" fmla="*/ 2147483647 h 280"/>
                <a:gd name="T40" fmla="*/ 2147483647 w 224"/>
                <a:gd name="T41" fmla="*/ 2147483647 h 280"/>
                <a:gd name="T42" fmla="*/ 2147483647 w 224"/>
                <a:gd name="T43" fmla="*/ 2147483647 h 280"/>
                <a:gd name="T44" fmla="*/ 2147483647 w 224"/>
                <a:gd name="T45" fmla="*/ 2147483647 h 280"/>
                <a:gd name="T46" fmla="*/ 2147483647 w 224"/>
                <a:gd name="T47" fmla="*/ 2147483647 h 280"/>
                <a:gd name="T48" fmla="*/ 2147483647 w 224"/>
                <a:gd name="T49" fmla="*/ 2147483647 h 280"/>
                <a:gd name="T50" fmla="*/ 2147483647 w 224"/>
                <a:gd name="T51" fmla="*/ 2147483647 h 280"/>
                <a:gd name="T52" fmla="*/ 2147483647 w 224"/>
                <a:gd name="T53" fmla="*/ 2147483647 h 280"/>
                <a:gd name="T54" fmla="*/ 0 w 224"/>
                <a:gd name="T55" fmla="*/ 2147483647 h 280"/>
                <a:gd name="T56" fmla="*/ 2147483647 w 224"/>
                <a:gd name="T57" fmla="*/ 2147483647 h 280"/>
                <a:gd name="T58" fmla="*/ 2147483647 w 224"/>
                <a:gd name="T59" fmla="*/ 2147483647 h 280"/>
                <a:gd name="T60" fmla="*/ 2147483647 w 224"/>
                <a:gd name="T61" fmla="*/ 2147483647 h 280"/>
                <a:gd name="T62" fmla="*/ 2147483647 w 224"/>
                <a:gd name="T63" fmla="*/ 2147483647 h 280"/>
                <a:gd name="T64" fmla="*/ 2147483647 w 224"/>
                <a:gd name="T65" fmla="*/ 2147483647 h 28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24"/>
                <a:gd name="T100" fmla="*/ 0 h 280"/>
                <a:gd name="T101" fmla="*/ 224 w 224"/>
                <a:gd name="T102" fmla="*/ 280 h 28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24" h="280">
                  <a:moveTo>
                    <a:pt x="80" y="280"/>
                  </a:moveTo>
                  <a:lnTo>
                    <a:pt x="64" y="264"/>
                  </a:lnTo>
                  <a:lnTo>
                    <a:pt x="48" y="216"/>
                  </a:lnTo>
                  <a:lnTo>
                    <a:pt x="64" y="184"/>
                  </a:lnTo>
                  <a:lnTo>
                    <a:pt x="96" y="120"/>
                  </a:lnTo>
                  <a:lnTo>
                    <a:pt x="128" y="96"/>
                  </a:lnTo>
                  <a:lnTo>
                    <a:pt x="144" y="72"/>
                  </a:lnTo>
                  <a:lnTo>
                    <a:pt x="168" y="64"/>
                  </a:lnTo>
                  <a:lnTo>
                    <a:pt x="192" y="48"/>
                  </a:lnTo>
                  <a:lnTo>
                    <a:pt x="224" y="16"/>
                  </a:lnTo>
                  <a:lnTo>
                    <a:pt x="216" y="0"/>
                  </a:lnTo>
                  <a:lnTo>
                    <a:pt x="192" y="0"/>
                  </a:lnTo>
                  <a:lnTo>
                    <a:pt x="176" y="16"/>
                  </a:lnTo>
                  <a:lnTo>
                    <a:pt x="168" y="24"/>
                  </a:lnTo>
                  <a:lnTo>
                    <a:pt x="144" y="32"/>
                  </a:lnTo>
                  <a:lnTo>
                    <a:pt x="120" y="32"/>
                  </a:lnTo>
                  <a:lnTo>
                    <a:pt x="112" y="40"/>
                  </a:lnTo>
                  <a:lnTo>
                    <a:pt x="104" y="48"/>
                  </a:lnTo>
                  <a:lnTo>
                    <a:pt x="72" y="80"/>
                  </a:lnTo>
                  <a:lnTo>
                    <a:pt x="56" y="88"/>
                  </a:lnTo>
                  <a:lnTo>
                    <a:pt x="56" y="112"/>
                  </a:lnTo>
                  <a:lnTo>
                    <a:pt x="40" y="120"/>
                  </a:lnTo>
                  <a:lnTo>
                    <a:pt x="24" y="144"/>
                  </a:lnTo>
                  <a:lnTo>
                    <a:pt x="24" y="160"/>
                  </a:lnTo>
                  <a:lnTo>
                    <a:pt x="16" y="176"/>
                  </a:lnTo>
                  <a:lnTo>
                    <a:pt x="8" y="192"/>
                  </a:lnTo>
                  <a:lnTo>
                    <a:pt x="8" y="216"/>
                  </a:lnTo>
                  <a:lnTo>
                    <a:pt x="0" y="232"/>
                  </a:lnTo>
                  <a:lnTo>
                    <a:pt x="8" y="256"/>
                  </a:lnTo>
                  <a:lnTo>
                    <a:pt x="32" y="264"/>
                  </a:lnTo>
                  <a:lnTo>
                    <a:pt x="32" y="272"/>
                  </a:lnTo>
                  <a:lnTo>
                    <a:pt x="48" y="280"/>
                  </a:lnTo>
                  <a:lnTo>
                    <a:pt x="80" y="2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" name="Freeform 564"/>
            <p:cNvSpPr>
              <a:spLocks/>
            </p:cNvSpPr>
            <p:nvPr/>
          </p:nvSpPr>
          <p:spPr bwMode="auto">
            <a:xfrm>
              <a:off x="5194330" y="3786681"/>
              <a:ext cx="107468" cy="236869"/>
            </a:xfrm>
            <a:custGeom>
              <a:avLst/>
              <a:gdLst>
                <a:gd name="T0" fmla="*/ 0 w 80"/>
                <a:gd name="T1" fmla="*/ 2147483647 h 176"/>
                <a:gd name="T2" fmla="*/ 0 w 80"/>
                <a:gd name="T3" fmla="*/ 2147483647 h 176"/>
                <a:gd name="T4" fmla="*/ 2147483647 w 80"/>
                <a:gd name="T5" fmla="*/ 2147483647 h 176"/>
                <a:gd name="T6" fmla="*/ 2147483647 w 80"/>
                <a:gd name="T7" fmla="*/ 2147483647 h 176"/>
                <a:gd name="T8" fmla="*/ 2147483647 w 80"/>
                <a:gd name="T9" fmla="*/ 2147483647 h 176"/>
                <a:gd name="T10" fmla="*/ 2147483647 w 80"/>
                <a:gd name="T11" fmla="*/ 2147483647 h 176"/>
                <a:gd name="T12" fmla="*/ 2147483647 w 80"/>
                <a:gd name="T13" fmla="*/ 2147483647 h 176"/>
                <a:gd name="T14" fmla="*/ 2147483647 w 80"/>
                <a:gd name="T15" fmla="*/ 2147483647 h 176"/>
                <a:gd name="T16" fmla="*/ 2147483647 w 80"/>
                <a:gd name="T17" fmla="*/ 0 h 176"/>
                <a:gd name="T18" fmla="*/ 2147483647 w 80"/>
                <a:gd name="T19" fmla="*/ 2147483647 h 176"/>
                <a:gd name="T20" fmla="*/ 2147483647 w 80"/>
                <a:gd name="T21" fmla="*/ 2147483647 h 176"/>
                <a:gd name="T22" fmla="*/ 2147483647 w 80"/>
                <a:gd name="T23" fmla="*/ 2147483647 h 176"/>
                <a:gd name="T24" fmla="*/ 2147483647 w 80"/>
                <a:gd name="T25" fmla="*/ 2147483647 h 176"/>
                <a:gd name="T26" fmla="*/ 2147483647 w 80"/>
                <a:gd name="T27" fmla="*/ 2147483647 h 176"/>
                <a:gd name="T28" fmla="*/ 2147483647 w 80"/>
                <a:gd name="T29" fmla="*/ 2147483647 h 176"/>
                <a:gd name="T30" fmla="*/ 0 w 80"/>
                <a:gd name="T31" fmla="*/ 2147483647 h 176"/>
                <a:gd name="T32" fmla="*/ 0 w 80"/>
                <a:gd name="T33" fmla="*/ 2147483647 h 17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"/>
                <a:gd name="T52" fmla="*/ 0 h 176"/>
                <a:gd name="T53" fmla="*/ 80 w 80"/>
                <a:gd name="T54" fmla="*/ 176 h 17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" h="176">
                  <a:moveTo>
                    <a:pt x="0" y="144"/>
                  </a:moveTo>
                  <a:lnTo>
                    <a:pt x="0" y="128"/>
                  </a:lnTo>
                  <a:lnTo>
                    <a:pt x="8" y="112"/>
                  </a:lnTo>
                  <a:lnTo>
                    <a:pt x="16" y="88"/>
                  </a:lnTo>
                  <a:lnTo>
                    <a:pt x="8" y="56"/>
                  </a:lnTo>
                  <a:lnTo>
                    <a:pt x="16" y="48"/>
                  </a:lnTo>
                  <a:lnTo>
                    <a:pt x="32" y="40"/>
                  </a:lnTo>
                  <a:lnTo>
                    <a:pt x="48" y="16"/>
                  </a:lnTo>
                  <a:lnTo>
                    <a:pt x="72" y="0"/>
                  </a:lnTo>
                  <a:lnTo>
                    <a:pt x="80" y="16"/>
                  </a:lnTo>
                  <a:lnTo>
                    <a:pt x="80" y="40"/>
                  </a:lnTo>
                  <a:lnTo>
                    <a:pt x="80" y="56"/>
                  </a:lnTo>
                  <a:lnTo>
                    <a:pt x="48" y="168"/>
                  </a:lnTo>
                  <a:lnTo>
                    <a:pt x="32" y="168"/>
                  </a:lnTo>
                  <a:lnTo>
                    <a:pt x="16" y="176"/>
                  </a:lnTo>
                  <a:lnTo>
                    <a:pt x="0" y="160"/>
                  </a:lnTo>
                  <a:lnTo>
                    <a:pt x="0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" name="Freeform 565"/>
            <p:cNvSpPr>
              <a:spLocks/>
            </p:cNvSpPr>
            <p:nvPr/>
          </p:nvSpPr>
          <p:spPr bwMode="auto">
            <a:xfrm>
              <a:off x="5825981" y="3421508"/>
              <a:ext cx="31802" cy="43865"/>
            </a:xfrm>
            <a:custGeom>
              <a:avLst/>
              <a:gdLst>
                <a:gd name="T0" fmla="*/ 0 w 24"/>
                <a:gd name="T1" fmla="*/ 0 h 32"/>
                <a:gd name="T2" fmla="*/ 0 w 24"/>
                <a:gd name="T3" fmla="*/ 2147483647 h 32"/>
                <a:gd name="T4" fmla="*/ 0 w 24"/>
                <a:gd name="T5" fmla="*/ 2147483647 h 32"/>
                <a:gd name="T6" fmla="*/ 2147483647 w 24"/>
                <a:gd name="T7" fmla="*/ 2147483647 h 32"/>
                <a:gd name="T8" fmla="*/ 2147483647 w 24"/>
                <a:gd name="T9" fmla="*/ 2147483647 h 32"/>
                <a:gd name="T10" fmla="*/ 0 w 24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"/>
                <a:gd name="T19" fmla="*/ 0 h 32"/>
                <a:gd name="T20" fmla="*/ 24 w 24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" h="32">
                  <a:moveTo>
                    <a:pt x="0" y="0"/>
                  </a:moveTo>
                  <a:lnTo>
                    <a:pt x="0" y="16"/>
                  </a:lnTo>
                  <a:lnTo>
                    <a:pt x="0" y="32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" name="Freeform 566"/>
            <p:cNvSpPr>
              <a:spLocks/>
            </p:cNvSpPr>
            <p:nvPr/>
          </p:nvSpPr>
          <p:spPr bwMode="auto">
            <a:xfrm>
              <a:off x="6319458" y="3228504"/>
              <a:ext cx="31802" cy="32898"/>
            </a:xfrm>
            <a:custGeom>
              <a:avLst/>
              <a:gdLst>
                <a:gd name="T0" fmla="*/ 0 w 24"/>
                <a:gd name="T1" fmla="*/ 2147483647 h 24"/>
                <a:gd name="T2" fmla="*/ 2147483647 w 24"/>
                <a:gd name="T3" fmla="*/ 2147483647 h 24"/>
                <a:gd name="T4" fmla="*/ 2147483647 w 24"/>
                <a:gd name="T5" fmla="*/ 0 h 24"/>
                <a:gd name="T6" fmla="*/ 2147483647 w 24"/>
                <a:gd name="T7" fmla="*/ 2147483647 h 24"/>
                <a:gd name="T8" fmla="*/ 2147483647 w 24"/>
                <a:gd name="T9" fmla="*/ 2147483647 h 24"/>
                <a:gd name="T10" fmla="*/ 2147483647 w 24"/>
                <a:gd name="T11" fmla="*/ 2147483647 h 24"/>
                <a:gd name="T12" fmla="*/ 0 w 24"/>
                <a:gd name="T13" fmla="*/ 21474836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24"/>
                <a:gd name="T23" fmla="*/ 24 w 24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24">
                  <a:moveTo>
                    <a:pt x="0" y="16"/>
                  </a:moveTo>
                  <a:lnTo>
                    <a:pt x="8" y="8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567"/>
            <p:cNvSpPr>
              <a:spLocks/>
            </p:cNvSpPr>
            <p:nvPr/>
          </p:nvSpPr>
          <p:spPr bwMode="auto">
            <a:xfrm>
              <a:off x="5825981" y="3421508"/>
              <a:ext cx="31802" cy="43865"/>
            </a:xfrm>
            <a:custGeom>
              <a:avLst/>
              <a:gdLst>
                <a:gd name="T0" fmla="*/ 0 w 24"/>
                <a:gd name="T1" fmla="*/ 0 h 32"/>
                <a:gd name="T2" fmla="*/ 0 w 24"/>
                <a:gd name="T3" fmla="*/ 2147483647 h 32"/>
                <a:gd name="T4" fmla="*/ 0 w 24"/>
                <a:gd name="T5" fmla="*/ 2147483647 h 32"/>
                <a:gd name="T6" fmla="*/ 2147483647 w 24"/>
                <a:gd name="T7" fmla="*/ 2147483647 h 32"/>
                <a:gd name="T8" fmla="*/ 2147483647 w 24"/>
                <a:gd name="T9" fmla="*/ 2147483647 h 32"/>
                <a:gd name="T10" fmla="*/ 0 w 24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"/>
                <a:gd name="T19" fmla="*/ 0 h 32"/>
                <a:gd name="T20" fmla="*/ 24 w 24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" h="32">
                  <a:moveTo>
                    <a:pt x="0" y="0"/>
                  </a:moveTo>
                  <a:lnTo>
                    <a:pt x="0" y="16"/>
                  </a:lnTo>
                  <a:lnTo>
                    <a:pt x="0" y="32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" name="Freeform 568"/>
            <p:cNvSpPr>
              <a:spLocks/>
            </p:cNvSpPr>
            <p:nvPr/>
          </p:nvSpPr>
          <p:spPr bwMode="auto">
            <a:xfrm>
              <a:off x="6319458" y="3228504"/>
              <a:ext cx="31802" cy="32898"/>
            </a:xfrm>
            <a:custGeom>
              <a:avLst/>
              <a:gdLst>
                <a:gd name="T0" fmla="*/ 0 w 24"/>
                <a:gd name="T1" fmla="*/ 2147483647 h 24"/>
                <a:gd name="T2" fmla="*/ 2147483647 w 24"/>
                <a:gd name="T3" fmla="*/ 2147483647 h 24"/>
                <a:gd name="T4" fmla="*/ 2147483647 w 24"/>
                <a:gd name="T5" fmla="*/ 0 h 24"/>
                <a:gd name="T6" fmla="*/ 2147483647 w 24"/>
                <a:gd name="T7" fmla="*/ 2147483647 h 24"/>
                <a:gd name="T8" fmla="*/ 2147483647 w 24"/>
                <a:gd name="T9" fmla="*/ 2147483647 h 24"/>
                <a:gd name="T10" fmla="*/ 2147483647 w 24"/>
                <a:gd name="T11" fmla="*/ 2147483647 h 24"/>
                <a:gd name="T12" fmla="*/ 0 w 24"/>
                <a:gd name="T13" fmla="*/ 21474836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24"/>
                <a:gd name="T23" fmla="*/ 24 w 24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24">
                  <a:moveTo>
                    <a:pt x="0" y="16"/>
                  </a:moveTo>
                  <a:lnTo>
                    <a:pt x="8" y="8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" name="Freeform 569"/>
            <p:cNvSpPr>
              <a:spLocks/>
            </p:cNvSpPr>
            <p:nvPr/>
          </p:nvSpPr>
          <p:spPr bwMode="auto">
            <a:xfrm>
              <a:off x="6512463" y="3132002"/>
              <a:ext cx="21932" cy="64700"/>
            </a:xfrm>
            <a:custGeom>
              <a:avLst/>
              <a:gdLst>
                <a:gd name="T0" fmla="*/ 0 w 16"/>
                <a:gd name="T1" fmla="*/ 2147483647 h 48"/>
                <a:gd name="T2" fmla="*/ 0 w 16"/>
                <a:gd name="T3" fmla="*/ 2147483647 h 48"/>
                <a:gd name="T4" fmla="*/ 2147483647 w 16"/>
                <a:gd name="T5" fmla="*/ 0 h 48"/>
                <a:gd name="T6" fmla="*/ 2147483647 w 16"/>
                <a:gd name="T7" fmla="*/ 2147483647 h 48"/>
                <a:gd name="T8" fmla="*/ 2147483647 w 16"/>
                <a:gd name="T9" fmla="*/ 2147483647 h 48"/>
                <a:gd name="T10" fmla="*/ 0 w 16"/>
                <a:gd name="T11" fmla="*/ 2147483647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48"/>
                <a:gd name="T20" fmla="*/ 16 w 16"/>
                <a:gd name="T21" fmla="*/ 48 h 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48">
                  <a:moveTo>
                    <a:pt x="0" y="32"/>
                  </a:moveTo>
                  <a:lnTo>
                    <a:pt x="0" y="16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8" y="48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9" name="Freeform 570"/>
            <p:cNvSpPr>
              <a:spLocks/>
            </p:cNvSpPr>
            <p:nvPr/>
          </p:nvSpPr>
          <p:spPr bwMode="auto">
            <a:xfrm>
              <a:off x="6673666" y="2970799"/>
              <a:ext cx="31802" cy="42768"/>
            </a:xfrm>
            <a:custGeom>
              <a:avLst/>
              <a:gdLst>
                <a:gd name="T0" fmla="*/ 0 w 24"/>
                <a:gd name="T1" fmla="*/ 2147483647 h 32"/>
                <a:gd name="T2" fmla="*/ 2147483647 w 24"/>
                <a:gd name="T3" fmla="*/ 2147483647 h 32"/>
                <a:gd name="T4" fmla="*/ 2147483647 w 24"/>
                <a:gd name="T5" fmla="*/ 2147483647 h 32"/>
                <a:gd name="T6" fmla="*/ 2147483647 w 24"/>
                <a:gd name="T7" fmla="*/ 2147483647 h 32"/>
                <a:gd name="T8" fmla="*/ 2147483647 w 24"/>
                <a:gd name="T9" fmla="*/ 2147483647 h 32"/>
                <a:gd name="T10" fmla="*/ 2147483647 w 24"/>
                <a:gd name="T11" fmla="*/ 0 h 32"/>
                <a:gd name="T12" fmla="*/ 0 w 24"/>
                <a:gd name="T13" fmla="*/ 214748364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32"/>
                <a:gd name="T23" fmla="*/ 24 w 24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32">
                  <a:moveTo>
                    <a:pt x="0" y="8"/>
                  </a:moveTo>
                  <a:lnTo>
                    <a:pt x="8" y="24"/>
                  </a:lnTo>
                  <a:lnTo>
                    <a:pt x="8" y="32"/>
                  </a:lnTo>
                  <a:lnTo>
                    <a:pt x="24" y="24"/>
                  </a:lnTo>
                  <a:lnTo>
                    <a:pt x="24" y="8"/>
                  </a:lnTo>
                  <a:lnTo>
                    <a:pt x="24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" name="Freeform 571"/>
            <p:cNvSpPr>
              <a:spLocks/>
            </p:cNvSpPr>
            <p:nvPr/>
          </p:nvSpPr>
          <p:spPr bwMode="auto">
            <a:xfrm>
              <a:off x="6512463" y="3132002"/>
              <a:ext cx="21932" cy="64700"/>
            </a:xfrm>
            <a:custGeom>
              <a:avLst/>
              <a:gdLst>
                <a:gd name="T0" fmla="*/ 0 w 16"/>
                <a:gd name="T1" fmla="*/ 2147483647 h 48"/>
                <a:gd name="T2" fmla="*/ 0 w 16"/>
                <a:gd name="T3" fmla="*/ 2147483647 h 48"/>
                <a:gd name="T4" fmla="*/ 2147483647 w 16"/>
                <a:gd name="T5" fmla="*/ 0 h 48"/>
                <a:gd name="T6" fmla="*/ 2147483647 w 16"/>
                <a:gd name="T7" fmla="*/ 2147483647 h 48"/>
                <a:gd name="T8" fmla="*/ 2147483647 w 16"/>
                <a:gd name="T9" fmla="*/ 2147483647 h 48"/>
                <a:gd name="T10" fmla="*/ 0 w 16"/>
                <a:gd name="T11" fmla="*/ 2147483647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48"/>
                <a:gd name="T20" fmla="*/ 16 w 16"/>
                <a:gd name="T21" fmla="*/ 48 h 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48">
                  <a:moveTo>
                    <a:pt x="0" y="32"/>
                  </a:moveTo>
                  <a:lnTo>
                    <a:pt x="0" y="16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8" y="48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" name="Freeform 572"/>
            <p:cNvSpPr>
              <a:spLocks/>
            </p:cNvSpPr>
            <p:nvPr/>
          </p:nvSpPr>
          <p:spPr bwMode="auto">
            <a:xfrm>
              <a:off x="6673666" y="2970799"/>
              <a:ext cx="31802" cy="42768"/>
            </a:xfrm>
            <a:custGeom>
              <a:avLst/>
              <a:gdLst>
                <a:gd name="T0" fmla="*/ 0 w 24"/>
                <a:gd name="T1" fmla="*/ 2147483647 h 32"/>
                <a:gd name="T2" fmla="*/ 2147483647 w 24"/>
                <a:gd name="T3" fmla="*/ 2147483647 h 32"/>
                <a:gd name="T4" fmla="*/ 2147483647 w 24"/>
                <a:gd name="T5" fmla="*/ 2147483647 h 32"/>
                <a:gd name="T6" fmla="*/ 2147483647 w 24"/>
                <a:gd name="T7" fmla="*/ 2147483647 h 32"/>
                <a:gd name="T8" fmla="*/ 2147483647 w 24"/>
                <a:gd name="T9" fmla="*/ 2147483647 h 32"/>
                <a:gd name="T10" fmla="*/ 2147483647 w 24"/>
                <a:gd name="T11" fmla="*/ 0 h 32"/>
                <a:gd name="T12" fmla="*/ 0 w 24"/>
                <a:gd name="T13" fmla="*/ 214748364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32"/>
                <a:gd name="T23" fmla="*/ 24 w 24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32">
                  <a:moveTo>
                    <a:pt x="0" y="8"/>
                  </a:moveTo>
                  <a:lnTo>
                    <a:pt x="8" y="24"/>
                  </a:lnTo>
                  <a:lnTo>
                    <a:pt x="8" y="32"/>
                  </a:lnTo>
                  <a:lnTo>
                    <a:pt x="24" y="24"/>
                  </a:lnTo>
                  <a:lnTo>
                    <a:pt x="24" y="8"/>
                  </a:lnTo>
                  <a:lnTo>
                    <a:pt x="24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" name="Freeform 573"/>
            <p:cNvSpPr>
              <a:spLocks/>
            </p:cNvSpPr>
            <p:nvPr/>
          </p:nvSpPr>
          <p:spPr bwMode="auto">
            <a:xfrm>
              <a:off x="6716433" y="2724060"/>
              <a:ext cx="235773" cy="257704"/>
            </a:xfrm>
            <a:custGeom>
              <a:avLst/>
              <a:gdLst>
                <a:gd name="T0" fmla="*/ 0 w 176"/>
                <a:gd name="T1" fmla="*/ 2147483647 h 192"/>
                <a:gd name="T2" fmla="*/ 2147483647 w 176"/>
                <a:gd name="T3" fmla="*/ 2147483647 h 192"/>
                <a:gd name="T4" fmla="*/ 2147483647 w 176"/>
                <a:gd name="T5" fmla="*/ 2147483647 h 192"/>
                <a:gd name="T6" fmla="*/ 2147483647 w 176"/>
                <a:gd name="T7" fmla="*/ 2147483647 h 192"/>
                <a:gd name="T8" fmla="*/ 2147483647 w 176"/>
                <a:gd name="T9" fmla="*/ 2147483647 h 192"/>
                <a:gd name="T10" fmla="*/ 2147483647 w 176"/>
                <a:gd name="T11" fmla="*/ 2147483647 h 192"/>
                <a:gd name="T12" fmla="*/ 2147483647 w 176"/>
                <a:gd name="T13" fmla="*/ 2147483647 h 192"/>
                <a:gd name="T14" fmla="*/ 2147483647 w 176"/>
                <a:gd name="T15" fmla="*/ 2147483647 h 192"/>
                <a:gd name="T16" fmla="*/ 2147483647 w 176"/>
                <a:gd name="T17" fmla="*/ 2147483647 h 192"/>
                <a:gd name="T18" fmla="*/ 2147483647 w 176"/>
                <a:gd name="T19" fmla="*/ 2147483647 h 192"/>
                <a:gd name="T20" fmla="*/ 2147483647 w 176"/>
                <a:gd name="T21" fmla="*/ 0 h 192"/>
                <a:gd name="T22" fmla="*/ 2147483647 w 176"/>
                <a:gd name="T23" fmla="*/ 2147483647 h 192"/>
                <a:gd name="T24" fmla="*/ 2147483647 w 176"/>
                <a:gd name="T25" fmla="*/ 2147483647 h 192"/>
                <a:gd name="T26" fmla="*/ 2147483647 w 176"/>
                <a:gd name="T27" fmla="*/ 2147483647 h 192"/>
                <a:gd name="T28" fmla="*/ 2147483647 w 176"/>
                <a:gd name="T29" fmla="*/ 2147483647 h 192"/>
                <a:gd name="T30" fmla="*/ 2147483647 w 176"/>
                <a:gd name="T31" fmla="*/ 2147483647 h 192"/>
                <a:gd name="T32" fmla="*/ 2147483647 w 176"/>
                <a:gd name="T33" fmla="*/ 2147483647 h 192"/>
                <a:gd name="T34" fmla="*/ 2147483647 w 176"/>
                <a:gd name="T35" fmla="*/ 2147483647 h 192"/>
                <a:gd name="T36" fmla="*/ 2147483647 w 176"/>
                <a:gd name="T37" fmla="*/ 2147483647 h 192"/>
                <a:gd name="T38" fmla="*/ 2147483647 w 176"/>
                <a:gd name="T39" fmla="*/ 2147483647 h 192"/>
                <a:gd name="T40" fmla="*/ 2147483647 w 176"/>
                <a:gd name="T41" fmla="*/ 2147483647 h 192"/>
                <a:gd name="T42" fmla="*/ 2147483647 w 176"/>
                <a:gd name="T43" fmla="*/ 2147483647 h 192"/>
                <a:gd name="T44" fmla="*/ 2147483647 w 176"/>
                <a:gd name="T45" fmla="*/ 2147483647 h 192"/>
                <a:gd name="T46" fmla="*/ 2147483647 w 176"/>
                <a:gd name="T47" fmla="*/ 2147483647 h 192"/>
                <a:gd name="T48" fmla="*/ 2147483647 w 176"/>
                <a:gd name="T49" fmla="*/ 2147483647 h 192"/>
                <a:gd name="T50" fmla="*/ 2147483647 w 176"/>
                <a:gd name="T51" fmla="*/ 2147483647 h 192"/>
                <a:gd name="T52" fmla="*/ 2147483647 w 176"/>
                <a:gd name="T53" fmla="*/ 2147483647 h 192"/>
                <a:gd name="T54" fmla="*/ 2147483647 w 176"/>
                <a:gd name="T55" fmla="*/ 2147483647 h 192"/>
                <a:gd name="T56" fmla="*/ 2147483647 w 176"/>
                <a:gd name="T57" fmla="*/ 2147483647 h 192"/>
                <a:gd name="T58" fmla="*/ 2147483647 w 176"/>
                <a:gd name="T59" fmla="*/ 2147483647 h 192"/>
                <a:gd name="T60" fmla="*/ 2147483647 w 176"/>
                <a:gd name="T61" fmla="*/ 2147483647 h 192"/>
                <a:gd name="T62" fmla="*/ 2147483647 w 176"/>
                <a:gd name="T63" fmla="*/ 2147483647 h 192"/>
                <a:gd name="T64" fmla="*/ 2147483647 w 176"/>
                <a:gd name="T65" fmla="*/ 2147483647 h 192"/>
                <a:gd name="T66" fmla="*/ 0 w 176"/>
                <a:gd name="T67" fmla="*/ 2147483647 h 192"/>
                <a:gd name="T68" fmla="*/ 0 w 176"/>
                <a:gd name="T69" fmla="*/ 2147483647 h 19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76"/>
                <a:gd name="T106" fmla="*/ 0 h 192"/>
                <a:gd name="T107" fmla="*/ 176 w 176"/>
                <a:gd name="T108" fmla="*/ 192 h 19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76" h="192">
                  <a:moveTo>
                    <a:pt x="0" y="160"/>
                  </a:moveTo>
                  <a:lnTo>
                    <a:pt x="24" y="152"/>
                  </a:lnTo>
                  <a:lnTo>
                    <a:pt x="40" y="152"/>
                  </a:lnTo>
                  <a:lnTo>
                    <a:pt x="72" y="128"/>
                  </a:lnTo>
                  <a:lnTo>
                    <a:pt x="88" y="120"/>
                  </a:lnTo>
                  <a:lnTo>
                    <a:pt x="96" y="104"/>
                  </a:lnTo>
                  <a:lnTo>
                    <a:pt x="104" y="72"/>
                  </a:lnTo>
                  <a:lnTo>
                    <a:pt x="104" y="48"/>
                  </a:lnTo>
                  <a:lnTo>
                    <a:pt x="112" y="32"/>
                  </a:lnTo>
                  <a:lnTo>
                    <a:pt x="112" y="8"/>
                  </a:lnTo>
                  <a:lnTo>
                    <a:pt x="120" y="0"/>
                  </a:lnTo>
                  <a:lnTo>
                    <a:pt x="136" y="8"/>
                  </a:lnTo>
                  <a:lnTo>
                    <a:pt x="160" y="16"/>
                  </a:lnTo>
                  <a:lnTo>
                    <a:pt x="176" y="16"/>
                  </a:lnTo>
                  <a:lnTo>
                    <a:pt x="160" y="32"/>
                  </a:lnTo>
                  <a:lnTo>
                    <a:pt x="144" y="40"/>
                  </a:lnTo>
                  <a:lnTo>
                    <a:pt x="136" y="56"/>
                  </a:lnTo>
                  <a:lnTo>
                    <a:pt x="120" y="40"/>
                  </a:lnTo>
                  <a:lnTo>
                    <a:pt x="104" y="64"/>
                  </a:lnTo>
                  <a:lnTo>
                    <a:pt x="120" y="88"/>
                  </a:lnTo>
                  <a:lnTo>
                    <a:pt x="112" y="112"/>
                  </a:lnTo>
                  <a:lnTo>
                    <a:pt x="104" y="128"/>
                  </a:lnTo>
                  <a:lnTo>
                    <a:pt x="104" y="152"/>
                  </a:lnTo>
                  <a:lnTo>
                    <a:pt x="96" y="160"/>
                  </a:lnTo>
                  <a:lnTo>
                    <a:pt x="88" y="160"/>
                  </a:lnTo>
                  <a:lnTo>
                    <a:pt x="80" y="160"/>
                  </a:lnTo>
                  <a:lnTo>
                    <a:pt x="64" y="160"/>
                  </a:lnTo>
                  <a:lnTo>
                    <a:pt x="56" y="160"/>
                  </a:lnTo>
                  <a:lnTo>
                    <a:pt x="40" y="176"/>
                  </a:lnTo>
                  <a:lnTo>
                    <a:pt x="40" y="168"/>
                  </a:lnTo>
                  <a:lnTo>
                    <a:pt x="32" y="176"/>
                  </a:lnTo>
                  <a:lnTo>
                    <a:pt x="24" y="176"/>
                  </a:lnTo>
                  <a:lnTo>
                    <a:pt x="8" y="192"/>
                  </a:lnTo>
                  <a:lnTo>
                    <a:pt x="0" y="168"/>
                  </a:lnTo>
                  <a:lnTo>
                    <a:pt x="0" y="16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3" name="Freeform 574"/>
            <p:cNvSpPr>
              <a:spLocks/>
            </p:cNvSpPr>
            <p:nvPr/>
          </p:nvSpPr>
          <p:spPr bwMode="auto">
            <a:xfrm>
              <a:off x="6877636" y="2488287"/>
              <a:ext cx="42768" cy="203971"/>
            </a:xfrm>
            <a:custGeom>
              <a:avLst/>
              <a:gdLst>
                <a:gd name="T0" fmla="*/ 2147483647 w 32"/>
                <a:gd name="T1" fmla="*/ 2147483647 h 152"/>
                <a:gd name="T2" fmla="*/ 2147483647 w 32"/>
                <a:gd name="T3" fmla="*/ 2147483647 h 152"/>
                <a:gd name="T4" fmla="*/ 2147483647 w 32"/>
                <a:gd name="T5" fmla="*/ 2147483647 h 152"/>
                <a:gd name="T6" fmla="*/ 0 w 32"/>
                <a:gd name="T7" fmla="*/ 2147483647 h 152"/>
                <a:gd name="T8" fmla="*/ 2147483647 w 32"/>
                <a:gd name="T9" fmla="*/ 2147483647 h 152"/>
                <a:gd name="T10" fmla="*/ 2147483647 w 32"/>
                <a:gd name="T11" fmla="*/ 0 h 152"/>
                <a:gd name="T12" fmla="*/ 2147483647 w 32"/>
                <a:gd name="T13" fmla="*/ 2147483647 h 152"/>
                <a:gd name="T14" fmla="*/ 2147483647 w 32"/>
                <a:gd name="T15" fmla="*/ 2147483647 h 152"/>
                <a:gd name="T16" fmla="*/ 2147483647 w 32"/>
                <a:gd name="T17" fmla="*/ 2147483647 h 152"/>
                <a:gd name="T18" fmla="*/ 2147483647 w 32"/>
                <a:gd name="T19" fmla="*/ 2147483647 h 152"/>
                <a:gd name="T20" fmla="*/ 2147483647 w 32"/>
                <a:gd name="T21" fmla="*/ 2147483647 h 152"/>
                <a:gd name="T22" fmla="*/ 2147483647 w 32"/>
                <a:gd name="T23" fmla="*/ 2147483647 h 152"/>
                <a:gd name="T24" fmla="*/ 2147483647 w 32"/>
                <a:gd name="T25" fmla="*/ 2147483647 h 152"/>
                <a:gd name="T26" fmla="*/ 2147483647 w 32"/>
                <a:gd name="T27" fmla="*/ 2147483647 h 15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2"/>
                <a:gd name="T43" fmla="*/ 0 h 152"/>
                <a:gd name="T44" fmla="*/ 32 w 32"/>
                <a:gd name="T45" fmla="*/ 152 h 15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2" h="152">
                  <a:moveTo>
                    <a:pt x="8" y="144"/>
                  </a:moveTo>
                  <a:lnTo>
                    <a:pt x="8" y="120"/>
                  </a:lnTo>
                  <a:lnTo>
                    <a:pt x="8" y="56"/>
                  </a:lnTo>
                  <a:lnTo>
                    <a:pt x="0" y="40"/>
                  </a:lnTo>
                  <a:lnTo>
                    <a:pt x="8" y="16"/>
                  </a:lnTo>
                  <a:lnTo>
                    <a:pt x="8" y="0"/>
                  </a:lnTo>
                  <a:lnTo>
                    <a:pt x="16" y="24"/>
                  </a:lnTo>
                  <a:lnTo>
                    <a:pt x="16" y="40"/>
                  </a:lnTo>
                  <a:lnTo>
                    <a:pt x="32" y="104"/>
                  </a:lnTo>
                  <a:lnTo>
                    <a:pt x="24" y="96"/>
                  </a:lnTo>
                  <a:lnTo>
                    <a:pt x="16" y="112"/>
                  </a:lnTo>
                  <a:lnTo>
                    <a:pt x="16" y="128"/>
                  </a:lnTo>
                  <a:lnTo>
                    <a:pt x="32" y="152"/>
                  </a:lnTo>
                  <a:lnTo>
                    <a:pt x="8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Freeform 575"/>
            <p:cNvSpPr>
              <a:spLocks/>
            </p:cNvSpPr>
            <p:nvPr/>
          </p:nvSpPr>
          <p:spPr bwMode="auto">
            <a:xfrm>
              <a:off x="7306413" y="4333893"/>
              <a:ext cx="118435" cy="140367"/>
            </a:xfrm>
            <a:custGeom>
              <a:avLst/>
              <a:gdLst>
                <a:gd name="T0" fmla="*/ 0 w 88"/>
                <a:gd name="T1" fmla="*/ 2147483647 h 104"/>
                <a:gd name="T2" fmla="*/ 2147483647 w 88"/>
                <a:gd name="T3" fmla="*/ 2147483647 h 104"/>
                <a:gd name="T4" fmla="*/ 2147483647 w 88"/>
                <a:gd name="T5" fmla="*/ 2147483647 h 104"/>
                <a:gd name="T6" fmla="*/ 2147483647 w 88"/>
                <a:gd name="T7" fmla="*/ 2147483647 h 104"/>
                <a:gd name="T8" fmla="*/ 2147483647 w 88"/>
                <a:gd name="T9" fmla="*/ 2147483647 h 104"/>
                <a:gd name="T10" fmla="*/ 2147483647 w 88"/>
                <a:gd name="T11" fmla="*/ 2147483647 h 104"/>
                <a:gd name="T12" fmla="*/ 2147483647 w 88"/>
                <a:gd name="T13" fmla="*/ 0 h 104"/>
                <a:gd name="T14" fmla="*/ 2147483647 w 88"/>
                <a:gd name="T15" fmla="*/ 2147483647 h 104"/>
                <a:gd name="T16" fmla="*/ 2147483647 w 88"/>
                <a:gd name="T17" fmla="*/ 2147483647 h 104"/>
                <a:gd name="T18" fmla="*/ 2147483647 w 88"/>
                <a:gd name="T19" fmla="*/ 2147483647 h 104"/>
                <a:gd name="T20" fmla="*/ 2147483647 w 88"/>
                <a:gd name="T21" fmla="*/ 2147483647 h 104"/>
                <a:gd name="T22" fmla="*/ 2147483647 w 88"/>
                <a:gd name="T23" fmla="*/ 2147483647 h 104"/>
                <a:gd name="T24" fmla="*/ 2147483647 w 88"/>
                <a:gd name="T25" fmla="*/ 2147483647 h 104"/>
                <a:gd name="T26" fmla="*/ 2147483647 w 88"/>
                <a:gd name="T27" fmla="*/ 2147483647 h 104"/>
                <a:gd name="T28" fmla="*/ 2147483647 w 88"/>
                <a:gd name="T29" fmla="*/ 2147483647 h 104"/>
                <a:gd name="T30" fmla="*/ 2147483647 w 88"/>
                <a:gd name="T31" fmla="*/ 2147483647 h 104"/>
                <a:gd name="T32" fmla="*/ 2147483647 w 88"/>
                <a:gd name="T33" fmla="*/ 2147483647 h 104"/>
                <a:gd name="T34" fmla="*/ 0 w 88"/>
                <a:gd name="T35" fmla="*/ 2147483647 h 1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8"/>
                <a:gd name="T55" fmla="*/ 0 h 104"/>
                <a:gd name="T56" fmla="*/ 88 w 88"/>
                <a:gd name="T57" fmla="*/ 104 h 10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8" h="104">
                  <a:moveTo>
                    <a:pt x="0" y="88"/>
                  </a:moveTo>
                  <a:lnTo>
                    <a:pt x="8" y="64"/>
                  </a:lnTo>
                  <a:lnTo>
                    <a:pt x="16" y="48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56" y="16"/>
                  </a:lnTo>
                  <a:lnTo>
                    <a:pt x="64" y="0"/>
                  </a:lnTo>
                  <a:lnTo>
                    <a:pt x="72" y="8"/>
                  </a:lnTo>
                  <a:lnTo>
                    <a:pt x="88" y="8"/>
                  </a:lnTo>
                  <a:lnTo>
                    <a:pt x="88" y="24"/>
                  </a:lnTo>
                  <a:lnTo>
                    <a:pt x="72" y="32"/>
                  </a:lnTo>
                  <a:lnTo>
                    <a:pt x="64" y="40"/>
                  </a:lnTo>
                  <a:lnTo>
                    <a:pt x="48" y="56"/>
                  </a:lnTo>
                  <a:lnTo>
                    <a:pt x="48" y="72"/>
                  </a:lnTo>
                  <a:lnTo>
                    <a:pt x="40" y="96"/>
                  </a:lnTo>
                  <a:lnTo>
                    <a:pt x="24" y="104"/>
                  </a:lnTo>
                  <a:lnTo>
                    <a:pt x="8" y="96"/>
                  </a:lnTo>
                  <a:lnTo>
                    <a:pt x="0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5" name="Freeform 576"/>
            <p:cNvSpPr>
              <a:spLocks/>
            </p:cNvSpPr>
            <p:nvPr/>
          </p:nvSpPr>
          <p:spPr bwMode="auto">
            <a:xfrm>
              <a:off x="6877636" y="2488287"/>
              <a:ext cx="42768" cy="203971"/>
            </a:xfrm>
            <a:custGeom>
              <a:avLst/>
              <a:gdLst>
                <a:gd name="T0" fmla="*/ 2147483647 w 32"/>
                <a:gd name="T1" fmla="*/ 2147483647 h 152"/>
                <a:gd name="T2" fmla="*/ 2147483647 w 32"/>
                <a:gd name="T3" fmla="*/ 2147483647 h 152"/>
                <a:gd name="T4" fmla="*/ 2147483647 w 32"/>
                <a:gd name="T5" fmla="*/ 2147483647 h 152"/>
                <a:gd name="T6" fmla="*/ 0 w 32"/>
                <a:gd name="T7" fmla="*/ 2147483647 h 152"/>
                <a:gd name="T8" fmla="*/ 2147483647 w 32"/>
                <a:gd name="T9" fmla="*/ 2147483647 h 152"/>
                <a:gd name="T10" fmla="*/ 2147483647 w 32"/>
                <a:gd name="T11" fmla="*/ 0 h 152"/>
                <a:gd name="T12" fmla="*/ 2147483647 w 32"/>
                <a:gd name="T13" fmla="*/ 2147483647 h 152"/>
                <a:gd name="T14" fmla="*/ 2147483647 w 32"/>
                <a:gd name="T15" fmla="*/ 2147483647 h 152"/>
                <a:gd name="T16" fmla="*/ 2147483647 w 32"/>
                <a:gd name="T17" fmla="*/ 2147483647 h 152"/>
                <a:gd name="T18" fmla="*/ 2147483647 w 32"/>
                <a:gd name="T19" fmla="*/ 2147483647 h 152"/>
                <a:gd name="T20" fmla="*/ 2147483647 w 32"/>
                <a:gd name="T21" fmla="*/ 2147483647 h 152"/>
                <a:gd name="T22" fmla="*/ 2147483647 w 32"/>
                <a:gd name="T23" fmla="*/ 2147483647 h 152"/>
                <a:gd name="T24" fmla="*/ 2147483647 w 32"/>
                <a:gd name="T25" fmla="*/ 2147483647 h 152"/>
                <a:gd name="T26" fmla="*/ 2147483647 w 32"/>
                <a:gd name="T27" fmla="*/ 2147483647 h 15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2"/>
                <a:gd name="T43" fmla="*/ 0 h 152"/>
                <a:gd name="T44" fmla="*/ 32 w 32"/>
                <a:gd name="T45" fmla="*/ 152 h 15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2" h="152">
                  <a:moveTo>
                    <a:pt x="8" y="144"/>
                  </a:moveTo>
                  <a:lnTo>
                    <a:pt x="8" y="120"/>
                  </a:lnTo>
                  <a:lnTo>
                    <a:pt x="8" y="56"/>
                  </a:lnTo>
                  <a:lnTo>
                    <a:pt x="0" y="40"/>
                  </a:lnTo>
                  <a:lnTo>
                    <a:pt x="8" y="16"/>
                  </a:lnTo>
                  <a:lnTo>
                    <a:pt x="8" y="0"/>
                  </a:lnTo>
                  <a:lnTo>
                    <a:pt x="16" y="24"/>
                  </a:lnTo>
                  <a:lnTo>
                    <a:pt x="16" y="40"/>
                  </a:lnTo>
                  <a:lnTo>
                    <a:pt x="32" y="104"/>
                  </a:lnTo>
                  <a:lnTo>
                    <a:pt x="24" y="96"/>
                  </a:lnTo>
                  <a:lnTo>
                    <a:pt x="16" y="112"/>
                  </a:lnTo>
                  <a:lnTo>
                    <a:pt x="16" y="128"/>
                  </a:lnTo>
                  <a:lnTo>
                    <a:pt x="32" y="152"/>
                  </a:lnTo>
                  <a:lnTo>
                    <a:pt x="8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" name="Freeform 577"/>
            <p:cNvSpPr>
              <a:spLocks/>
            </p:cNvSpPr>
            <p:nvPr/>
          </p:nvSpPr>
          <p:spPr bwMode="auto">
            <a:xfrm>
              <a:off x="7306413" y="4333893"/>
              <a:ext cx="118435" cy="140367"/>
            </a:xfrm>
            <a:custGeom>
              <a:avLst/>
              <a:gdLst>
                <a:gd name="T0" fmla="*/ 0 w 88"/>
                <a:gd name="T1" fmla="*/ 2147483647 h 104"/>
                <a:gd name="T2" fmla="*/ 2147483647 w 88"/>
                <a:gd name="T3" fmla="*/ 2147483647 h 104"/>
                <a:gd name="T4" fmla="*/ 2147483647 w 88"/>
                <a:gd name="T5" fmla="*/ 2147483647 h 104"/>
                <a:gd name="T6" fmla="*/ 2147483647 w 88"/>
                <a:gd name="T7" fmla="*/ 2147483647 h 104"/>
                <a:gd name="T8" fmla="*/ 2147483647 w 88"/>
                <a:gd name="T9" fmla="*/ 2147483647 h 104"/>
                <a:gd name="T10" fmla="*/ 2147483647 w 88"/>
                <a:gd name="T11" fmla="*/ 2147483647 h 104"/>
                <a:gd name="T12" fmla="*/ 2147483647 w 88"/>
                <a:gd name="T13" fmla="*/ 0 h 104"/>
                <a:gd name="T14" fmla="*/ 2147483647 w 88"/>
                <a:gd name="T15" fmla="*/ 2147483647 h 104"/>
                <a:gd name="T16" fmla="*/ 2147483647 w 88"/>
                <a:gd name="T17" fmla="*/ 2147483647 h 104"/>
                <a:gd name="T18" fmla="*/ 2147483647 w 88"/>
                <a:gd name="T19" fmla="*/ 2147483647 h 104"/>
                <a:gd name="T20" fmla="*/ 2147483647 w 88"/>
                <a:gd name="T21" fmla="*/ 2147483647 h 104"/>
                <a:gd name="T22" fmla="*/ 2147483647 w 88"/>
                <a:gd name="T23" fmla="*/ 2147483647 h 104"/>
                <a:gd name="T24" fmla="*/ 2147483647 w 88"/>
                <a:gd name="T25" fmla="*/ 2147483647 h 104"/>
                <a:gd name="T26" fmla="*/ 2147483647 w 88"/>
                <a:gd name="T27" fmla="*/ 2147483647 h 104"/>
                <a:gd name="T28" fmla="*/ 2147483647 w 88"/>
                <a:gd name="T29" fmla="*/ 2147483647 h 104"/>
                <a:gd name="T30" fmla="*/ 2147483647 w 88"/>
                <a:gd name="T31" fmla="*/ 2147483647 h 104"/>
                <a:gd name="T32" fmla="*/ 2147483647 w 88"/>
                <a:gd name="T33" fmla="*/ 2147483647 h 104"/>
                <a:gd name="T34" fmla="*/ 0 w 88"/>
                <a:gd name="T35" fmla="*/ 2147483647 h 1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8"/>
                <a:gd name="T55" fmla="*/ 0 h 104"/>
                <a:gd name="T56" fmla="*/ 88 w 88"/>
                <a:gd name="T57" fmla="*/ 104 h 10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8" h="104">
                  <a:moveTo>
                    <a:pt x="0" y="88"/>
                  </a:moveTo>
                  <a:lnTo>
                    <a:pt x="8" y="64"/>
                  </a:lnTo>
                  <a:lnTo>
                    <a:pt x="16" y="48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56" y="16"/>
                  </a:lnTo>
                  <a:lnTo>
                    <a:pt x="64" y="0"/>
                  </a:lnTo>
                  <a:lnTo>
                    <a:pt x="72" y="8"/>
                  </a:lnTo>
                  <a:lnTo>
                    <a:pt x="88" y="8"/>
                  </a:lnTo>
                  <a:lnTo>
                    <a:pt x="88" y="24"/>
                  </a:lnTo>
                  <a:lnTo>
                    <a:pt x="72" y="32"/>
                  </a:lnTo>
                  <a:lnTo>
                    <a:pt x="64" y="40"/>
                  </a:lnTo>
                  <a:lnTo>
                    <a:pt x="48" y="56"/>
                  </a:lnTo>
                  <a:lnTo>
                    <a:pt x="48" y="72"/>
                  </a:lnTo>
                  <a:lnTo>
                    <a:pt x="40" y="96"/>
                  </a:lnTo>
                  <a:lnTo>
                    <a:pt x="24" y="104"/>
                  </a:lnTo>
                  <a:lnTo>
                    <a:pt x="8" y="96"/>
                  </a:lnTo>
                  <a:lnTo>
                    <a:pt x="0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7" name="Freeform 578"/>
            <p:cNvSpPr>
              <a:spLocks/>
            </p:cNvSpPr>
            <p:nvPr/>
          </p:nvSpPr>
          <p:spPr bwMode="auto">
            <a:xfrm>
              <a:off x="7413881" y="4205589"/>
              <a:ext cx="86633" cy="139271"/>
            </a:xfrm>
            <a:custGeom>
              <a:avLst/>
              <a:gdLst>
                <a:gd name="T0" fmla="*/ 0 w 64"/>
                <a:gd name="T1" fmla="*/ 2147483647 h 104"/>
                <a:gd name="T2" fmla="*/ 2147483647 w 64"/>
                <a:gd name="T3" fmla="*/ 2147483647 h 104"/>
                <a:gd name="T4" fmla="*/ 2147483647 w 64"/>
                <a:gd name="T5" fmla="*/ 2147483647 h 104"/>
                <a:gd name="T6" fmla="*/ 0 w 64"/>
                <a:gd name="T7" fmla="*/ 0 h 104"/>
                <a:gd name="T8" fmla="*/ 2147483647 w 64"/>
                <a:gd name="T9" fmla="*/ 2147483647 h 104"/>
                <a:gd name="T10" fmla="*/ 2147483647 w 64"/>
                <a:gd name="T11" fmla="*/ 2147483647 h 104"/>
                <a:gd name="T12" fmla="*/ 2147483647 w 64"/>
                <a:gd name="T13" fmla="*/ 2147483647 h 104"/>
                <a:gd name="T14" fmla="*/ 2147483647 w 64"/>
                <a:gd name="T15" fmla="*/ 2147483647 h 104"/>
                <a:gd name="T16" fmla="*/ 2147483647 w 64"/>
                <a:gd name="T17" fmla="*/ 2147483647 h 104"/>
                <a:gd name="T18" fmla="*/ 2147483647 w 64"/>
                <a:gd name="T19" fmla="*/ 2147483647 h 104"/>
                <a:gd name="T20" fmla="*/ 2147483647 w 64"/>
                <a:gd name="T21" fmla="*/ 2147483647 h 104"/>
                <a:gd name="T22" fmla="*/ 2147483647 w 64"/>
                <a:gd name="T23" fmla="*/ 2147483647 h 104"/>
                <a:gd name="T24" fmla="*/ 2147483647 w 64"/>
                <a:gd name="T25" fmla="*/ 2147483647 h 104"/>
                <a:gd name="T26" fmla="*/ 2147483647 w 64"/>
                <a:gd name="T27" fmla="*/ 2147483647 h 104"/>
                <a:gd name="T28" fmla="*/ 2147483647 w 64"/>
                <a:gd name="T29" fmla="*/ 2147483647 h 104"/>
                <a:gd name="T30" fmla="*/ 2147483647 w 64"/>
                <a:gd name="T31" fmla="*/ 2147483647 h 104"/>
                <a:gd name="T32" fmla="*/ 2147483647 w 64"/>
                <a:gd name="T33" fmla="*/ 2147483647 h 104"/>
                <a:gd name="T34" fmla="*/ 0 w 64"/>
                <a:gd name="T35" fmla="*/ 2147483647 h 1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4"/>
                <a:gd name="T55" fmla="*/ 0 h 104"/>
                <a:gd name="T56" fmla="*/ 64 w 64"/>
                <a:gd name="T57" fmla="*/ 104 h 10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4" h="104">
                  <a:moveTo>
                    <a:pt x="0" y="72"/>
                  </a:moveTo>
                  <a:lnTo>
                    <a:pt x="16" y="48"/>
                  </a:lnTo>
                  <a:lnTo>
                    <a:pt x="16" y="32"/>
                  </a:lnTo>
                  <a:lnTo>
                    <a:pt x="0" y="0"/>
                  </a:lnTo>
                  <a:lnTo>
                    <a:pt x="16" y="8"/>
                  </a:lnTo>
                  <a:lnTo>
                    <a:pt x="16" y="24"/>
                  </a:lnTo>
                  <a:lnTo>
                    <a:pt x="24" y="40"/>
                  </a:lnTo>
                  <a:lnTo>
                    <a:pt x="40" y="48"/>
                  </a:lnTo>
                  <a:lnTo>
                    <a:pt x="56" y="40"/>
                  </a:lnTo>
                  <a:lnTo>
                    <a:pt x="64" y="48"/>
                  </a:lnTo>
                  <a:lnTo>
                    <a:pt x="56" y="56"/>
                  </a:lnTo>
                  <a:lnTo>
                    <a:pt x="48" y="64"/>
                  </a:lnTo>
                  <a:lnTo>
                    <a:pt x="40" y="72"/>
                  </a:lnTo>
                  <a:lnTo>
                    <a:pt x="40" y="88"/>
                  </a:lnTo>
                  <a:lnTo>
                    <a:pt x="24" y="104"/>
                  </a:lnTo>
                  <a:lnTo>
                    <a:pt x="16" y="96"/>
                  </a:lnTo>
                  <a:lnTo>
                    <a:pt x="16" y="80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8" name="Freeform 579"/>
            <p:cNvSpPr>
              <a:spLocks/>
            </p:cNvSpPr>
            <p:nvPr/>
          </p:nvSpPr>
          <p:spPr bwMode="auto">
            <a:xfrm>
              <a:off x="6394028" y="3775715"/>
              <a:ext cx="676613" cy="515410"/>
            </a:xfrm>
            <a:custGeom>
              <a:avLst/>
              <a:gdLst>
                <a:gd name="T0" fmla="*/ 2147483647 w 504"/>
                <a:gd name="T1" fmla="*/ 2147483647 h 384"/>
                <a:gd name="T2" fmla="*/ 2147483647 w 504"/>
                <a:gd name="T3" fmla="*/ 2147483647 h 384"/>
                <a:gd name="T4" fmla="*/ 0 w 504"/>
                <a:gd name="T5" fmla="*/ 2147483647 h 384"/>
                <a:gd name="T6" fmla="*/ 2147483647 w 504"/>
                <a:gd name="T7" fmla="*/ 2147483647 h 384"/>
                <a:gd name="T8" fmla="*/ 2147483647 w 504"/>
                <a:gd name="T9" fmla="*/ 2147483647 h 384"/>
                <a:gd name="T10" fmla="*/ 2147483647 w 504"/>
                <a:gd name="T11" fmla="*/ 2147483647 h 384"/>
                <a:gd name="T12" fmla="*/ 2147483647 w 504"/>
                <a:gd name="T13" fmla="*/ 2147483647 h 384"/>
                <a:gd name="T14" fmla="*/ 2147483647 w 504"/>
                <a:gd name="T15" fmla="*/ 2147483647 h 384"/>
                <a:gd name="T16" fmla="*/ 2147483647 w 504"/>
                <a:gd name="T17" fmla="*/ 2147483647 h 384"/>
                <a:gd name="T18" fmla="*/ 2147483647 w 504"/>
                <a:gd name="T19" fmla="*/ 2147483647 h 384"/>
                <a:gd name="T20" fmla="*/ 2147483647 w 504"/>
                <a:gd name="T21" fmla="*/ 0 h 384"/>
                <a:gd name="T22" fmla="*/ 2147483647 w 504"/>
                <a:gd name="T23" fmla="*/ 2147483647 h 384"/>
                <a:gd name="T24" fmla="*/ 2147483647 w 504"/>
                <a:gd name="T25" fmla="*/ 2147483647 h 384"/>
                <a:gd name="T26" fmla="*/ 2147483647 w 504"/>
                <a:gd name="T27" fmla="*/ 2147483647 h 384"/>
                <a:gd name="T28" fmla="*/ 2147483647 w 504"/>
                <a:gd name="T29" fmla="*/ 2147483647 h 384"/>
                <a:gd name="T30" fmla="*/ 2147483647 w 504"/>
                <a:gd name="T31" fmla="*/ 2147483647 h 384"/>
                <a:gd name="T32" fmla="*/ 2147483647 w 504"/>
                <a:gd name="T33" fmla="*/ 2147483647 h 384"/>
                <a:gd name="T34" fmla="*/ 2147483647 w 504"/>
                <a:gd name="T35" fmla="*/ 2147483647 h 384"/>
                <a:gd name="T36" fmla="*/ 2147483647 w 504"/>
                <a:gd name="T37" fmla="*/ 2147483647 h 384"/>
                <a:gd name="T38" fmla="*/ 2147483647 w 504"/>
                <a:gd name="T39" fmla="*/ 2147483647 h 384"/>
                <a:gd name="T40" fmla="*/ 2147483647 w 504"/>
                <a:gd name="T41" fmla="*/ 2147483647 h 384"/>
                <a:gd name="T42" fmla="*/ 2147483647 w 504"/>
                <a:gd name="T43" fmla="*/ 2147483647 h 384"/>
                <a:gd name="T44" fmla="*/ 2147483647 w 504"/>
                <a:gd name="T45" fmla="*/ 2147483647 h 384"/>
                <a:gd name="T46" fmla="*/ 2147483647 w 504"/>
                <a:gd name="T47" fmla="*/ 2147483647 h 384"/>
                <a:gd name="T48" fmla="*/ 2147483647 w 504"/>
                <a:gd name="T49" fmla="*/ 2147483647 h 384"/>
                <a:gd name="T50" fmla="*/ 2147483647 w 504"/>
                <a:gd name="T51" fmla="*/ 2147483647 h 384"/>
                <a:gd name="T52" fmla="*/ 2147483647 w 504"/>
                <a:gd name="T53" fmla="*/ 2147483647 h 384"/>
                <a:gd name="T54" fmla="*/ 2147483647 w 504"/>
                <a:gd name="T55" fmla="*/ 2147483647 h 384"/>
                <a:gd name="T56" fmla="*/ 2147483647 w 504"/>
                <a:gd name="T57" fmla="*/ 2147483647 h 384"/>
                <a:gd name="T58" fmla="*/ 2147483647 w 504"/>
                <a:gd name="T59" fmla="*/ 2147483647 h 384"/>
                <a:gd name="T60" fmla="*/ 2147483647 w 504"/>
                <a:gd name="T61" fmla="*/ 2147483647 h 384"/>
                <a:gd name="T62" fmla="*/ 2147483647 w 504"/>
                <a:gd name="T63" fmla="*/ 2147483647 h 384"/>
                <a:gd name="T64" fmla="*/ 2147483647 w 504"/>
                <a:gd name="T65" fmla="*/ 2147483647 h 384"/>
                <a:gd name="T66" fmla="*/ 2147483647 w 504"/>
                <a:gd name="T67" fmla="*/ 2147483647 h 384"/>
                <a:gd name="T68" fmla="*/ 2147483647 w 504"/>
                <a:gd name="T69" fmla="*/ 2147483647 h 384"/>
                <a:gd name="T70" fmla="*/ 2147483647 w 504"/>
                <a:gd name="T71" fmla="*/ 2147483647 h 38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04"/>
                <a:gd name="T109" fmla="*/ 0 h 384"/>
                <a:gd name="T110" fmla="*/ 504 w 504"/>
                <a:gd name="T111" fmla="*/ 384 h 38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04" h="384">
                  <a:moveTo>
                    <a:pt x="24" y="304"/>
                  </a:moveTo>
                  <a:lnTo>
                    <a:pt x="24" y="272"/>
                  </a:lnTo>
                  <a:lnTo>
                    <a:pt x="24" y="256"/>
                  </a:lnTo>
                  <a:lnTo>
                    <a:pt x="8" y="200"/>
                  </a:lnTo>
                  <a:lnTo>
                    <a:pt x="8" y="184"/>
                  </a:lnTo>
                  <a:lnTo>
                    <a:pt x="0" y="160"/>
                  </a:lnTo>
                  <a:lnTo>
                    <a:pt x="8" y="144"/>
                  </a:lnTo>
                  <a:lnTo>
                    <a:pt x="24" y="128"/>
                  </a:lnTo>
                  <a:lnTo>
                    <a:pt x="56" y="112"/>
                  </a:lnTo>
                  <a:lnTo>
                    <a:pt x="80" y="96"/>
                  </a:lnTo>
                  <a:lnTo>
                    <a:pt x="96" y="96"/>
                  </a:lnTo>
                  <a:lnTo>
                    <a:pt x="104" y="72"/>
                  </a:lnTo>
                  <a:lnTo>
                    <a:pt x="120" y="64"/>
                  </a:lnTo>
                  <a:lnTo>
                    <a:pt x="136" y="56"/>
                  </a:lnTo>
                  <a:lnTo>
                    <a:pt x="160" y="40"/>
                  </a:lnTo>
                  <a:lnTo>
                    <a:pt x="176" y="32"/>
                  </a:lnTo>
                  <a:lnTo>
                    <a:pt x="192" y="40"/>
                  </a:lnTo>
                  <a:lnTo>
                    <a:pt x="200" y="40"/>
                  </a:lnTo>
                  <a:lnTo>
                    <a:pt x="208" y="24"/>
                  </a:lnTo>
                  <a:lnTo>
                    <a:pt x="224" y="16"/>
                  </a:lnTo>
                  <a:lnTo>
                    <a:pt x="240" y="8"/>
                  </a:lnTo>
                  <a:lnTo>
                    <a:pt x="248" y="0"/>
                  </a:lnTo>
                  <a:lnTo>
                    <a:pt x="264" y="0"/>
                  </a:lnTo>
                  <a:lnTo>
                    <a:pt x="296" y="8"/>
                  </a:lnTo>
                  <a:lnTo>
                    <a:pt x="288" y="24"/>
                  </a:lnTo>
                  <a:lnTo>
                    <a:pt x="280" y="40"/>
                  </a:lnTo>
                  <a:lnTo>
                    <a:pt x="296" y="48"/>
                  </a:lnTo>
                  <a:lnTo>
                    <a:pt x="312" y="48"/>
                  </a:lnTo>
                  <a:lnTo>
                    <a:pt x="328" y="72"/>
                  </a:lnTo>
                  <a:lnTo>
                    <a:pt x="344" y="72"/>
                  </a:lnTo>
                  <a:lnTo>
                    <a:pt x="360" y="56"/>
                  </a:lnTo>
                  <a:lnTo>
                    <a:pt x="360" y="16"/>
                  </a:lnTo>
                  <a:lnTo>
                    <a:pt x="376" y="0"/>
                  </a:lnTo>
                  <a:lnTo>
                    <a:pt x="384" y="24"/>
                  </a:lnTo>
                  <a:lnTo>
                    <a:pt x="392" y="32"/>
                  </a:lnTo>
                  <a:lnTo>
                    <a:pt x="400" y="40"/>
                  </a:lnTo>
                  <a:lnTo>
                    <a:pt x="408" y="80"/>
                  </a:lnTo>
                  <a:lnTo>
                    <a:pt x="432" y="96"/>
                  </a:lnTo>
                  <a:lnTo>
                    <a:pt x="456" y="104"/>
                  </a:lnTo>
                  <a:lnTo>
                    <a:pt x="464" y="128"/>
                  </a:lnTo>
                  <a:lnTo>
                    <a:pt x="472" y="136"/>
                  </a:lnTo>
                  <a:lnTo>
                    <a:pt x="480" y="160"/>
                  </a:lnTo>
                  <a:lnTo>
                    <a:pt x="504" y="176"/>
                  </a:lnTo>
                  <a:lnTo>
                    <a:pt x="504" y="192"/>
                  </a:lnTo>
                  <a:lnTo>
                    <a:pt x="504" y="216"/>
                  </a:lnTo>
                  <a:lnTo>
                    <a:pt x="504" y="248"/>
                  </a:lnTo>
                  <a:lnTo>
                    <a:pt x="480" y="312"/>
                  </a:lnTo>
                  <a:lnTo>
                    <a:pt x="464" y="344"/>
                  </a:lnTo>
                  <a:lnTo>
                    <a:pt x="464" y="360"/>
                  </a:lnTo>
                  <a:lnTo>
                    <a:pt x="456" y="360"/>
                  </a:lnTo>
                  <a:lnTo>
                    <a:pt x="440" y="368"/>
                  </a:lnTo>
                  <a:lnTo>
                    <a:pt x="424" y="384"/>
                  </a:lnTo>
                  <a:lnTo>
                    <a:pt x="416" y="384"/>
                  </a:lnTo>
                  <a:lnTo>
                    <a:pt x="400" y="368"/>
                  </a:lnTo>
                  <a:lnTo>
                    <a:pt x="384" y="376"/>
                  </a:lnTo>
                  <a:lnTo>
                    <a:pt x="360" y="368"/>
                  </a:lnTo>
                  <a:lnTo>
                    <a:pt x="336" y="352"/>
                  </a:lnTo>
                  <a:lnTo>
                    <a:pt x="320" y="336"/>
                  </a:lnTo>
                  <a:lnTo>
                    <a:pt x="312" y="320"/>
                  </a:lnTo>
                  <a:lnTo>
                    <a:pt x="296" y="320"/>
                  </a:lnTo>
                  <a:lnTo>
                    <a:pt x="280" y="304"/>
                  </a:lnTo>
                  <a:lnTo>
                    <a:pt x="256" y="280"/>
                  </a:lnTo>
                  <a:lnTo>
                    <a:pt x="208" y="272"/>
                  </a:lnTo>
                  <a:lnTo>
                    <a:pt x="176" y="272"/>
                  </a:lnTo>
                  <a:lnTo>
                    <a:pt x="136" y="288"/>
                  </a:lnTo>
                  <a:lnTo>
                    <a:pt x="136" y="296"/>
                  </a:lnTo>
                  <a:lnTo>
                    <a:pt x="112" y="304"/>
                  </a:lnTo>
                  <a:lnTo>
                    <a:pt x="96" y="304"/>
                  </a:lnTo>
                  <a:lnTo>
                    <a:pt x="80" y="312"/>
                  </a:lnTo>
                  <a:lnTo>
                    <a:pt x="56" y="320"/>
                  </a:lnTo>
                  <a:lnTo>
                    <a:pt x="40" y="320"/>
                  </a:lnTo>
                  <a:lnTo>
                    <a:pt x="24" y="3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9" name="Freeform 580"/>
            <p:cNvSpPr>
              <a:spLocks/>
            </p:cNvSpPr>
            <p:nvPr/>
          </p:nvSpPr>
          <p:spPr bwMode="auto">
            <a:xfrm>
              <a:off x="7413881" y="4205589"/>
              <a:ext cx="86633" cy="139271"/>
            </a:xfrm>
            <a:custGeom>
              <a:avLst/>
              <a:gdLst>
                <a:gd name="T0" fmla="*/ 0 w 64"/>
                <a:gd name="T1" fmla="*/ 2147483647 h 104"/>
                <a:gd name="T2" fmla="*/ 2147483647 w 64"/>
                <a:gd name="T3" fmla="*/ 2147483647 h 104"/>
                <a:gd name="T4" fmla="*/ 2147483647 w 64"/>
                <a:gd name="T5" fmla="*/ 2147483647 h 104"/>
                <a:gd name="T6" fmla="*/ 0 w 64"/>
                <a:gd name="T7" fmla="*/ 0 h 104"/>
                <a:gd name="T8" fmla="*/ 2147483647 w 64"/>
                <a:gd name="T9" fmla="*/ 2147483647 h 104"/>
                <a:gd name="T10" fmla="*/ 2147483647 w 64"/>
                <a:gd name="T11" fmla="*/ 2147483647 h 104"/>
                <a:gd name="T12" fmla="*/ 2147483647 w 64"/>
                <a:gd name="T13" fmla="*/ 2147483647 h 104"/>
                <a:gd name="T14" fmla="*/ 2147483647 w 64"/>
                <a:gd name="T15" fmla="*/ 2147483647 h 104"/>
                <a:gd name="T16" fmla="*/ 2147483647 w 64"/>
                <a:gd name="T17" fmla="*/ 2147483647 h 104"/>
                <a:gd name="T18" fmla="*/ 2147483647 w 64"/>
                <a:gd name="T19" fmla="*/ 2147483647 h 104"/>
                <a:gd name="T20" fmla="*/ 2147483647 w 64"/>
                <a:gd name="T21" fmla="*/ 2147483647 h 104"/>
                <a:gd name="T22" fmla="*/ 2147483647 w 64"/>
                <a:gd name="T23" fmla="*/ 2147483647 h 104"/>
                <a:gd name="T24" fmla="*/ 2147483647 w 64"/>
                <a:gd name="T25" fmla="*/ 2147483647 h 104"/>
                <a:gd name="T26" fmla="*/ 2147483647 w 64"/>
                <a:gd name="T27" fmla="*/ 2147483647 h 104"/>
                <a:gd name="T28" fmla="*/ 2147483647 w 64"/>
                <a:gd name="T29" fmla="*/ 2147483647 h 104"/>
                <a:gd name="T30" fmla="*/ 2147483647 w 64"/>
                <a:gd name="T31" fmla="*/ 2147483647 h 104"/>
                <a:gd name="T32" fmla="*/ 2147483647 w 64"/>
                <a:gd name="T33" fmla="*/ 2147483647 h 104"/>
                <a:gd name="T34" fmla="*/ 0 w 64"/>
                <a:gd name="T35" fmla="*/ 2147483647 h 1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4"/>
                <a:gd name="T55" fmla="*/ 0 h 104"/>
                <a:gd name="T56" fmla="*/ 64 w 64"/>
                <a:gd name="T57" fmla="*/ 104 h 10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4" h="104">
                  <a:moveTo>
                    <a:pt x="0" y="72"/>
                  </a:moveTo>
                  <a:lnTo>
                    <a:pt x="16" y="48"/>
                  </a:lnTo>
                  <a:lnTo>
                    <a:pt x="16" y="32"/>
                  </a:lnTo>
                  <a:lnTo>
                    <a:pt x="0" y="0"/>
                  </a:lnTo>
                  <a:lnTo>
                    <a:pt x="16" y="8"/>
                  </a:lnTo>
                  <a:lnTo>
                    <a:pt x="16" y="24"/>
                  </a:lnTo>
                  <a:lnTo>
                    <a:pt x="24" y="40"/>
                  </a:lnTo>
                  <a:lnTo>
                    <a:pt x="40" y="48"/>
                  </a:lnTo>
                  <a:lnTo>
                    <a:pt x="56" y="40"/>
                  </a:lnTo>
                  <a:lnTo>
                    <a:pt x="64" y="48"/>
                  </a:lnTo>
                  <a:lnTo>
                    <a:pt x="56" y="56"/>
                  </a:lnTo>
                  <a:lnTo>
                    <a:pt x="48" y="64"/>
                  </a:lnTo>
                  <a:lnTo>
                    <a:pt x="40" y="72"/>
                  </a:lnTo>
                  <a:lnTo>
                    <a:pt x="40" y="88"/>
                  </a:lnTo>
                  <a:lnTo>
                    <a:pt x="24" y="104"/>
                  </a:lnTo>
                  <a:lnTo>
                    <a:pt x="16" y="96"/>
                  </a:lnTo>
                  <a:lnTo>
                    <a:pt x="16" y="80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0" name="Freeform 581"/>
            <p:cNvSpPr>
              <a:spLocks/>
            </p:cNvSpPr>
            <p:nvPr/>
          </p:nvSpPr>
          <p:spPr bwMode="auto">
            <a:xfrm>
              <a:off x="6394028" y="3775715"/>
              <a:ext cx="676613" cy="515410"/>
            </a:xfrm>
            <a:custGeom>
              <a:avLst/>
              <a:gdLst>
                <a:gd name="T0" fmla="*/ 2147483647 w 504"/>
                <a:gd name="T1" fmla="*/ 2147483647 h 384"/>
                <a:gd name="T2" fmla="*/ 2147483647 w 504"/>
                <a:gd name="T3" fmla="*/ 2147483647 h 384"/>
                <a:gd name="T4" fmla="*/ 0 w 504"/>
                <a:gd name="T5" fmla="*/ 2147483647 h 384"/>
                <a:gd name="T6" fmla="*/ 2147483647 w 504"/>
                <a:gd name="T7" fmla="*/ 2147483647 h 384"/>
                <a:gd name="T8" fmla="*/ 2147483647 w 504"/>
                <a:gd name="T9" fmla="*/ 2147483647 h 384"/>
                <a:gd name="T10" fmla="*/ 2147483647 w 504"/>
                <a:gd name="T11" fmla="*/ 2147483647 h 384"/>
                <a:gd name="T12" fmla="*/ 2147483647 w 504"/>
                <a:gd name="T13" fmla="*/ 2147483647 h 384"/>
                <a:gd name="T14" fmla="*/ 2147483647 w 504"/>
                <a:gd name="T15" fmla="*/ 2147483647 h 384"/>
                <a:gd name="T16" fmla="*/ 2147483647 w 504"/>
                <a:gd name="T17" fmla="*/ 2147483647 h 384"/>
                <a:gd name="T18" fmla="*/ 2147483647 w 504"/>
                <a:gd name="T19" fmla="*/ 2147483647 h 384"/>
                <a:gd name="T20" fmla="*/ 2147483647 w 504"/>
                <a:gd name="T21" fmla="*/ 0 h 384"/>
                <a:gd name="T22" fmla="*/ 2147483647 w 504"/>
                <a:gd name="T23" fmla="*/ 2147483647 h 384"/>
                <a:gd name="T24" fmla="*/ 2147483647 w 504"/>
                <a:gd name="T25" fmla="*/ 2147483647 h 384"/>
                <a:gd name="T26" fmla="*/ 2147483647 w 504"/>
                <a:gd name="T27" fmla="*/ 2147483647 h 384"/>
                <a:gd name="T28" fmla="*/ 2147483647 w 504"/>
                <a:gd name="T29" fmla="*/ 2147483647 h 384"/>
                <a:gd name="T30" fmla="*/ 2147483647 w 504"/>
                <a:gd name="T31" fmla="*/ 2147483647 h 384"/>
                <a:gd name="T32" fmla="*/ 2147483647 w 504"/>
                <a:gd name="T33" fmla="*/ 2147483647 h 384"/>
                <a:gd name="T34" fmla="*/ 2147483647 w 504"/>
                <a:gd name="T35" fmla="*/ 2147483647 h 384"/>
                <a:gd name="T36" fmla="*/ 2147483647 w 504"/>
                <a:gd name="T37" fmla="*/ 2147483647 h 384"/>
                <a:gd name="T38" fmla="*/ 2147483647 w 504"/>
                <a:gd name="T39" fmla="*/ 2147483647 h 384"/>
                <a:gd name="T40" fmla="*/ 2147483647 w 504"/>
                <a:gd name="T41" fmla="*/ 2147483647 h 384"/>
                <a:gd name="T42" fmla="*/ 2147483647 w 504"/>
                <a:gd name="T43" fmla="*/ 2147483647 h 384"/>
                <a:gd name="T44" fmla="*/ 2147483647 w 504"/>
                <a:gd name="T45" fmla="*/ 2147483647 h 384"/>
                <a:gd name="T46" fmla="*/ 2147483647 w 504"/>
                <a:gd name="T47" fmla="*/ 2147483647 h 384"/>
                <a:gd name="T48" fmla="*/ 2147483647 w 504"/>
                <a:gd name="T49" fmla="*/ 2147483647 h 384"/>
                <a:gd name="T50" fmla="*/ 2147483647 w 504"/>
                <a:gd name="T51" fmla="*/ 2147483647 h 384"/>
                <a:gd name="T52" fmla="*/ 2147483647 w 504"/>
                <a:gd name="T53" fmla="*/ 2147483647 h 384"/>
                <a:gd name="T54" fmla="*/ 2147483647 w 504"/>
                <a:gd name="T55" fmla="*/ 2147483647 h 384"/>
                <a:gd name="T56" fmla="*/ 2147483647 w 504"/>
                <a:gd name="T57" fmla="*/ 2147483647 h 384"/>
                <a:gd name="T58" fmla="*/ 2147483647 w 504"/>
                <a:gd name="T59" fmla="*/ 2147483647 h 384"/>
                <a:gd name="T60" fmla="*/ 2147483647 w 504"/>
                <a:gd name="T61" fmla="*/ 2147483647 h 384"/>
                <a:gd name="T62" fmla="*/ 2147483647 w 504"/>
                <a:gd name="T63" fmla="*/ 2147483647 h 384"/>
                <a:gd name="T64" fmla="*/ 2147483647 w 504"/>
                <a:gd name="T65" fmla="*/ 2147483647 h 384"/>
                <a:gd name="T66" fmla="*/ 2147483647 w 504"/>
                <a:gd name="T67" fmla="*/ 2147483647 h 384"/>
                <a:gd name="T68" fmla="*/ 2147483647 w 504"/>
                <a:gd name="T69" fmla="*/ 2147483647 h 384"/>
                <a:gd name="T70" fmla="*/ 2147483647 w 504"/>
                <a:gd name="T71" fmla="*/ 2147483647 h 38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04"/>
                <a:gd name="T109" fmla="*/ 0 h 384"/>
                <a:gd name="T110" fmla="*/ 504 w 504"/>
                <a:gd name="T111" fmla="*/ 384 h 38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04" h="384">
                  <a:moveTo>
                    <a:pt x="24" y="304"/>
                  </a:moveTo>
                  <a:lnTo>
                    <a:pt x="24" y="272"/>
                  </a:lnTo>
                  <a:lnTo>
                    <a:pt x="24" y="256"/>
                  </a:lnTo>
                  <a:lnTo>
                    <a:pt x="8" y="200"/>
                  </a:lnTo>
                  <a:lnTo>
                    <a:pt x="8" y="184"/>
                  </a:lnTo>
                  <a:lnTo>
                    <a:pt x="0" y="160"/>
                  </a:lnTo>
                  <a:lnTo>
                    <a:pt x="8" y="144"/>
                  </a:lnTo>
                  <a:lnTo>
                    <a:pt x="24" y="128"/>
                  </a:lnTo>
                  <a:lnTo>
                    <a:pt x="56" y="112"/>
                  </a:lnTo>
                  <a:lnTo>
                    <a:pt x="80" y="96"/>
                  </a:lnTo>
                  <a:lnTo>
                    <a:pt x="96" y="96"/>
                  </a:lnTo>
                  <a:lnTo>
                    <a:pt x="104" y="72"/>
                  </a:lnTo>
                  <a:lnTo>
                    <a:pt x="120" y="64"/>
                  </a:lnTo>
                  <a:lnTo>
                    <a:pt x="136" y="56"/>
                  </a:lnTo>
                  <a:lnTo>
                    <a:pt x="160" y="40"/>
                  </a:lnTo>
                  <a:lnTo>
                    <a:pt x="176" y="32"/>
                  </a:lnTo>
                  <a:lnTo>
                    <a:pt x="192" y="40"/>
                  </a:lnTo>
                  <a:lnTo>
                    <a:pt x="200" y="40"/>
                  </a:lnTo>
                  <a:lnTo>
                    <a:pt x="208" y="24"/>
                  </a:lnTo>
                  <a:lnTo>
                    <a:pt x="224" y="16"/>
                  </a:lnTo>
                  <a:lnTo>
                    <a:pt x="240" y="8"/>
                  </a:lnTo>
                  <a:lnTo>
                    <a:pt x="248" y="0"/>
                  </a:lnTo>
                  <a:lnTo>
                    <a:pt x="264" y="0"/>
                  </a:lnTo>
                  <a:lnTo>
                    <a:pt x="296" y="8"/>
                  </a:lnTo>
                  <a:lnTo>
                    <a:pt x="288" y="24"/>
                  </a:lnTo>
                  <a:lnTo>
                    <a:pt x="280" y="40"/>
                  </a:lnTo>
                  <a:lnTo>
                    <a:pt x="296" y="48"/>
                  </a:lnTo>
                  <a:lnTo>
                    <a:pt x="312" y="48"/>
                  </a:lnTo>
                  <a:lnTo>
                    <a:pt x="328" y="72"/>
                  </a:lnTo>
                  <a:lnTo>
                    <a:pt x="344" y="72"/>
                  </a:lnTo>
                  <a:lnTo>
                    <a:pt x="360" y="56"/>
                  </a:lnTo>
                  <a:lnTo>
                    <a:pt x="360" y="16"/>
                  </a:lnTo>
                  <a:lnTo>
                    <a:pt x="376" y="0"/>
                  </a:lnTo>
                  <a:lnTo>
                    <a:pt x="384" y="24"/>
                  </a:lnTo>
                  <a:lnTo>
                    <a:pt x="392" y="32"/>
                  </a:lnTo>
                  <a:lnTo>
                    <a:pt x="400" y="40"/>
                  </a:lnTo>
                  <a:lnTo>
                    <a:pt x="408" y="80"/>
                  </a:lnTo>
                  <a:lnTo>
                    <a:pt x="432" y="96"/>
                  </a:lnTo>
                  <a:lnTo>
                    <a:pt x="456" y="104"/>
                  </a:lnTo>
                  <a:lnTo>
                    <a:pt x="464" y="128"/>
                  </a:lnTo>
                  <a:lnTo>
                    <a:pt x="472" y="136"/>
                  </a:lnTo>
                  <a:lnTo>
                    <a:pt x="480" y="160"/>
                  </a:lnTo>
                  <a:lnTo>
                    <a:pt x="504" y="176"/>
                  </a:lnTo>
                  <a:lnTo>
                    <a:pt x="504" y="192"/>
                  </a:lnTo>
                  <a:lnTo>
                    <a:pt x="504" y="216"/>
                  </a:lnTo>
                  <a:lnTo>
                    <a:pt x="504" y="248"/>
                  </a:lnTo>
                  <a:lnTo>
                    <a:pt x="480" y="312"/>
                  </a:lnTo>
                  <a:lnTo>
                    <a:pt x="464" y="344"/>
                  </a:lnTo>
                  <a:lnTo>
                    <a:pt x="464" y="360"/>
                  </a:lnTo>
                  <a:lnTo>
                    <a:pt x="456" y="360"/>
                  </a:lnTo>
                  <a:lnTo>
                    <a:pt x="440" y="368"/>
                  </a:lnTo>
                  <a:lnTo>
                    <a:pt x="424" y="384"/>
                  </a:lnTo>
                  <a:lnTo>
                    <a:pt x="416" y="384"/>
                  </a:lnTo>
                  <a:lnTo>
                    <a:pt x="400" y="368"/>
                  </a:lnTo>
                  <a:lnTo>
                    <a:pt x="384" y="376"/>
                  </a:lnTo>
                  <a:lnTo>
                    <a:pt x="360" y="368"/>
                  </a:lnTo>
                  <a:lnTo>
                    <a:pt x="336" y="352"/>
                  </a:lnTo>
                  <a:lnTo>
                    <a:pt x="320" y="336"/>
                  </a:lnTo>
                  <a:lnTo>
                    <a:pt x="312" y="320"/>
                  </a:lnTo>
                  <a:lnTo>
                    <a:pt x="296" y="320"/>
                  </a:lnTo>
                  <a:lnTo>
                    <a:pt x="280" y="304"/>
                  </a:lnTo>
                  <a:lnTo>
                    <a:pt x="256" y="280"/>
                  </a:lnTo>
                  <a:lnTo>
                    <a:pt x="208" y="272"/>
                  </a:lnTo>
                  <a:lnTo>
                    <a:pt x="176" y="272"/>
                  </a:lnTo>
                  <a:lnTo>
                    <a:pt x="136" y="288"/>
                  </a:lnTo>
                  <a:lnTo>
                    <a:pt x="136" y="296"/>
                  </a:lnTo>
                  <a:lnTo>
                    <a:pt x="112" y="304"/>
                  </a:lnTo>
                  <a:lnTo>
                    <a:pt x="96" y="304"/>
                  </a:lnTo>
                  <a:lnTo>
                    <a:pt x="80" y="312"/>
                  </a:lnTo>
                  <a:lnTo>
                    <a:pt x="56" y="320"/>
                  </a:lnTo>
                  <a:lnTo>
                    <a:pt x="40" y="320"/>
                  </a:lnTo>
                  <a:lnTo>
                    <a:pt x="24" y="3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41" name="Freeform 582"/>
            <p:cNvSpPr>
              <a:spLocks/>
            </p:cNvSpPr>
            <p:nvPr/>
          </p:nvSpPr>
          <p:spPr bwMode="auto">
            <a:xfrm>
              <a:off x="6931370" y="4324023"/>
              <a:ext cx="53735" cy="74570"/>
            </a:xfrm>
            <a:custGeom>
              <a:avLst/>
              <a:gdLst>
                <a:gd name="T0" fmla="*/ 0 w 40"/>
                <a:gd name="T1" fmla="*/ 2147483647 h 56"/>
                <a:gd name="T2" fmla="*/ 2147483647 w 40"/>
                <a:gd name="T3" fmla="*/ 2147483647 h 56"/>
                <a:gd name="T4" fmla="*/ 2147483647 w 40"/>
                <a:gd name="T5" fmla="*/ 2147483647 h 56"/>
                <a:gd name="T6" fmla="*/ 2147483647 w 40"/>
                <a:gd name="T7" fmla="*/ 2147483647 h 56"/>
                <a:gd name="T8" fmla="*/ 2147483647 w 40"/>
                <a:gd name="T9" fmla="*/ 2147483647 h 56"/>
                <a:gd name="T10" fmla="*/ 2147483647 w 40"/>
                <a:gd name="T11" fmla="*/ 2147483647 h 56"/>
                <a:gd name="T12" fmla="*/ 2147483647 w 40"/>
                <a:gd name="T13" fmla="*/ 0 h 56"/>
                <a:gd name="T14" fmla="*/ 2147483647 w 40"/>
                <a:gd name="T15" fmla="*/ 2147483647 h 56"/>
                <a:gd name="T16" fmla="*/ 0 w 40"/>
                <a:gd name="T17" fmla="*/ 2147483647 h 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0"/>
                <a:gd name="T28" fmla="*/ 0 h 56"/>
                <a:gd name="T29" fmla="*/ 40 w 40"/>
                <a:gd name="T30" fmla="*/ 56 h 5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0" h="56">
                  <a:moveTo>
                    <a:pt x="0" y="8"/>
                  </a:moveTo>
                  <a:lnTo>
                    <a:pt x="8" y="32"/>
                  </a:lnTo>
                  <a:lnTo>
                    <a:pt x="8" y="48"/>
                  </a:lnTo>
                  <a:lnTo>
                    <a:pt x="24" y="56"/>
                  </a:lnTo>
                  <a:lnTo>
                    <a:pt x="32" y="40"/>
                  </a:lnTo>
                  <a:lnTo>
                    <a:pt x="40" y="16"/>
                  </a:lnTo>
                  <a:lnTo>
                    <a:pt x="40" y="0"/>
                  </a:lnTo>
                  <a:lnTo>
                    <a:pt x="24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2" name="Freeform 583"/>
            <p:cNvSpPr>
              <a:spLocks/>
            </p:cNvSpPr>
            <p:nvPr/>
          </p:nvSpPr>
          <p:spPr bwMode="auto">
            <a:xfrm>
              <a:off x="6104521" y="3486208"/>
              <a:ext cx="172169" cy="183135"/>
            </a:xfrm>
            <a:custGeom>
              <a:avLst/>
              <a:gdLst>
                <a:gd name="T0" fmla="*/ 0 w 128"/>
                <a:gd name="T1" fmla="*/ 0 h 136"/>
                <a:gd name="T2" fmla="*/ 2147483647 w 128"/>
                <a:gd name="T3" fmla="*/ 0 h 136"/>
                <a:gd name="T4" fmla="*/ 2147483647 w 128"/>
                <a:gd name="T5" fmla="*/ 2147483647 h 136"/>
                <a:gd name="T6" fmla="*/ 2147483647 w 128"/>
                <a:gd name="T7" fmla="*/ 2147483647 h 136"/>
                <a:gd name="T8" fmla="*/ 2147483647 w 128"/>
                <a:gd name="T9" fmla="*/ 2147483647 h 136"/>
                <a:gd name="T10" fmla="*/ 2147483647 w 128"/>
                <a:gd name="T11" fmla="*/ 2147483647 h 136"/>
                <a:gd name="T12" fmla="*/ 2147483647 w 128"/>
                <a:gd name="T13" fmla="*/ 2147483647 h 136"/>
                <a:gd name="T14" fmla="*/ 2147483647 w 128"/>
                <a:gd name="T15" fmla="*/ 2147483647 h 136"/>
                <a:gd name="T16" fmla="*/ 2147483647 w 128"/>
                <a:gd name="T17" fmla="*/ 2147483647 h 136"/>
                <a:gd name="T18" fmla="*/ 2147483647 w 128"/>
                <a:gd name="T19" fmla="*/ 2147483647 h 136"/>
                <a:gd name="T20" fmla="*/ 2147483647 w 128"/>
                <a:gd name="T21" fmla="*/ 2147483647 h 136"/>
                <a:gd name="T22" fmla="*/ 2147483647 w 128"/>
                <a:gd name="T23" fmla="*/ 2147483647 h 136"/>
                <a:gd name="T24" fmla="*/ 2147483647 w 128"/>
                <a:gd name="T25" fmla="*/ 2147483647 h 136"/>
                <a:gd name="T26" fmla="*/ 2147483647 w 128"/>
                <a:gd name="T27" fmla="*/ 2147483647 h 136"/>
                <a:gd name="T28" fmla="*/ 2147483647 w 128"/>
                <a:gd name="T29" fmla="*/ 2147483647 h 136"/>
                <a:gd name="T30" fmla="*/ 2147483647 w 128"/>
                <a:gd name="T31" fmla="*/ 2147483647 h 136"/>
                <a:gd name="T32" fmla="*/ 0 w 128"/>
                <a:gd name="T33" fmla="*/ 0 h 1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8"/>
                <a:gd name="T52" fmla="*/ 0 h 136"/>
                <a:gd name="T53" fmla="*/ 128 w 128"/>
                <a:gd name="T54" fmla="*/ 136 h 1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8" h="136">
                  <a:moveTo>
                    <a:pt x="0" y="0"/>
                  </a:moveTo>
                  <a:lnTo>
                    <a:pt x="16" y="0"/>
                  </a:lnTo>
                  <a:lnTo>
                    <a:pt x="32" y="24"/>
                  </a:lnTo>
                  <a:lnTo>
                    <a:pt x="48" y="32"/>
                  </a:lnTo>
                  <a:lnTo>
                    <a:pt x="64" y="40"/>
                  </a:lnTo>
                  <a:lnTo>
                    <a:pt x="96" y="72"/>
                  </a:lnTo>
                  <a:lnTo>
                    <a:pt x="104" y="80"/>
                  </a:lnTo>
                  <a:lnTo>
                    <a:pt x="120" y="104"/>
                  </a:lnTo>
                  <a:lnTo>
                    <a:pt x="128" y="128"/>
                  </a:lnTo>
                  <a:lnTo>
                    <a:pt x="112" y="136"/>
                  </a:lnTo>
                  <a:lnTo>
                    <a:pt x="88" y="120"/>
                  </a:lnTo>
                  <a:lnTo>
                    <a:pt x="64" y="104"/>
                  </a:lnTo>
                  <a:lnTo>
                    <a:pt x="48" y="72"/>
                  </a:lnTo>
                  <a:lnTo>
                    <a:pt x="40" y="64"/>
                  </a:lnTo>
                  <a:lnTo>
                    <a:pt x="24" y="48"/>
                  </a:lnTo>
                  <a:lnTo>
                    <a:pt x="8" y="3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3" name="Freeform 584"/>
            <p:cNvSpPr>
              <a:spLocks/>
            </p:cNvSpPr>
            <p:nvPr/>
          </p:nvSpPr>
          <p:spPr bwMode="auto">
            <a:xfrm>
              <a:off x="6330424" y="3454407"/>
              <a:ext cx="160106" cy="182038"/>
            </a:xfrm>
            <a:custGeom>
              <a:avLst/>
              <a:gdLst>
                <a:gd name="T0" fmla="*/ 2147483647 w 120"/>
                <a:gd name="T1" fmla="*/ 2147483647 h 136"/>
                <a:gd name="T2" fmla="*/ 0 w 120"/>
                <a:gd name="T3" fmla="*/ 2147483647 h 136"/>
                <a:gd name="T4" fmla="*/ 0 w 120"/>
                <a:gd name="T5" fmla="*/ 2147483647 h 136"/>
                <a:gd name="T6" fmla="*/ 2147483647 w 120"/>
                <a:gd name="T7" fmla="*/ 2147483647 h 136"/>
                <a:gd name="T8" fmla="*/ 2147483647 w 120"/>
                <a:gd name="T9" fmla="*/ 2147483647 h 136"/>
                <a:gd name="T10" fmla="*/ 2147483647 w 120"/>
                <a:gd name="T11" fmla="*/ 2147483647 h 136"/>
                <a:gd name="T12" fmla="*/ 2147483647 w 120"/>
                <a:gd name="T13" fmla="*/ 2147483647 h 136"/>
                <a:gd name="T14" fmla="*/ 2147483647 w 120"/>
                <a:gd name="T15" fmla="*/ 0 h 136"/>
                <a:gd name="T16" fmla="*/ 2147483647 w 120"/>
                <a:gd name="T17" fmla="*/ 2147483647 h 136"/>
                <a:gd name="T18" fmla="*/ 2147483647 w 120"/>
                <a:gd name="T19" fmla="*/ 2147483647 h 136"/>
                <a:gd name="T20" fmla="*/ 2147483647 w 120"/>
                <a:gd name="T21" fmla="*/ 2147483647 h 136"/>
                <a:gd name="T22" fmla="*/ 2147483647 w 120"/>
                <a:gd name="T23" fmla="*/ 2147483647 h 136"/>
                <a:gd name="T24" fmla="*/ 2147483647 w 120"/>
                <a:gd name="T25" fmla="*/ 2147483647 h 136"/>
                <a:gd name="T26" fmla="*/ 2147483647 w 120"/>
                <a:gd name="T27" fmla="*/ 2147483647 h 136"/>
                <a:gd name="T28" fmla="*/ 2147483647 w 120"/>
                <a:gd name="T29" fmla="*/ 2147483647 h 136"/>
                <a:gd name="T30" fmla="*/ 2147483647 w 120"/>
                <a:gd name="T31" fmla="*/ 2147483647 h 136"/>
                <a:gd name="T32" fmla="*/ 2147483647 w 120"/>
                <a:gd name="T33" fmla="*/ 2147483647 h 136"/>
                <a:gd name="T34" fmla="*/ 2147483647 w 120"/>
                <a:gd name="T35" fmla="*/ 2147483647 h 136"/>
                <a:gd name="T36" fmla="*/ 2147483647 w 120"/>
                <a:gd name="T37" fmla="*/ 2147483647 h 136"/>
                <a:gd name="T38" fmla="*/ 2147483647 w 120"/>
                <a:gd name="T39" fmla="*/ 2147483647 h 136"/>
                <a:gd name="T40" fmla="*/ 2147483647 w 120"/>
                <a:gd name="T41" fmla="*/ 2147483647 h 136"/>
                <a:gd name="T42" fmla="*/ 2147483647 w 120"/>
                <a:gd name="T43" fmla="*/ 2147483647 h 136"/>
                <a:gd name="T44" fmla="*/ 2147483647 w 120"/>
                <a:gd name="T45" fmla="*/ 2147483647 h 136"/>
                <a:gd name="T46" fmla="*/ 2147483647 w 120"/>
                <a:gd name="T47" fmla="*/ 2147483647 h 1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20"/>
                <a:gd name="T73" fmla="*/ 0 h 136"/>
                <a:gd name="T74" fmla="*/ 120 w 120"/>
                <a:gd name="T75" fmla="*/ 136 h 1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20" h="136">
                  <a:moveTo>
                    <a:pt x="8" y="112"/>
                  </a:moveTo>
                  <a:lnTo>
                    <a:pt x="0" y="96"/>
                  </a:lnTo>
                  <a:lnTo>
                    <a:pt x="0" y="72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40" y="48"/>
                  </a:lnTo>
                  <a:lnTo>
                    <a:pt x="64" y="16"/>
                  </a:lnTo>
                  <a:lnTo>
                    <a:pt x="96" y="0"/>
                  </a:lnTo>
                  <a:lnTo>
                    <a:pt x="112" y="8"/>
                  </a:lnTo>
                  <a:lnTo>
                    <a:pt x="120" y="24"/>
                  </a:lnTo>
                  <a:lnTo>
                    <a:pt x="104" y="32"/>
                  </a:lnTo>
                  <a:lnTo>
                    <a:pt x="104" y="48"/>
                  </a:lnTo>
                  <a:lnTo>
                    <a:pt x="104" y="64"/>
                  </a:lnTo>
                  <a:lnTo>
                    <a:pt x="120" y="72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96" y="104"/>
                  </a:lnTo>
                  <a:lnTo>
                    <a:pt x="88" y="112"/>
                  </a:lnTo>
                  <a:lnTo>
                    <a:pt x="80" y="136"/>
                  </a:lnTo>
                  <a:lnTo>
                    <a:pt x="64" y="136"/>
                  </a:lnTo>
                  <a:lnTo>
                    <a:pt x="48" y="128"/>
                  </a:lnTo>
                  <a:lnTo>
                    <a:pt x="32" y="128"/>
                  </a:lnTo>
                  <a:lnTo>
                    <a:pt x="16" y="128"/>
                  </a:lnTo>
                  <a:lnTo>
                    <a:pt x="8" y="11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4" name="Freeform 585"/>
            <p:cNvSpPr>
              <a:spLocks/>
            </p:cNvSpPr>
            <p:nvPr/>
          </p:nvSpPr>
          <p:spPr bwMode="auto">
            <a:xfrm>
              <a:off x="6694501" y="3582710"/>
              <a:ext cx="311439" cy="172169"/>
            </a:xfrm>
            <a:custGeom>
              <a:avLst/>
              <a:gdLst>
                <a:gd name="T0" fmla="*/ 0 w 232"/>
                <a:gd name="T1" fmla="*/ 2147483647 h 128"/>
                <a:gd name="T2" fmla="*/ 2147483647 w 232"/>
                <a:gd name="T3" fmla="*/ 2147483647 h 128"/>
                <a:gd name="T4" fmla="*/ 2147483647 w 232"/>
                <a:gd name="T5" fmla="*/ 2147483647 h 128"/>
                <a:gd name="T6" fmla="*/ 2147483647 w 232"/>
                <a:gd name="T7" fmla="*/ 2147483647 h 128"/>
                <a:gd name="T8" fmla="*/ 2147483647 w 232"/>
                <a:gd name="T9" fmla="*/ 2147483647 h 128"/>
                <a:gd name="T10" fmla="*/ 2147483647 w 232"/>
                <a:gd name="T11" fmla="*/ 2147483647 h 128"/>
                <a:gd name="T12" fmla="*/ 2147483647 w 232"/>
                <a:gd name="T13" fmla="*/ 2147483647 h 128"/>
                <a:gd name="T14" fmla="*/ 2147483647 w 232"/>
                <a:gd name="T15" fmla="*/ 2147483647 h 128"/>
                <a:gd name="T16" fmla="*/ 2147483647 w 232"/>
                <a:gd name="T17" fmla="*/ 2147483647 h 128"/>
                <a:gd name="T18" fmla="*/ 2147483647 w 232"/>
                <a:gd name="T19" fmla="*/ 2147483647 h 128"/>
                <a:gd name="T20" fmla="*/ 2147483647 w 232"/>
                <a:gd name="T21" fmla="*/ 2147483647 h 128"/>
                <a:gd name="T22" fmla="*/ 2147483647 w 232"/>
                <a:gd name="T23" fmla="*/ 2147483647 h 128"/>
                <a:gd name="T24" fmla="*/ 2147483647 w 232"/>
                <a:gd name="T25" fmla="*/ 2147483647 h 128"/>
                <a:gd name="T26" fmla="*/ 2147483647 w 232"/>
                <a:gd name="T27" fmla="*/ 2147483647 h 128"/>
                <a:gd name="T28" fmla="*/ 2147483647 w 232"/>
                <a:gd name="T29" fmla="*/ 2147483647 h 128"/>
                <a:gd name="T30" fmla="*/ 2147483647 w 232"/>
                <a:gd name="T31" fmla="*/ 2147483647 h 128"/>
                <a:gd name="T32" fmla="*/ 2147483647 w 232"/>
                <a:gd name="T33" fmla="*/ 2147483647 h 128"/>
                <a:gd name="T34" fmla="*/ 2147483647 w 232"/>
                <a:gd name="T35" fmla="*/ 2147483647 h 128"/>
                <a:gd name="T36" fmla="*/ 2147483647 w 232"/>
                <a:gd name="T37" fmla="*/ 2147483647 h 128"/>
                <a:gd name="T38" fmla="*/ 2147483647 w 232"/>
                <a:gd name="T39" fmla="*/ 2147483647 h 128"/>
                <a:gd name="T40" fmla="*/ 2147483647 w 232"/>
                <a:gd name="T41" fmla="*/ 2147483647 h 128"/>
                <a:gd name="T42" fmla="*/ 2147483647 w 232"/>
                <a:gd name="T43" fmla="*/ 2147483647 h 128"/>
                <a:gd name="T44" fmla="*/ 2147483647 w 232"/>
                <a:gd name="T45" fmla="*/ 2147483647 h 128"/>
                <a:gd name="T46" fmla="*/ 2147483647 w 232"/>
                <a:gd name="T47" fmla="*/ 2147483647 h 128"/>
                <a:gd name="T48" fmla="*/ 2147483647 w 232"/>
                <a:gd name="T49" fmla="*/ 2147483647 h 128"/>
                <a:gd name="T50" fmla="*/ 2147483647 w 232"/>
                <a:gd name="T51" fmla="*/ 2147483647 h 128"/>
                <a:gd name="T52" fmla="*/ 2147483647 w 232"/>
                <a:gd name="T53" fmla="*/ 2147483647 h 128"/>
                <a:gd name="T54" fmla="*/ 2147483647 w 232"/>
                <a:gd name="T55" fmla="*/ 2147483647 h 128"/>
                <a:gd name="T56" fmla="*/ 2147483647 w 232"/>
                <a:gd name="T57" fmla="*/ 2147483647 h 128"/>
                <a:gd name="T58" fmla="*/ 2147483647 w 232"/>
                <a:gd name="T59" fmla="*/ 2147483647 h 128"/>
                <a:gd name="T60" fmla="*/ 2147483647 w 232"/>
                <a:gd name="T61" fmla="*/ 0 h 128"/>
                <a:gd name="T62" fmla="*/ 2147483647 w 232"/>
                <a:gd name="T63" fmla="*/ 0 h 128"/>
                <a:gd name="T64" fmla="*/ 0 w 232"/>
                <a:gd name="T65" fmla="*/ 2147483647 h 12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2"/>
                <a:gd name="T100" fmla="*/ 0 h 128"/>
                <a:gd name="T101" fmla="*/ 232 w 232"/>
                <a:gd name="T102" fmla="*/ 128 h 12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2" h="128">
                  <a:moveTo>
                    <a:pt x="0" y="16"/>
                  </a:moveTo>
                  <a:lnTo>
                    <a:pt x="16" y="24"/>
                  </a:lnTo>
                  <a:lnTo>
                    <a:pt x="24" y="32"/>
                  </a:lnTo>
                  <a:lnTo>
                    <a:pt x="24" y="48"/>
                  </a:lnTo>
                  <a:lnTo>
                    <a:pt x="40" y="48"/>
                  </a:lnTo>
                  <a:lnTo>
                    <a:pt x="48" y="48"/>
                  </a:lnTo>
                  <a:lnTo>
                    <a:pt x="72" y="64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88" y="96"/>
                  </a:lnTo>
                  <a:lnTo>
                    <a:pt x="104" y="96"/>
                  </a:lnTo>
                  <a:lnTo>
                    <a:pt x="120" y="104"/>
                  </a:lnTo>
                  <a:lnTo>
                    <a:pt x="136" y="112"/>
                  </a:lnTo>
                  <a:lnTo>
                    <a:pt x="144" y="112"/>
                  </a:lnTo>
                  <a:lnTo>
                    <a:pt x="160" y="96"/>
                  </a:lnTo>
                  <a:lnTo>
                    <a:pt x="176" y="88"/>
                  </a:lnTo>
                  <a:lnTo>
                    <a:pt x="192" y="96"/>
                  </a:lnTo>
                  <a:lnTo>
                    <a:pt x="216" y="120"/>
                  </a:lnTo>
                  <a:lnTo>
                    <a:pt x="232" y="128"/>
                  </a:lnTo>
                  <a:lnTo>
                    <a:pt x="232" y="104"/>
                  </a:lnTo>
                  <a:lnTo>
                    <a:pt x="208" y="96"/>
                  </a:lnTo>
                  <a:lnTo>
                    <a:pt x="208" y="80"/>
                  </a:lnTo>
                  <a:lnTo>
                    <a:pt x="216" y="72"/>
                  </a:lnTo>
                  <a:lnTo>
                    <a:pt x="192" y="64"/>
                  </a:lnTo>
                  <a:lnTo>
                    <a:pt x="184" y="48"/>
                  </a:lnTo>
                  <a:lnTo>
                    <a:pt x="160" y="32"/>
                  </a:lnTo>
                  <a:lnTo>
                    <a:pt x="96" y="16"/>
                  </a:lnTo>
                  <a:lnTo>
                    <a:pt x="72" y="32"/>
                  </a:lnTo>
                  <a:lnTo>
                    <a:pt x="56" y="32"/>
                  </a:lnTo>
                  <a:lnTo>
                    <a:pt x="40" y="16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5" name="Freeform 586"/>
            <p:cNvSpPr>
              <a:spLocks/>
            </p:cNvSpPr>
            <p:nvPr/>
          </p:nvSpPr>
          <p:spPr bwMode="auto">
            <a:xfrm>
              <a:off x="6330424" y="3454407"/>
              <a:ext cx="160106" cy="182038"/>
            </a:xfrm>
            <a:custGeom>
              <a:avLst/>
              <a:gdLst>
                <a:gd name="T0" fmla="*/ 2147483647 w 120"/>
                <a:gd name="T1" fmla="*/ 2147483647 h 136"/>
                <a:gd name="T2" fmla="*/ 0 w 120"/>
                <a:gd name="T3" fmla="*/ 2147483647 h 136"/>
                <a:gd name="T4" fmla="*/ 0 w 120"/>
                <a:gd name="T5" fmla="*/ 2147483647 h 136"/>
                <a:gd name="T6" fmla="*/ 2147483647 w 120"/>
                <a:gd name="T7" fmla="*/ 2147483647 h 136"/>
                <a:gd name="T8" fmla="*/ 2147483647 w 120"/>
                <a:gd name="T9" fmla="*/ 2147483647 h 136"/>
                <a:gd name="T10" fmla="*/ 2147483647 w 120"/>
                <a:gd name="T11" fmla="*/ 2147483647 h 136"/>
                <a:gd name="T12" fmla="*/ 2147483647 w 120"/>
                <a:gd name="T13" fmla="*/ 2147483647 h 136"/>
                <a:gd name="T14" fmla="*/ 2147483647 w 120"/>
                <a:gd name="T15" fmla="*/ 0 h 136"/>
                <a:gd name="T16" fmla="*/ 2147483647 w 120"/>
                <a:gd name="T17" fmla="*/ 2147483647 h 136"/>
                <a:gd name="T18" fmla="*/ 2147483647 w 120"/>
                <a:gd name="T19" fmla="*/ 2147483647 h 136"/>
                <a:gd name="T20" fmla="*/ 2147483647 w 120"/>
                <a:gd name="T21" fmla="*/ 2147483647 h 136"/>
                <a:gd name="T22" fmla="*/ 2147483647 w 120"/>
                <a:gd name="T23" fmla="*/ 2147483647 h 136"/>
                <a:gd name="T24" fmla="*/ 2147483647 w 120"/>
                <a:gd name="T25" fmla="*/ 2147483647 h 136"/>
                <a:gd name="T26" fmla="*/ 2147483647 w 120"/>
                <a:gd name="T27" fmla="*/ 2147483647 h 136"/>
                <a:gd name="T28" fmla="*/ 2147483647 w 120"/>
                <a:gd name="T29" fmla="*/ 2147483647 h 136"/>
                <a:gd name="T30" fmla="*/ 2147483647 w 120"/>
                <a:gd name="T31" fmla="*/ 2147483647 h 136"/>
                <a:gd name="T32" fmla="*/ 2147483647 w 120"/>
                <a:gd name="T33" fmla="*/ 2147483647 h 136"/>
                <a:gd name="T34" fmla="*/ 2147483647 w 120"/>
                <a:gd name="T35" fmla="*/ 2147483647 h 136"/>
                <a:gd name="T36" fmla="*/ 2147483647 w 120"/>
                <a:gd name="T37" fmla="*/ 2147483647 h 136"/>
                <a:gd name="T38" fmla="*/ 2147483647 w 120"/>
                <a:gd name="T39" fmla="*/ 2147483647 h 136"/>
                <a:gd name="T40" fmla="*/ 2147483647 w 120"/>
                <a:gd name="T41" fmla="*/ 2147483647 h 136"/>
                <a:gd name="T42" fmla="*/ 2147483647 w 120"/>
                <a:gd name="T43" fmla="*/ 2147483647 h 136"/>
                <a:gd name="T44" fmla="*/ 2147483647 w 120"/>
                <a:gd name="T45" fmla="*/ 2147483647 h 136"/>
                <a:gd name="T46" fmla="*/ 2147483647 w 120"/>
                <a:gd name="T47" fmla="*/ 2147483647 h 1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20"/>
                <a:gd name="T73" fmla="*/ 0 h 136"/>
                <a:gd name="T74" fmla="*/ 120 w 120"/>
                <a:gd name="T75" fmla="*/ 136 h 1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20" h="136">
                  <a:moveTo>
                    <a:pt x="8" y="112"/>
                  </a:moveTo>
                  <a:lnTo>
                    <a:pt x="0" y="96"/>
                  </a:lnTo>
                  <a:lnTo>
                    <a:pt x="0" y="72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40" y="48"/>
                  </a:lnTo>
                  <a:lnTo>
                    <a:pt x="64" y="16"/>
                  </a:lnTo>
                  <a:lnTo>
                    <a:pt x="96" y="0"/>
                  </a:lnTo>
                  <a:lnTo>
                    <a:pt x="112" y="8"/>
                  </a:lnTo>
                  <a:lnTo>
                    <a:pt x="120" y="24"/>
                  </a:lnTo>
                  <a:lnTo>
                    <a:pt x="104" y="32"/>
                  </a:lnTo>
                  <a:lnTo>
                    <a:pt x="104" y="48"/>
                  </a:lnTo>
                  <a:lnTo>
                    <a:pt x="104" y="64"/>
                  </a:lnTo>
                  <a:lnTo>
                    <a:pt x="120" y="72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96" y="104"/>
                  </a:lnTo>
                  <a:lnTo>
                    <a:pt x="88" y="112"/>
                  </a:lnTo>
                  <a:lnTo>
                    <a:pt x="80" y="136"/>
                  </a:lnTo>
                  <a:lnTo>
                    <a:pt x="64" y="136"/>
                  </a:lnTo>
                  <a:lnTo>
                    <a:pt x="48" y="128"/>
                  </a:lnTo>
                  <a:lnTo>
                    <a:pt x="32" y="128"/>
                  </a:lnTo>
                  <a:lnTo>
                    <a:pt x="16" y="128"/>
                  </a:lnTo>
                  <a:lnTo>
                    <a:pt x="8" y="11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6" name="Freeform 587"/>
            <p:cNvSpPr>
              <a:spLocks/>
            </p:cNvSpPr>
            <p:nvPr/>
          </p:nvSpPr>
          <p:spPr bwMode="auto">
            <a:xfrm>
              <a:off x="6694501" y="3582710"/>
              <a:ext cx="311439" cy="172169"/>
            </a:xfrm>
            <a:custGeom>
              <a:avLst/>
              <a:gdLst>
                <a:gd name="T0" fmla="*/ 0 w 232"/>
                <a:gd name="T1" fmla="*/ 2147483647 h 128"/>
                <a:gd name="T2" fmla="*/ 2147483647 w 232"/>
                <a:gd name="T3" fmla="*/ 2147483647 h 128"/>
                <a:gd name="T4" fmla="*/ 2147483647 w 232"/>
                <a:gd name="T5" fmla="*/ 2147483647 h 128"/>
                <a:gd name="T6" fmla="*/ 2147483647 w 232"/>
                <a:gd name="T7" fmla="*/ 2147483647 h 128"/>
                <a:gd name="T8" fmla="*/ 2147483647 w 232"/>
                <a:gd name="T9" fmla="*/ 2147483647 h 128"/>
                <a:gd name="T10" fmla="*/ 2147483647 w 232"/>
                <a:gd name="T11" fmla="*/ 2147483647 h 128"/>
                <a:gd name="T12" fmla="*/ 2147483647 w 232"/>
                <a:gd name="T13" fmla="*/ 2147483647 h 128"/>
                <a:gd name="T14" fmla="*/ 2147483647 w 232"/>
                <a:gd name="T15" fmla="*/ 2147483647 h 128"/>
                <a:gd name="T16" fmla="*/ 2147483647 w 232"/>
                <a:gd name="T17" fmla="*/ 2147483647 h 128"/>
                <a:gd name="T18" fmla="*/ 2147483647 w 232"/>
                <a:gd name="T19" fmla="*/ 2147483647 h 128"/>
                <a:gd name="T20" fmla="*/ 2147483647 w 232"/>
                <a:gd name="T21" fmla="*/ 2147483647 h 128"/>
                <a:gd name="T22" fmla="*/ 2147483647 w 232"/>
                <a:gd name="T23" fmla="*/ 2147483647 h 128"/>
                <a:gd name="T24" fmla="*/ 2147483647 w 232"/>
                <a:gd name="T25" fmla="*/ 2147483647 h 128"/>
                <a:gd name="T26" fmla="*/ 2147483647 w 232"/>
                <a:gd name="T27" fmla="*/ 2147483647 h 128"/>
                <a:gd name="T28" fmla="*/ 2147483647 w 232"/>
                <a:gd name="T29" fmla="*/ 2147483647 h 128"/>
                <a:gd name="T30" fmla="*/ 2147483647 w 232"/>
                <a:gd name="T31" fmla="*/ 2147483647 h 128"/>
                <a:gd name="T32" fmla="*/ 2147483647 w 232"/>
                <a:gd name="T33" fmla="*/ 2147483647 h 128"/>
                <a:gd name="T34" fmla="*/ 2147483647 w 232"/>
                <a:gd name="T35" fmla="*/ 2147483647 h 128"/>
                <a:gd name="T36" fmla="*/ 2147483647 w 232"/>
                <a:gd name="T37" fmla="*/ 2147483647 h 128"/>
                <a:gd name="T38" fmla="*/ 2147483647 w 232"/>
                <a:gd name="T39" fmla="*/ 2147483647 h 128"/>
                <a:gd name="T40" fmla="*/ 2147483647 w 232"/>
                <a:gd name="T41" fmla="*/ 2147483647 h 128"/>
                <a:gd name="T42" fmla="*/ 2147483647 w 232"/>
                <a:gd name="T43" fmla="*/ 2147483647 h 128"/>
                <a:gd name="T44" fmla="*/ 2147483647 w 232"/>
                <a:gd name="T45" fmla="*/ 2147483647 h 128"/>
                <a:gd name="T46" fmla="*/ 2147483647 w 232"/>
                <a:gd name="T47" fmla="*/ 2147483647 h 128"/>
                <a:gd name="T48" fmla="*/ 2147483647 w 232"/>
                <a:gd name="T49" fmla="*/ 2147483647 h 128"/>
                <a:gd name="T50" fmla="*/ 2147483647 w 232"/>
                <a:gd name="T51" fmla="*/ 2147483647 h 128"/>
                <a:gd name="T52" fmla="*/ 2147483647 w 232"/>
                <a:gd name="T53" fmla="*/ 2147483647 h 128"/>
                <a:gd name="T54" fmla="*/ 2147483647 w 232"/>
                <a:gd name="T55" fmla="*/ 2147483647 h 128"/>
                <a:gd name="T56" fmla="*/ 2147483647 w 232"/>
                <a:gd name="T57" fmla="*/ 2147483647 h 128"/>
                <a:gd name="T58" fmla="*/ 2147483647 w 232"/>
                <a:gd name="T59" fmla="*/ 2147483647 h 128"/>
                <a:gd name="T60" fmla="*/ 2147483647 w 232"/>
                <a:gd name="T61" fmla="*/ 0 h 128"/>
                <a:gd name="T62" fmla="*/ 2147483647 w 232"/>
                <a:gd name="T63" fmla="*/ 0 h 128"/>
                <a:gd name="T64" fmla="*/ 0 w 232"/>
                <a:gd name="T65" fmla="*/ 2147483647 h 12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2"/>
                <a:gd name="T100" fmla="*/ 0 h 128"/>
                <a:gd name="T101" fmla="*/ 232 w 232"/>
                <a:gd name="T102" fmla="*/ 128 h 12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2" h="128">
                  <a:moveTo>
                    <a:pt x="0" y="16"/>
                  </a:moveTo>
                  <a:lnTo>
                    <a:pt x="16" y="24"/>
                  </a:lnTo>
                  <a:lnTo>
                    <a:pt x="24" y="32"/>
                  </a:lnTo>
                  <a:lnTo>
                    <a:pt x="24" y="48"/>
                  </a:lnTo>
                  <a:lnTo>
                    <a:pt x="40" y="48"/>
                  </a:lnTo>
                  <a:lnTo>
                    <a:pt x="48" y="48"/>
                  </a:lnTo>
                  <a:lnTo>
                    <a:pt x="72" y="64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88" y="96"/>
                  </a:lnTo>
                  <a:lnTo>
                    <a:pt x="104" y="96"/>
                  </a:lnTo>
                  <a:lnTo>
                    <a:pt x="120" y="104"/>
                  </a:lnTo>
                  <a:lnTo>
                    <a:pt x="136" y="112"/>
                  </a:lnTo>
                  <a:lnTo>
                    <a:pt x="144" y="112"/>
                  </a:lnTo>
                  <a:lnTo>
                    <a:pt x="160" y="96"/>
                  </a:lnTo>
                  <a:lnTo>
                    <a:pt x="176" y="88"/>
                  </a:lnTo>
                  <a:lnTo>
                    <a:pt x="192" y="96"/>
                  </a:lnTo>
                  <a:lnTo>
                    <a:pt x="216" y="120"/>
                  </a:lnTo>
                  <a:lnTo>
                    <a:pt x="232" y="128"/>
                  </a:lnTo>
                  <a:lnTo>
                    <a:pt x="232" y="104"/>
                  </a:lnTo>
                  <a:lnTo>
                    <a:pt x="208" y="96"/>
                  </a:lnTo>
                  <a:lnTo>
                    <a:pt x="208" y="80"/>
                  </a:lnTo>
                  <a:lnTo>
                    <a:pt x="216" y="72"/>
                  </a:lnTo>
                  <a:lnTo>
                    <a:pt x="192" y="64"/>
                  </a:lnTo>
                  <a:lnTo>
                    <a:pt x="184" y="48"/>
                  </a:lnTo>
                  <a:lnTo>
                    <a:pt x="160" y="32"/>
                  </a:lnTo>
                  <a:lnTo>
                    <a:pt x="96" y="16"/>
                  </a:lnTo>
                  <a:lnTo>
                    <a:pt x="72" y="32"/>
                  </a:lnTo>
                  <a:lnTo>
                    <a:pt x="56" y="32"/>
                  </a:lnTo>
                  <a:lnTo>
                    <a:pt x="40" y="16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7" name="Freeform 588"/>
            <p:cNvSpPr>
              <a:spLocks/>
            </p:cNvSpPr>
            <p:nvPr/>
          </p:nvSpPr>
          <p:spPr bwMode="auto">
            <a:xfrm>
              <a:off x="6501497" y="3261402"/>
              <a:ext cx="96502" cy="128304"/>
            </a:xfrm>
            <a:custGeom>
              <a:avLst/>
              <a:gdLst>
                <a:gd name="T0" fmla="*/ 2147483647 w 72"/>
                <a:gd name="T1" fmla="*/ 2147483647 h 96"/>
                <a:gd name="T2" fmla="*/ 0 w 72"/>
                <a:gd name="T3" fmla="*/ 2147483647 h 96"/>
                <a:gd name="T4" fmla="*/ 2147483647 w 72"/>
                <a:gd name="T5" fmla="*/ 2147483647 h 96"/>
                <a:gd name="T6" fmla="*/ 2147483647 w 72"/>
                <a:gd name="T7" fmla="*/ 2147483647 h 96"/>
                <a:gd name="T8" fmla="*/ 2147483647 w 72"/>
                <a:gd name="T9" fmla="*/ 2147483647 h 96"/>
                <a:gd name="T10" fmla="*/ 2147483647 w 72"/>
                <a:gd name="T11" fmla="*/ 2147483647 h 96"/>
                <a:gd name="T12" fmla="*/ 2147483647 w 72"/>
                <a:gd name="T13" fmla="*/ 2147483647 h 96"/>
                <a:gd name="T14" fmla="*/ 2147483647 w 72"/>
                <a:gd name="T15" fmla="*/ 2147483647 h 96"/>
                <a:gd name="T16" fmla="*/ 2147483647 w 72"/>
                <a:gd name="T17" fmla="*/ 2147483647 h 96"/>
                <a:gd name="T18" fmla="*/ 2147483647 w 72"/>
                <a:gd name="T19" fmla="*/ 2147483647 h 96"/>
                <a:gd name="T20" fmla="*/ 2147483647 w 72"/>
                <a:gd name="T21" fmla="*/ 2147483647 h 96"/>
                <a:gd name="T22" fmla="*/ 2147483647 w 72"/>
                <a:gd name="T23" fmla="*/ 2147483647 h 96"/>
                <a:gd name="T24" fmla="*/ 2147483647 w 72"/>
                <a:gd name="T25" fmla="*/ 2147483647 h 96"/>
                <a:gd name="T26" fmla="*/ 2147483647 w 72"/>
                <a:gd name="T27" fmla="*/ 0 h 96"/>
                <a:gd name="T28" fmla="*/ 2147483647 w 72"/>
                <a:gd name="T29" fmla="*/ 2147483647 h 9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2"/>
                <a:gd name="T46" fmla="*/ 0 h 96"/>
                <a:gd name="T47" fmla="*/ 72 w 72"/>
                <a:gd name="T48" fmla="*/ 96 h 9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2" h="96">
                  <a:moveTo>
                    <a:pt x="8" y="8"/>
                  </a:moveTo>
                  <a:lnTo>
                    <a:pt x="0" y="24"/>
                  </a:lnTo>
                  <a:lnTo>
                    <a:pt x="8" y="48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72"/>
                  </a:lnTo>
                  <a:lnTo>
                    <a:pt x="56" y="88"/>
                  </a:lnTo>
                  <a:lnTo>
                    <a:pt x="72" y="96"/>
                  </a:lnTo>
                  <a:lnTo>
                    <a:pt x="72" y="80"/>
                  </a:lnTo>
                  <a:lnTo>
                    <a:pt x="56" y="56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8" name="Freeform 589"/>
            <p:cNvSpPr>
              <a:spLocks/>
            </p:cNvSpPr>
            <p:nvPr/>
          </p:nvSpPr>
          <p:spPr bwMode="auto">
            <a:xfrm>
              <a:off x="6544265" y="3411638"/>
              <a:ext cx="75666" cy="63604"/>
            </a:xfrm>
            <a:custGeom>
              <a:avLst/>
              <a:gdLst>
                <a:gd name="T0" fmla="*/ 0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0 h 48"/>
                <a:gd name="T8" fmla="*/ 2147483647 w 56"/>
                <a:gd name="T9" fmla="*/ 2147483647 h 48"/>
                <a:gd name="T10" fmla="*/ 2147483647 w 56"/>
                <a:gd name="T11" fmla="*/ 2147483647 h 48"/>
                <a:gd name="T12" fmla="*/ 2147483647 w 56"/>
                <a:gd name="T13" fmla="*/ 2147483647 h 48"/>
                <a:gd name="T14" fmla="*/ 2147483647 w 56"/>
                <a:gd name="T15" fmla="*/ 2147483647 h 48"/>
                <a:gd name="T16" fmla="*/ 2147483647 w 56"/>
                <a:gd name="T17" fmla="*/ 2147483647 h 48"/>
                <a:gd name="T18" fmla="*/ 0 w 56"/>
                <a:gd name="T19" fmla="*/ 2147483647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6"/>
                <a:gd name="T31" fmla="*/ 0 h 48"/>
                <a:gd name="T32" fmla="*/ 56 w 56"/>
                <a:gd name="T33" fmla="*/ 48 h 4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6" h="48">
                  <a:moveTo>
                    <a:pt x="0" y="40"/>
                  </a:moveTo>
                  <a:lnTo>
                    <a:pt x="8" y="16"/>
                  </a:lnTo>
                  <a:lnTo>
                    <a:pt x="24" y="16"/>
                  </a:lnTo>
                  <a:lnTo>
                    <a:pt x="40" y="0"/>
                  </a:lnTo>
                  <a:lnTo>
                    <a:pt x="56" y="16"/>
                  </a:lnTo>
                  <a:lnTo>
                    <a:pt x="56" y="48"/>
                  </a:lnTo>
                  <a:lnTo>
                    <a:pt x="40" y="40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9" name="Freeform 590"/>
            <p:cNvSpPr>
              <a:spLocks/>
            </p:cNvSpPr>
            <p:nvPr/>
          </p:nvSpPr>
          <p:spPr bwMode="auto">
            <a:xfrm>
              <a:off x="6505883" y="3261402"/>
              <a:ext cx="96502" cy="128304"/>
            </a:xfrm>
            <a:custGeom>
              <a:avLst/>
              <a:gdLst>
                <a:gd name="T0" fmla="*/ 2147483647 w 72"/>
                <a:gd name="T1" fmla="*/ 2147483647 h 96"/>
                <a:gd name="T2" fmla="*/ 0 w 72"/>
                <a:gd name="T3" fmla="*/ 2147483647 h 96"/>
                <a:gd name="T4" fmla="*/ 2147483647 w 72"/>
                <a:gd name="T5" fmla="*/ 2147483647 h 96"/>
                <a:gd name="T6" fmla="*/ 2147483647 w 72"/>
                <a:gd name="T7" fmla="*/ 2147483647 h 96"/>
                <a:gd name="T8" fmla="*/ 2147483647 w 72"/>
                <a:gd name="T9" fmla="*/ 2147483647 h 96"/>
                <a:gd name="T10" fmla="*/ 2147483647 w 72"/>
                <a:gd name="T11" fmla="*/ 2147483647 h 96"/>
                <a:gd name="T12" fmla="*/ 2147483647 w 72"/>
                <a:gd name="T13" fmla="*/ 2147483647 h 96"/>
                <a:gd name="T14" fmla="*/ 2147483647 w 72"/>
                <a:gd name="T15" fmla="*/ 2147483647 h 96"/>
                <a:gd name="T16" fmla="*/ 2147483647 w 72"/>
                <a:gd name="T17" fmla="*/ 2147483647 h 96"/>
                <a:gd name="T18" fmla="*/ 2147483647 w 72"/>
                <a:gd name="T19" fmla="*/ 2147483647 h 96"/>
                <a:gd name="T20" fmla="*/ 2147483647 w 72"/>
                <a:gd name="T21" fmla="*/ 2147483647 h 96"/>
                <a:gd name="T22" fmla="*/ 2147483647 w 72"/>
                <a:gd name="T23" fmla="*/ 2147483647 h 96"/>
                <a:gd name="T24" fmla="*/ 2147483647 w 72"/>
                <a:gd name="T25" fmla="*/ 2147483647 h 96"/>
                <a:gd name="T26" fmla="*/ 2147483647 w 72"/>
                <a:gd name="T27" fmla="*/ 0 h 96"/>
                <a:gd name="T28" fmla="*/ 2147483647 w 72"/>
                <a:gd name="T29" fmla="*/ 2147483647 h 9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2"/>
                <a:gd name="T46" fmla="*/ 0 h 96"/>
                <a:gd name="T47" fmla="*/ 72 w 72"/>
                <a:gd name="T48" fmla="*/ 96 h 9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2" h="96">
                  <a:moveTo>
                    <a:pt x="8" y="8"/>
                  </a:moveTo>
                  <a:lnTo>
                    <a:pt x="0" y="24"/>
                  </a:lnTo>
                  <a:lnTo>
                    <a:pt x="8" y="48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72"/>
                  </a:lnTo>
                  <a:lnTo>
                    <a:pt x="56" y="88"/>
                  </a:lnTo>
                  <a:lnTo>
                    <a:pt x="72" y="96"/>
                  </a:lnTo>
                  <a:lnTo>
                    <a:pt x="72" y="80"/>
                  </a:lnTo>
                  <a:lnTo>
                    <a:pt x="56" y="56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0" name="Freeform 591"/>
            <p:cNvSpPr>
              <a:spLocks/>
            </p:cNvSpPr>
            <p:nvPr/>
          </p:nvSpPr>
          <p:spPr bwMode="auto">
            <a:xfrm>
              <a:off x="6544265" y="3411638"/>
              <a:ext cx="75666" cy="63604"/>
            </a:xfrm>
            <a:custGeom>
              <a:avLst/>
              <a:gdLst>
                <a:gd name="T0" fmla="*/ 0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0 h 48"/>
                <a:gd name="T8" fmla="*/ 2147483647 w 56"/>
                <a:gd name="T9" fmla="*/ 2147483647 h 48"/>
                <a:gd name="T10" fmla="*/ 2147483647 w 56"/>
                <a:gd name="T11" fmla="*/ 2147483647 h 48"/>
                <a:gd name="T12" fmla="*/ 2147483647 w 56"/>
                <a:gd name="T13" fmla="*/ 2147483647 h 48"/>
                <a:gd name="T14" fmla="*/ 2147483647 w 56"/>
                <a:gd name="T15" fmla="*/ 2147483647 h 48"/>
                <a:gd name="T16" fmla="*/ 2147483647 w 56"/>
                <a:gd name="T17" fmla="*/ 2147483647 h 48"/>
                <a:gd name="T18" fmla="*/ 0 w 56"/>
                <a:gd name="T19" fmla="*/ 2147483647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6"/>
                <a:gd name="T31" fmla="*/ 0 h 48"/>
                <a:gd name="T32" fmla="*/ 56 w 56"/>
                <a:gd name="T33" fmla="*/ 48 h 4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6" h="48">
                  <a:moveTo>
                    <a:pt x="0" y="40"/>
                  </a:moveTo>
                  <a:lnTo>
                    <a:pt x="8" y="16"/>
                  </a:lnTo>
                  <a:lnTo>
                    <a:pt x="24" y="16"/>
                  </a:lnTo>
                  <a:lnTo>
                    <a:pt x="40" y="0"/>
                  </a:lnTo>
                  <a:lnTo>
                    <a:pt x="56" y="16"/>
                  </a:lnTo>
                  <a:lnTo>
                    <a:pt x="56" y="48"/>
                  </a:lnTo>
                  <a:lnTo>
                    <a:pt x="40" y="40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" name="Freeform 592"/>
            <p:cNvSpPr>
              <a:spLocks/>
            </p:cNvSpPr>
            <p:nvPr/>
          </p:nvSpPr>
          <p:spPr bwMode="auto">
            <a:xfrm>
              <a:off x="6490530" y="3550909"/>
              <a:ext cx="97599" cy="118435"/>
            </a:xfrm>
            <a:custGeom>
              <a:avLst/>
              <a:gdLst>
                <a:gd name="T0" fmla="*/ 2147483647 w 72"/>
                <a:gd name="T1" fmla="*/ 2147483647 h 88"/>
                <a:gd name="T2" fmla="*/ 2147483647 w 72"/>
                <a:gd name="T3" fmla="*/ 2147483647 h 88"/>
                <a:gd name="T4" fmla="*/ 0 w 72"/>
                <a:gd name="T5" fmla="*/ 2147483647 h 88"/>
                <a:gd name="T6" fmla="*/ 0 w 72"/>
                <a:gd name="T7" fmla="*/ 2147483647 h 88"/>
                <a:gd name="T8" fmla="*/ 2147483647 w 72"/>
                <a:gd name="T9" fmla="*/ 2147483647 h 88"/>
                <a:gd name="T10" fmla="*/ 2147483647 w 72"/>
                <a:gd name="T11" fmla="*/ 2147483647 h 88"/>
                <a:gd name="T12" fmla="*/ 2147483647 w 72"/>
                <a:gd name="T13" fmla="*/ 2147483647 h 88"/>
                <a:gd name="T14" fmla="*/ 2147483647 w 72"/>
                <a:gd name="T15" fmla="*/ 0 h 88"/>
                <a:gd name="T16" fmla="*/ 2147483647 w 72"/>
                <a:gd name="T17" fmla="*/ 2147483647 h 88"/>
                <a:gd name="T18" fmla="*/ 2147483647 w 72"/>
                <a:gd name="T19" fmla="*/ 2147483647 h 88"/>
                <a:gd name="T20" fmla="*/ 2147483647 w 72"/>
                <a:gd name="T21" fmla="*/ 2147483647 h 88"/>
                <a:gd name="T22" fmla="*/ 2147483647 w 72"/>
                <a:gd name="T23" fmla="*/ 2147483647 h 88"/>
                <a:gd name="T24" fmla="*/ 2147483647 w 72"/>
                <a:gd name="T25" fmla="*/ 2147483647 h 88"/>
                <a:gd name="T26" fmla="*/ 2147483647 w 72"/>
                <a:gd name="T27" fmla="*/ 2147483647 h 88"/>
                <a:gd name="T28" fmla="*/ 2147483647 w 72"/>
                <a:gd name="T29" fmla="*/ 2147483647 h 88"/>
                <a:gd name="T30" fmla="*/ 2147483647 w 72"/>
                <a:gd name="T31" fmla="*/ 2147483647 h 88"/>
                <a:gd name="T32" fmla="*/ 2147483647 w 72"/>
                <a:gd name="T33" fmla="*/ 2147483647 h 88"/>
                <a:gd name="T34" fmla="*/ 2147483647 w 72"/>
                <a:gd name="T35" fmla="*/ 2147483647 h 88"/>
                <a:gd name="T36" fmla="*/ 2147483647 w 72"/>
                <a:gd name="T37" fmla="*/ 2147483647 h 88"/>
                <a:gd name="T38" fmla="*/ 2147483647 w 72"/>
                <a:gd name="T39" fmla="*/ 2147483647 h 88"/>
                <a:gd name="T40" fmla="*/ 2147483647 w 72"/>
                <a:gd name="T41" fmla="*/ 2147483647 h 88"/>
                <a:gd name="T42" fmla="*/ 2147483647 w 72"/>
                <a:gd name="T43" fmla="*/ 2147483647 h 88"/>
                <a:gd name="T44" fmla="*/ 2147483647 w 72"/>
                <a:gd name="T45" fmla="*/ 2147483647 h 88"/>
                <a:gd name="T46" fmla="*/ 2147483647 w 72"/>
                <a:gd name="T47" fmla="*/ 2147483647 h 8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72"/>
                <a:gd name="T73" fmla="*/ 0 h 88"/>
                <a:gd name="T74" fmla="*/ 72 w 72"/>
                <a:gd name="T75" fmla="*/ 88 h 8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72" h="88">
                  <a:moveTo>
                    <a:pt x="8" y="88"/>
                  </a:moveTo>
                  <a:lnTo>
                    <a:pt x="8" y="72"/>
                  </a:lnTo>
                  <a:lnTo>
                    <a:pt x="0" y="56"/>
                  </a:lnTo>
                  <a:lnTo>
                    <a:pt x="0" y="48"/>
                  </a:lnTo>
                  <a:lnTo>
                    <a:pt x="16" y="16"/>
                  </a:lnTo>
                  <a:lnTo>
                    <a:pt x="24" y="8"/>
                  </a:lnTo>
                  <a:lnTo>
                    <a:pt x="40" y="8"/>
                  </a:lnTo>
                  <a:lnTo>
                    <a:pt x="72" y="0"/>
                  </a:lnTo>
                  <a:lnTo>
                    <a:pt x="72" y="8"/>
                  </a:lnTo>
                  <a:lnTo>
                    <a:pt x="56" y="8"/>
                  </a:lnTo>
                  <a:lnTo>
                    <a:pt x="32" y="16"/>
                  </a:lnTo>
                  <a:lnTo>
                    <a:pt x="24" y="32"/>
                  </a:lnTo>
                  <a:lnTo>
                    <a:pt x="56" y="32"/>
                  </a:lnTo>
                  <a:lnTo>
                    <a:pt x="56" y="40"/>
                  </a:lnTo>
                  <a:lnTo>
                    <a:pt x="48" y="48"/>
                  </a:lnTo>
                  <a:lnTo>
                    <a:pt x="40" y="56"/>
                  </a:lnTo>
                  <a:lnTo>
                    <a:pt x="56" y="72"/>
                  </a:lnTo>
                  <a:lnTo>
                    <a:pt x="64" y="88"/>
                  </a:lnTo>
                  <a:lnTo>
                    <a:pt x="48" y="88"/>
                  </a:lnTo>
                  <a:lnTo>
                    <a:pt x="32" y="72"/>
                  </a:lnTo>
                  <a:lnTo>
                    <a:pt x="24" y="56"/>
                  </a:lnTo>
                  <a:lnTo>
                    <a:pt x="24" y="80"/>
                  </a:lnTo>
                  <a:lnTo>
                    <a:pt x="24" y="88"/>
                  </a:lnTo>
                  <a:lnTo>
                    <a:pt x="8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2" name="Freeform 593"/>
            <p:cNvSpPr>
              <a:spLocks/>
            </p:cNvSpPr>
            <p:nvPr/>
          </p:nvSpPr>
          <p:spPr bwMode="auto">
            <a:xfrm>
              <a:off x="6265724" y="3690179"/>
              <a:ext cx="182038" cy="42768"/>
            </a:xfrm>
            <a:custGeom>
              <a:avLst/>
              <a:gdLst>
                <a:gd name="T0" fmla="*/ 0 w 136"/>
                <a:gd name="T1" fmla="*/ 0 h 32"/>
                <a:gd name="T2" fmla="*/ 2147483647 w 136"/>
                <a:gd name="T3" fmla="*/ 0 h 32"/>
                <a:gd name="T4" fmla="*/ 2147483647 w 136"/>
                <a:gd name="T5" fmla="*/ 0 h 32"/>
                <a:gd name="T6" fmla="*/ 2147483647 w 136"/>
                <a:gd name="T7" fmla="*/ 0 h 32"/>
                <a:gd name="T8" fmla="*/ 2147483647 w 136"/>
                <a:gd name="T9" fmla="*/ 2147483647 h 32"/>
                <a:gd name="T10" fmla="*/ 2147483647 w 136"/>
                <a:gd name="T11" fmla="*/ 2147483647 h 32"/>
                <a:gd name="T12" fmla="*/ 2147483647 w 136"/>
                <a:gd name="T13" fmla="*/ 2147483647 h 32"/>
                <a:gd name="T14" fmla="*/ 2147483647 w 136"/>
                <a:gd name="T15" fmla="*/ 2147483647 h 32"/>
                <a:gd name="T16" fmla="*/ 2147483647 w 136"/>
                <a:gd name="T17" fmla="*/ 2147483647 h 32"/>
                <a:gd name="T18" fmla="*/ 2147483647 w 136"/>
                <a:gd name="T19" fmla="*/ 2147483647 h 32"/>
                <a:gd name="T20" fmla="*/ 0 w 136"/>
                <a:gd name="T21" fmla="*/ 0 h 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6"/>
                <a:gd name="T34" fmla="*/ 0 h 32"/>
                <a:gd name="T35" fmla="*/ 136 w 136"/>
                <a:gd name="T36" fmla="*/ 32 h 3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6" h="32">
                  <a:moveTo>
                    <a:pt x="0" y="0"/>
                  </a:moveTo>
                  <a:lnTo>
                    <a:pt x="40" y="0"/>
                  </a:lnTo>
                  <a:lnTo>
                    <a:pt x="64" y="0"/>
                  </a:lnTo>
                  <a:lnTo>
                    <a:pt x="80" y="0"/>
                  </a:lnTo>
                  <a:lnTo>
                    <a:pt x="96" y="8"/>
                  </a:lnTo>
                  <a:lnTo>
                    <a:pt x="128" y="16"/>
                  </a:lnTo>
                  <a:lnTo>
                    <a:pt x="136" y="32"/>
                  </a:lnTo>
                  <a:lnTo>
                    <a:pt x="104" y="24"/>
                  </a:lnTo>
                  <a:lnTo>
                    <a:pt x="80" y="24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3" name="Freeform 594"/>
            <p:cNvSpPr>
              <a:spLocks/>
            </p:cNvSpPr>
            <p:nvPr/>
          </p:nvSpPr>
          <p:spPr bwMode="auto">
            <a:xfrm>
              <a:off x="3462773" y="2551891"/>
              <a:ext cx="107468" cy="129401"/>
            </a:xfrm>
            <a:custGeom>
              <a:avLst/>
              <a:gdLst>
                <a:gd name="T0" fmla="*/ 0 w 80"/>
                <a:gd name="T1" fmla="*/ 2147483647 h 96"/>
                <a:gd name="T2" fmla="*/ 0 w 80"/>
                <a:gd name="T3" fmla="*/ 2147483647 h 96"/>
                <a:gd name="T4" fmla="*/ 0 w 80"/>
                <a:gd name="T5" fmla="*/ 2147483647 h 96"/>
                <a:gd name="T6" fmla="*/ 2147483647 w 80"/>
                <a:gd name="T7" fmla="*/ 2147483647 h 96"/>
                <a:gd name="T8" fmla="*/ 2147483647 w 80"/>
                <a:gd name="T9" fmla="*/ 0 h 96"/>
                <a:gd name="T10" fmla="*/ 2147483647 w 80"/>
                <a:gd name="T11" fmla="*/ 2147483647 h 96"/>
                <a:gd name="T12" fmla="*/ 2147483647 w 80"/>
                <a:gd name="T13" fmla="*/ 2147483647 h 96"/>
                <a:gd name="T14" fmla="*/ 2147483647 w 80"/>
                <a:gd name="T15" fmla="*/ 2147483647 h 96"/>
                <a:gd name="T16" fmla="*/ 2147483647 w 80"/>
                <a:gd name="T17" fmla="*/ 2147483647 h 96"/>
                <a:gd name="T18" fmla="*/ 2147483647 w 80"/>
                <a:gd name="T19" fmla="*/ 2147483647 h 96"/>
                <a:gd name="T20" fmla="*/ 2147483647 w 80"/>
                <a:gd name="T21" fmla="*/ 2147483647 h 96"/>
                <a:gd name="T22" fmla="*/ 2147483647 w 80"/>
                <a:gd name="T23" fmla="*/ 2147483647 h 96"/>
                <a:gd name="T24" fmla="*/ 2147483647 w 80"/>
                <a:gd name="T25" fmla="*/ 2147483647 h 96"/>
                <a:gd name="T26" fmla="*/ 2147483647 w 80"/>
                <a:gd name="T27" fmla="*/ 2147483647 h 96"/>
                <a:gd name="T28" fmla="*/ 2147483647 w 80"/>
                <a:gd name="T29" fmla="*/ 2147483647 h 96"/>
                <a:gd name="T30" fmla="*/ 2147483647 w 80"/>
                <a:gd name="T31" fmla="*/ 2147483647 h 96"/>
                <a:gd name="T32" fmla="*/ 0 w 80"/>
                <a:gd name="T33" fmla="*/ 2147483647 h 9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"/>
                <a:gd name="T52" fmla="*/ 0 h 96"/>
                <a:gd name="T53" fmla="*/ 80 w 80"/>
                <a:gd name="T54" fmla="*/ 96 h 9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" h="96">
                  <a:moveTo>
                    <a:pt x="0" y="80"/>
                  </a:moveTo>
                  <a:lnTo>
                    <a:pt x="0" y="64"/>
                  </a:lnTo>
                  <a:lnTo>
                    <a:pt x="0" y="48"/>
                  </a:lnTo>
                  <a:lnTo>
                    <a:pt x="24" y="16"/>
                  </a:lnTo>
                  <a:lnTo>
                    <a:pt x="40" y="0"/>
                  </a:lnTo>
                  <a:lnTo>
                    <a:pt x="40" y="16"/>
                  </a:lnTo>
                  <a:lnTo>
                    <a:pt x="32" y="32"/>
                  </a:lnTo>
                  <a:lnTo>
                    <a:pt x="40" y="40"/>
                  </a:lnTo>
                  <a:lnTo>
                    <a:pt x="72" y="56"/>
                  </a:lnTo>
                  <a:lnTo>
                    <a:pt x="80" y="72"/>
                  </a:lnTo>
                  <a:lnTo>
                    <a:pt x="80" y="88"/>
                  </a:lnTo>
                  <a:lnTo>
                    <a:pt x="64" y="96"/>
                  </a:lnTo>
                  <a:lnTo>
                    <a:pt x="56" y="80"/>
                  </a:lnTo>
                  <a:lnTo>
                    <a:pt x="40" y="88"/>
                  </a:lnTo>
                  <a:lnTo>
                    <a:pt x="32" y="80"/>
                  </a:lnTo>
                  <a:lnTo>
                    <a:pt x="8" y="72"/>
                  </a:lnTo>
                  <a:lnTo>
                    <a:pt x="0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4" name="Freeform 595"/>
            <p:cNvSpPr>
              <a:spLocks/>
            </p:cNvSpPr>
            <p:nvPr/>
          </p:nvSpPr>
          <p:spPr bwMode="auto">
            <a:xfrm>
              <a:off x="3012063" y="3174769"/>
              <a:ext cx="193004" cy="53735"/>
            </a:xfrm>
            <a:custGeom>
              <a:avLst/>
              <a:gdLst>
                <a:gd name="T0" fmla="*/ 2147483647 w 144"/>
                <a:gd name="T1" fmla="*/ 2147483647 h 40"/>
                <a:gd name="T2" fmla="*/ 2147483647 w 144"/>
                <a:gd name="T3" fmla="*/ 0 h 40"/>
                <a:gd name="T4" fmla="*/ 2147483647 w 144"/>
                <a:gd name="T5" fmla="*/ 0 h 40"/>
                <a:gd name="T6" fmla="*/ 2147483647 w 144"/>
                <a:gd name="T7" fmla="*/ 2147483647 h 40"/>
                <a:gd name="T8" fmla="*/ 2147483647 w 144"/>
                <a:gd name="T9" fmla="*/ 2147483647 h 40"/>
                <a:gd name="T10" fmla="*/ 2147483647 w 144"/>
                <a:gd name="T11" fmla="*/ 2147483647 h 40"/>
                <a:gd name="T12" fmla="*/ 2147483647 w 144"/>
                <a:gd name="T13" fmla="*/ 2147483647 h 40"/>
                <a:gd name="T14" fmla="*/ 2147483647 w 144"/>
                <a:gd name="T15" fmla="*/ 2147483647 h 40"/>
                <a:gd name="T16" fmla="*/ 2147483647 w 144"/>
                <a:gd name="T17" fmla="*/ 2147483647 h 40"/>
                <a:gd name="T18" fmla="*/ 2147483647 w 144"/>
                <a:gd name="T19" fmla="*/ 2147483647 h 40"/>
                <a:gd name="T20" fmla="*/ 2147483647 w 144"/>
                <a:gd name="T21" fmla="*/ 2147483647 h 40"/>
                <a:gd name="T22" fmla="*/ 2147483647 w 144"/>
                <a:gd name="T23" fmla="*/ 2147483647 h 40"/>
                <a:gd name="T24" fmla="*/ 2147483647 w 144"/>
                <a:gd name="T25" fmla="*/ 2147483647 h 40"/>
                <a:gd name="T26" fmla="*/ 2147483647 w 144"/>
                <a:gd name="T27" fmla="*/ 2147483647 h 40"/>
                <a:gd name="T28" fmla="*/ 0 w 144"/>
                <a:gd name="T29" fmla="*/ 2147483647 h 40"/>
                <a:gd name="T30" fmla="*/ 2147483647 w 144"/>
                <a:gd name="T31" fmla="*/ 2147483647 h 4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44"/>
                <a:gd name="T49" fmla="*/ 0 h 40"/>
                <a:gd name="T50" fmla="*/ 144 w 144"/>
                <a:gd name="T51" fmla="*/ 40 h 4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44" h="40">
                  <a:moveTo>
                    <a:pt x="8" y="8"/>
                  </a:moveTo>
                  <a:lnTo>
                    <a:pt x="32" y="0"/>
                  </a:lnTo>
                  <a:lnTo>
                    <a:pt x="80" y="0"/>
                  </a:lnTo>
                  <a:lnTo>
                    <a:pt x="104" y="16"/>
                  </a:lnTo>
                  <a:lnTo>
                    <a:pt x="112" y="24"/>
                  </a:lnTo>
                  <a:lnTo>
                    <a:pt x="136" y="32"/>
                  </a:lnTo>
                  <a:lnTo>
                    <a:pt x="144" y="40"/>
                  </a:lnTo>
                  <a:lnTo>
                    <a:pt x="136" y="40"/>
                  </a:lnTo>
                  <a:lnTo>
                    <a:pt x="104" y="40"/>
                  </a:lnTo>
                  <a:lnTo>
                    <a:pt x="96" y="32"/>
                  </a:lnTo>
                  <a:lnTo>
                    <a:pt x="88" y="24"/>
                  </a:lnTo>
                  <a:lnTo>
                    <a:pt x="64" y="16"/>
                  </a:lnTo>
                  <a:lnTo>
                    <a:pt x="40" y="16"/>
                  </a:lnTo>
                  <a:lnTo>
                    <a:pt x="24" y="16"/>
                  </a:lnTo>
                  <a:lnTo>
                    <a:pt x="0" y="16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5" name="Freeform 596"/>
            <p:cNvSpPr>
              <a:spLocks/>
            </p:cNvSpPr>
            <p:nvPr/>
          </p:nvSpPr>
          <p:spPr bwMode="auto">
            <a:xfrm>
              <a:off x="3205068" y="3239470"/>
              <a:ext cx="117338" cy="31802"/>
            </a:xfrm>
            <a:custGeom>
              <a:avLst/>
              <a:gdLst>
                <a:gd name="T0" fmla="*/ 2147483647 w 88"/>
                <a:gd name="T1" fmla="*/ 0 h 24"/>
                <a:gd name="T2" fmla="*/ 2147483647 w 88"/>
                <a:gd name="T3" fmla="*/ 2147483647 h 24"/>
                <a:gd name="T4" fmla="*/ 0 w 88"/>
                <a:gd name="T5" fmla="*/ 2147483647 h 24"/>
                <a:gd name="T6" fmla="*/ 2147483647 w 88"/>
                <a:gd name="T7" fmla="*/ 2147483647 h 24"/>
                <a:gd name="T8" fmla="*/ 2147483647 w 88"/>
                <a:gd name="T9" fmla="*/ 2147483647 h 24"/>
                <a:gd name="T10" fmla="*/ 2147483647 w 88"/>
                <a:gd name="T11" fmla="*/ 2147483647 h 24"/>
                <a:gd name="T12" fmla="*/ 2147483647 w 88"/>
                <a:gd name="T13" fmla="*/ 2147483647 h 24"/>
                <a:gd name="T14" fmla="*/ 2147483647 w 88"/>
                <a:gd name="T15" fmla="*/ 2147483647 h 24"/>
                <a:gd name="T16" fmla="*/ 2147483647 w 88"/>
                <a:gd name="T17" fmla="*/ 2147483647 h 24"/>
                <a:gd name="T18" fmla="*/ 2147483647 w 88"/>
                <a:gd name="T19" fmla="*/ 0 h 24"/>
                <a:gd name="T20" fmla="*/ 2147483647 w 88"/>
                <a:gd name="T21" fmla="*/ 0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88"/>
                <a:gd name="T34" fmla="*/ 0 h 24"/>
                <a:gd name="T35" fmla="*/ 88 w 88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88" h="24">
                  <a:moveTo>
                    <a:pt x="16" y="0"/>
                  </a:moveTo>
                  <a:lnTo>
                    <a:pt x="16" y="8"/>
                  </a:lnTo>
                  <a:lnTo>
                    <a:pt x="0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88" y="16"/>
                  </a:lnTo>
                  <a:lnTo>
                    <a:pt x="72" y="8"/>
                  </a:lnTo>
                  <a:lnTo>
                    <a:pt x="48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6" name="Freeform 597"/>
            <p:cNvSpPr>
              <a:spLocks/>
            </p:cNvSpPr>
            <p:nvPr/>
          </p:nvSpPr>
          <p:spPr bwMode="auto">
            <a:xfrm>
              <a:off x="3462773" y="2551891"/>
              <a:ext cx="107468" cy="129401"/>
            </a:xfrm>
            <a:custGeom>
              <a:avLst/>
              <a:gdLst>
                <a:gd name="T0" fmla="*/ 0 w 80"/>
                <a:gd name="T1" fmla="*/ 2147483647 h 96"/>
                <a:gd name="T2" fmla="*/ 0 w 80"/>
                <a:gd name="T3" fmla="*/ 2147483647 h 96"/>
                <a:gd name="T4" fmla="*/ 0 w 80"/>
                <a:gd name="T5" fmla="*/ 2147483647 h 96"/>
                <a:gd name="T6" fmla="*/ 2147483647 w 80"/>
                <a:gd name="T7" fmla="*/ 2147483647 h 96"/>
                <a:gd name="T8" fmla="*/ 2147483647 w 80"/>
                <a:gd name="T9" fmla="*/ 0 h 96"/>
                <a:gd name="T10" fmla="*/ 2147483647 w 80"/>
                <a:gd name="T11" fmla="*/ 2147483647 h 96"/>
                <a:gd name="T12" fmla="*/ 2147483647 w 80"/>
                <a:gd name="T13" fmla="*/ 2147483647 h 96"/>
                <a:gd name="T14" fmla="*/ 2147483647 w 80"/>
                <a:gd name="T15" fmla="*/ 2147483647 h 96"/>
                <a:gd name="T16" fmla="*/ 2147483647 w 80"/>
                <a:gd name="T17" fmla="*/ 2147483647 h 96"/>
                <a:gd name="T18" fmla="*/ 2147483647 w 80"/>
                <a:gd name="T19" fmla="*/ 2147483647 h 96"/>
                <a:gd name="T20" fmla="*/ 2147483647 w 80"/>
                <a:gd name="T21" fmla="*/ 2147483647 h 96"/>
                <a:gd name="T22" fmla="*/ 2147483647 w 80"/>
                <a:gd name="T23" fmla="*/ 2147483647 h 96"/>
                <a:gd name="T24" fmla="*/ 2147483647 w 80"/>
                <a:gd name="T25" fmla="*/ 2147483647 h 96"/>
                <a:gd name="T26" fmla="*/ 2147483647 w 80"/>
                <a:gd name="T27" fmla="*/ 2147483647 h 96"/>
                <a:gd name="T28" fmla="*/ 2147483647 w 80"/>
                <a:gd name="T29" fmla="*/ 2147483647 h 96"/>
                <a:gd name="T30" fmla="*/ 2147483647 w 80"/>
                <a:gd name="T31" fmla="*/ 2147483647 h 96"/>
                <a:gd name="T32" fmla="*/ 0 w 80"/>
                <a:gd name="T33" fmla="*/ 2147483647 h 9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"/>
                <a:gd name="T52" fmla="*/ 0 h 96"/>
                <a:gd name="T53" fmla="*/ 80 w 80"/>
                <a:gd name="T54" fmla="*/ 96 h 9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" h="96">
                  <a:moveTo>
                    <a:pt x="0" y="80"/>
                  </a:moveTo>
                  <a:lnTo>
                    <a:pt x="0" y="64"/>
                  </a:lnTo>
                  <a:lnTo>
                    <a:pt x="0" y="48"/>
                  </a:lnTo>
                  <a:lnTo>
                    <a:pt x="24" y="16"/>
                  </a:lnTo>
                  <a:lnTo>
                    <a:pt x="40" y="0"/>
                  </a:lnTo>
                  <a:lnTo>
                    <a:pt x="40" y="16"/>
                  </a:lnTo>
                  <a:lnTo>
                    <a:pt x="32" y="32"/>
                  </a:lnTo>
                  <a:lnTo>
                    <a:pt x="40" y="40"/>
                  </a:lnTo>
                  <a:lnTo>
                    <a:pt x="72" y="56"/>
                  </a:lnTo>
                  <a:lnTo>
                    <a:pt x="80" y="72"/>
                  </a:lnTo>
                  <a:lnTo>
                    <a:pt x="80" y="88"/>
                  </a:lnTo>
                  <a:lnTo>
                    <a:pt x="64" y="96"/>
                  </a:lnTo>
                  <a:lnTo>
                    <a:pt x="56" y="80"/>
                  </a:lnTo>
                  <a:lnTo>
                    <a:pt x="40" y="88"/>
                  </a:lnTo>
                  <a:lnTo>
                    <a:pt x="32" y="80"/>
                  </a:lnTo>
                  <a:lnTo>
                    <a:pt x="8" y="72"/>
                  </a:lnTo>
                  <a:lnTo>
                    <a:pt x="0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7" name="Freeform 598"/>
            <p:cNvSpPr>
              <a:spLocks/>
            </p:cNvSpPr>
            <p:nvPr/>
          </p:nvSpPr>
          <p:spPr bwMode="auto">
            <a:xfrm>
              <a:off x="3205068" y="3239470"/>
              <a:ext cx="117338" cy="31802"/>
            </a:xfrm>
            <a:custGeom>
              <a:avLst/>
              <a:gdLst>
                <a:gd name="T0" fmla="*/ 2147483647 w 88"/>
                <a:gd name="T1" fmla="*/ 0 h 24"/>
                <a:gd name="T2" fmla="*/ 2147483647 w 88"/>
                <a:gd name="T3" fmla="*/ 2147483647 h 24"/>
                <a:gd name="T4" fmla="*/ 0 w 88"/>
                <a:gd name="T5" fmla="*/ 2147483647 h 24"/>
                <a:gd name="T6" fmla="*/ 2147483647 w 88"/>
                <a:gd name="T7" fmla="*/ 2147483647 h 24"/>
                <a:gd name="T8" fmla="*/ 2147483647 w 88"/>
                <a:gd name="T9" fmla="*/ 2147483647 h 24"/>
                <a:gd name="T10" fmla="*/ 2147483647 w 88"/>
                <a:gd name="T11" fmla="*/ 2147483647 h 24"/>
                <a:gd name="T12" fmla="*/ 2147483647 w 88"/>
                <a:gd name="T13" fmla="*/ 2147483647 h 24"/>
                <a:gd name="T14" fmla="*/ 2147483647 w 88"/>
                <a:gd name="T15" fmla="*/ 2147483647 h 24"/>
                <a:gd name="T16" fmla="*/ 2147483647 w 88"/>
                <a:gd name="T17" fmla="*/ 2147483647 h 24"/>
                <a:gd name="T18" fmla="*/ 2147483647 w 88"/>
                <a:gd name="T19" fmla="*/ 0 h 24"/>
                <a:gd name="T20" fmla="*/ 2147483647 w 88"/>
                <a:gd name="T21" fmla="*/ 0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88"/>
                <a:gd name="T34" fmla="*/ 0 h 24"/>
                <a:gd name="T35" fmla="*/ 88 w 88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88" h="24">
                  <a:moveTo>
                    <a:pt x="16" y="0"/>
                  </a:moveTo>
                  <a:lnTo>
                    <a:pt x="16" y="8"/>
                  </a:lnTo>
                  <a:lnTo>
                    <a:pt x="0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88" y="16"/>
                  </a:lnTo>
                  <a:lnTo>
                    <a:pt x="72" y="8"/>
                  </a:lnTo>
                  <a:lnTo>
                    <a:pt x="48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8" name="Freeform 599"/>
            <p:cNvSpPr>
              <a:spLocks/>
            </p:cNvSpPr>
            <p:nvPr/>
          </p:nvSpPr>
          <p:spPr bwMode="auto">
            <a:xfrm>
              <a:off x="4665761" y="2874296"/>
              <a:ext cx="53735" cy="32898"/>
            </a:xfrm>
            <a:custGeom>
              <a:avLst/>
              <a:gdLst>
                <a:gd name="T0" fmla="*/ 0 w 40"/>
                <a:gd name="T1" fmla="*/ 2147483647 h 24"/>
                <a:gd name="T2" fmla="*/ 2147483647 w 40"/>
                <a:gd name="T3" fmla="*/ 0 h 24"/>
                <a:gd name="T4" fmla="*/ 2147483647 w 40"/>
                <a:gd name="T5" fmla="*/ 0 h 24"/>
                <a:gd name="T6" fmla="*/ 2147483647 w 40"/>
                <a:gd name="T7" fmla="*/ 2147483647 h 24"/>
                <a:gd name="T8" fmla="*/ 2147483647 w 40"/>
                <a:gd name="T9" fmla="*/ 2147483647 h 24"/>
                <a:gd name="T10" fmla="*/ 2147483647 w 40"/>
                <a:gd name="T11" fmla="*/ 2147483647 h 24"/>
                <a:gd name="T12" fmla="*/ 0 w 40"/>
                <a:gd name="T13" fmla="*/ 21474836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24"/>
                <a:gd name="T23" fmla="*/ 40 w 40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24">
                  <a:moveTo>
                    <a:pt x="0" y="8"/>
                  </a:moveTo>
                  <a:lnTo>
                    <a:pt x="24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40" y="24"/>
                  </a:lnTo>
                  <a:lnTo>
                    <a:pt x="24" y="16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Freeform 600"/>
            <p:cNvSpPr>
              <a:spLocks/>
            </p:cNvSpPr>
            <p:nvPr/>
          </p:nvSpPr>
          <p:spPr bwMode="auto">
            <a:xfrm>
              <a:off x="4612027" y="2809596"/>
              <a:ext cx="21932" cy="43865"/>
            </a:xfrm>
            <a:custGeom>
              <a:avLst/>
              <a:gdLst>
                <a:gd name="T0" fmla="*/ 0 w 16"/>
                <a:gd name="T1" fmla="*/ 2147483647 h 32"/>
                <a:gd name="T2" fmla="*/ 0 w 16"/>
                <a:gd name="T3" fmla="*/ 2147483647 h 32"/>
                <a:gd name="T4" fmla="*/ 2147483647 w 16"/>
                <a:gd name="T5" fmla="*/ 0 h 32"/>
                <a:gd name="T6" fmla="*/ 2147483647 w 16"/>
                <a:gd name="T7" fmla="*/ 2147483647 h 32"/>
                <a:gd name="T8" fmla="*/ 2147483647 w 16"/>
                <a:gd name="T9" fmla="*/ 2147483647 h 32"/>
                <a:gd name="T10" fmla="*/ 0 w 16"/>
                <a:gd name="T11" fmla="*/ 2147483647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32"/>
                <a:gd name="T20" fmla="*/ 16 w 16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32">
                  <a:moveTo>
                    <a:pt x="0" y="32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16" y="16"/>
                  </a:lnTo>
                  <a:lnTo>
                    <a:pt x="16" y="32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0" name="Freeform 601"/>
            <p:cNvSpPr>
              <a:spLocks/>
            </p:cNvSpPr>
            <p:nvPr/>
          </p:nvSpPr>
          <p:spPr bwMode="auto">
            <a:xfrm>
              <a:off x="4665761" y="2874296"/>
              <a:ext cx="53735" cy="32898"/>
            </a:xfrm>
            <a:custGeom>
              <a:avLst/>
              <a:gdLst>
                <a:gd name="T0" fmla="*/ 0 w 40"/>
                <a:gd name="T1" fmla="*/ 2147483647 h 24"/>
                <a:gd name="T2" fmla="*/ 2147483647 w 40"/>
                <a:gd name="T3" fmla="*/ 0 h 24"/>
                <a:gd name="T4" fmla="*/ 2147483647 w 40"/>
                <a:gd name="T5" fmla="*/ 0 h 24"/>
                <a:gd name="T6" fmla="*/ 2147483647 w 40"/>
                <a:gd name="T7" fmla="*/ 2147483647 h 24"/>
                <a:gd name="T8" fmla="*/ 2147483647 w 40"/>
                <a:gd name="T9" fmla="*/ 2147483647 h 24"/>
                <a:gd name="T10" fmla="*/ 2147483647 w 40"/>
                <a:gd name="T11" fmla="*/ 2147483647 h 24"/>
                <a:gd name="T12" fmla="*/ 0 w 40"/>
                <a:gd name="T13" fmla="*/ 21474836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24"/>
                <a:gd name="T23" fmla="*/ 40 w 40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24">
                  <a:moveTo>
                    <a:pt x="0" y="8"/>
                  </a:moveTo>
                  <a:lnTo>
                    <a:pt x="24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40" y="24"/>
                  </a:lnTo>
                  <a:lnTo>
                    <a:pt x="24" y="16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1" name="Freeform 602"/>
            <p:cNvSpPr>
              <a:spLocks/>
            </p:cNvSpPr>
            <p:nvPr/>
          </p:nvSpPr>
          <p:spPr bwMode="auto">
            <a:xfrm>
              <a:off x="4612027" y="2809596"/>
              <a:ext cx="21932" cy="43865"/>
            </a:xfrm>
            <a:custGeom>
              <a:avLst/>
              <a:gdLst>
                <a:gd name="T0" fmla="*/ 0 w 16"/>
                <a:gd name="T1" fmla="*/ 2147483647 h 32"/>
                <a:gd name="T2" fmla="*/ 0 w 16"/>
                <a:gd name="T3" fmla="*/ 2147483647 h 32"/>
                <a:gd name="T4" fmla="*/ 2147483647 w 16"/>
                <a:gd name="T5" fmla="*/ 0 h 32"/>
                <a:gd name="T6" fmla="*/ 2147483647 w 16"/>
                <a:gd name="T7" fmla="*/ 2147483647 h 32"/>
                <a:gd name="T8" fmla="*/ 2147483647 w 16"/>
                <a:gd name="T9" fmla="*/ 2147483647 h 32"/>
                <a:gd name="T10" fmla="*/ 0 w 16"/>
                <a:gd name="T11" fmla="*/ 2147483647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32"/>
                <a:gd name="T20" fmla="*/ 16 w 16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32">
                  <a:moveTo>
                    <a:pt x="0" y="32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16" y="16"/>
                  </a:lnTo>
                  <a:lnTo>
                    <a:pt x="16" y="32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2" name="Freeform 603"/>
            <p:cNvSpPr>
              <a:spLocks/>
            </p:cNvSpPr>
            <p:nvPr/>
          </p:nvSpPr>
          <p:spPr bwMode="auto">
            <a:xfrm>
              <a:off x="4602157" y="2766828"/>
              <a:ext cx="31802" cy="32898"/>
            </a:xfrm>
            <a:custGeom>
              <a:avLst/>
              <a:gdLst>
                <a:gd name="T0" fmla="*/ 0 w 24"/>
                <a:gd name="T1" fmla="*/ 2147483647 h 24"/>
                <a:gd name="T2" fmla="*/ 2147483647 w 24"/>
                <a:gd name="T3" fmla="*/ 0 h 24"/>
                <a:gd name="T4" fmla="*/ 2147483647 w 24"/>
                <a:gd name="T5" fmla="*/ 2147483647 h 24"/>
                <a:gd name="T6" fmla="*/ 2147483647 w 24"/>
                <a:gd name="T7" fmla="*/ 2147483647 h 24"/>
                <a:gd name="T8" fmla="*/ 0 w 24"/>
                <a:gd name="T9" fmla="*/ 214748364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24"/>
                <a:gd name="T17" fmla="*/ 24 w 2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24">
                  <a:moveTo>
                    <a:pt x="0" y="8"/>
                  </a:moveTo>
                  <a:lnTo>
                    <a:pt x="16" y="0"/>
                  </a:lnTo>
                  <a:lnTo>
                    <a:pt x="24" y="16"/>
                  </a:lnTo>
                  <a:lnTo>
                    <a:pt x="16" y="24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3" name="Freeform 604"/>
            <p:cNvSpPr>
              <a:spLocks/>
            </p:cNvSpPr>
            <p:nvPr/>
          </p:nvSpPr>
          <p:spPr bwMode="auto">
            <a:xfrm>
              <a:off x="5160335" y="2896229"/>
              <a:ext cx="31802" cy="10966"/>
            </a:xfrm>
            <a:custGeom>
              <a:avLst/>
              <a:gdLst>
                <a:gd name="T0" fmla="*/ 2147483647 w 24"/>
                <a:gd name="T1" fmla="*/ 0 h 8"/>
                <a:gd name="T2" fmla="*/ 2147483647 w 24"/>
                <a:gd name="T3" fmla="*/ 0 h 8"/>
                <a:gd name="T4" fmla="*/ 0 w 24"/>
                <a:gd name="T5" fmla="*/ 2147483647 h 8"/>
                <a:gd name="T6" fmla="*/ 2147483647 w 24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"/>
                <a:gd name="T13" fmla="*/ 0 h 8"/>
                <a:gd name="T14" fmla="*/ 24 w 24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" h="8">
                  <a:moveTo>
                    <a:pt x="16" y="0"/>
                  </a:moveTo>
                  <a:lnTo>
                    <a:pt x="24" y="0"/>
                  </a:lnTo>
                  <a:lnTo>
                    <a:pt x="0" y="8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4" name="Freeform 605"/>
            <p:cNvSpPr>
              <a:spLocks/>
            </p:cNvSpPr>
            <p:nvPr/>
          </p:nvSpPr>
          <p:spPr bwMode="auto">
            <a:xfrm>
              <a:off x="4602157" y="2766828"/>
              <a:ext cx="31802" cy="32898"/>
            </a:xfrm>
            <a:custGeom>
              <a:avLst/>
              <a:gdLst>
                <a:gd name="T0" fmla="*/ 0 w 24"/>
                <a:gd name="T1" fmla="*/ 2147483647 h 24"/>
                <a:gd name="T2" fmla="*/ 2147483647 w 24"/>
                <a:gd name="T3" fmla="*/ 0 h 24"/>
                <a:gd name="T4" fmla="*/ 2147483647 w 24"/>
                <a:gd name="T5" fmla="*/ 2147483647 h 24"/>
                <a:gd name="T6" fmla="*/ 2147483647 w 24"/>
                <a:gd name="T7" fmla="*/ 2147483647 h 24"/>
                <a:gd name="T8" fmla="*/ 0 w 24"/>
                <a:gd name="T9" fmla="*/ 214748364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24"/>
                <a:gd name="T17" fmla="*/ 24 w 2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24">
                  <a:moveTo>
                    <a:pt x="0" y="8"/>
                  </a:moveTo>
                  <a:lnTo>
                    <a:pt x="16" y="0"/>
                  </a:lnTo>
                  <a:lnTo>
                    <a:pt x="24" y="16"/>
                  </a:lnTo>
                  <a:lnTo>
                    <a:pt x="16" y="24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5" name="Freeform 606"/>
            <p:cNvSpPr>
              <a:spLocks/>
            </p:cNvSpPr>
            <p:nvPr/>
          </p:nvSpPr>
          <p:spPr bwMode="auto">
            <a:xfrm>
              <a:off x="5160335" y="2896229"/>
              <a:ext cx="31802" cy="10966"/>
            </a:xfrm>
            <a:custGeom>
              <a:avLst/>
              <a:gdLst>
                <a:gd name="T0" fmla="*/ 2147483647 w 24"/>
                <a:gd name="T1" fmla="*/ 0 h 8"/>
                <a:gd name="T2" fmla="*/ 2147483647 w 24"/>
                <a:gd name="T3" fmla="*/ 0 h 8"/>
                <a:gd name="T4" fmla="*/ 0 w 24"/>
                <a:gd name="T5" fmla="*/ 2147483647 h 8"/>
                <a:gd name="T6" fmla="*/ 2147483647 w 24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"/>
                <a:gd name="T13" fmla="*/ 0 h 8"/>
                <a:gd name="T14" fmla="*/ 24 w 24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" h="8">
                  <a:moveTo>
                    <a:pt x="16" y="0"/>
                  </a:moveTo>
                  <a:lnTo>
                    <a:pt x="24" y="0"/>
                  </a:lnTo>
                  <a:lnTo>
                    <a:pt x="0" y="8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6" name="Rectangle 607"/>
            <p:cNvSpPr>
              <a:spLocks noChangeArrowheads="1"/>
            </p:cNvSpPr>
            <p:nvPr/>
          </p:nvSpPr>
          <p:spPr bwMode="auto">
            <a:xfrm>
              <a:off x="5062736" y="3057432"/>
              <a:ext cx="0" cy="0"/>
            </a:xfrm>
            <a:prstGeom prst="rect">
              <a:avLst/>
            </a:prstGeom>
            <a:grpFill/>
            <a:ln w="6350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</a:pPr>
              <a:endParaRPr lang="en-US">
                <a:solidFill>
                  <a:srgbClr val="4D4D4D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67" name="Freeform 608"/>
            <p:cNvSpPr>
              <a:spLocks/>
            </p:cNvSpPr>
            <p:nvPr/>
          </p:nvSpPr>
          <p:spPr bwMode="auto">
            <a:xfrm>
              <a:off x="4912500" y="2799726"/>
              <a:ext cx="311439" cy="117338"/>
            </a:xfrm>
            <a:custGeom>
              <a:avLst/>
              <a:gdLst>
                <a:gd name="T0" fmla="*/ 2147483647 w 232"/>
                <a:gd name="T1" fmla="*/ 2147483647 h 88"/>
                <a:gd name="T2" fmla="*/ 2147483647 w 232"/>
                <a:gd name="T3" fmla="*/ 2147483647 h 88"/>
                <a:gd name="T4" fmla="*/ 2147483647 w 232"/>
                <a:gd name="T5" fmla="*/ 2147483647 h 88"/>
                <a:gd name="T6" fmla="*/ 2147483647 w 232"/>
                <a:gd name="T7" fmla="*/ 2147483647 h 88"/>
                <a:gd name="T8" fmla="*/ 2147483647 w 232"/>
                <a:gd name="T9" fmla="*/ 2147483647 h 88"/>
                <a:gd name="T10" fmla="*/ 2147483647 w 232"/>
                <a:gd name="T11" fmla="*/ 2147483647 h 88"/>
                <a:gd name="T12" fmla="*/ 2147483647 w 232"/>
                <a:gd name="T13" fmla="*/ 2147483647 h 88"/>
                <a:gd name="T14" fmla="*/ 2147483647 w 232"/>
                <a:gd name="T15" fmla="*/ 2147483647 h 88"/>
                <a:gd name="T16" fmla="*/ 2147483647 w 232"/>
                <a:gd name="T17" fmla="*/ 2147483647 h 88"/>
                <a:gd name="T18" fmla="*/ 2147483647 w 232"/>
                <a:gd name="T19" fmla="*/ 0 h 88"/>
                <a:gd name="T20" fmla="*/ 2147483647 w 232"/>
                <a:gd name="T21" fmla="*/ 0 h 88"/>
                <a:gd name="T22" fmla="*/ 2147483647 w 232"/>
                <a:gd name="T23" fmla="*/ 0 h 88"/>
                <a:gd name="T24" fmla="*/ 2147483647 w 232"/>
                <a:gd name="T25" fmla="*/ 2147483647 h 88"/>
                <a:gd name="T26" fmla="*/ 2147483647 w 232"/>
                <a:gd name="T27" fmla="*/ 2147483647 h 88"/>
                <a:gd name="T28" fmla="*/ 2147483647 w 232"/>
                <a:gd name="T29" fmla="*/ 2147483647 h 88"/>
                <a:gd name="T30" fmla="*/ 2147483647 w 232"/>
                <a:gd name="T31" fmla="*/ 0 h 88"/>
                <a:gd name="T32" fmla="*/ 2147483647 w 232"/>
                <a:gd name="T33" fmla="*/ 0 h 88"/>
                <a:gd name="T34" fmla="*/ 2147483647 w 232"/>
                <a:gd name="T35" fmla="*/ 0 h 88"/>
                <a:gd name="T36" fmla="*/ 2147483647 w 232"/>
                <a:gd name="T37" fmla="*/ 0 h 88"/>
                <a:gd name="T38" fmla="*/ 2147483647 w 232"/>
                <a:gd name="T39" fmla="*/ 0 h 88"/>
                <a:gd name="T40" fmla="*/ 2147483647 w 232"/>
                <a:gd name="T41" fmla="*/ 2147483647 h 88"/>
                <a:gd name="T42" fmla="*/ 2147483647 w 232"/>
                <a:gd name="T43" fmla="*/ 2147483647 h 88"/>
                <a:gd name="T44" fmla="*/ 2147483647 w 232"/>
                <a:gd name="T45" fmla="*/ 2147483647 h 88"/>
                <a:gd name="T46" fmla="*/ 2147483647 w 232"/>
                <a:gd name="T47" fmla="*/ 2147483647 h 88"/>
                <a:gd name="T48" fmla="*/ 2147483647 w 232"/>
                <a:gd name="T49" fmla="*/ 2147483647 h 88"/>
                <a:gd name="T50" fmla="*/ 0 w 232"/>
                <a:gd name="T51" fmla="*/ 2147483647 h 88"/>
                <a:gd name="T52" fmla="*/ 2147483647 w 232"/>
                <a:gd name="T53" fmla="*/ 2147483647 h 88"/>
                <a:gd name="T54" fmla="*/ 2147483647 w 232"/>
                <a:gd name="T55" fmla="*/ 2147483647 h 88"/>
                <a:gd name="T56" fmla="*/ 2147483647 w 232"/>
                <a:gd name="T57" fmla="*/ 2147483647 h 88"/>
                <a:gd name="T58" fmla="*/ 2147483647 w 232"/>
                <a:gd name="T59" fmla="*/ 2147483647 h 88"/>
                <a:gd name="T60" fmla="*/ 2147483647 w 232"/>
                <a:gd name="T61" fmla="*/ 2147483647 h 88"/>
                <a:gd name="T62" fmla="*/ 2147483647 w 232"/>
                <a:gd name="T63" fmla="*/ 2147483647 h 88"/>
                <a:gd name="T64" fmla="*/ 2147483647 w 232"/>
                <a:gd name="T65" fmla="*/ 2147483647 h 88"/>
                <a:gd name="T66" fmla="*/ 2147483647 w 232"/>
                <a:gd name="T67" fmla="*/ 2147483647 h 88"/>
                <a:gd name="T68" fmla="*/ 2147483647 w 232"/>
                <a:gd name="T69" fmla="*/ 2147483647 h 8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32"/>
                <a:gd name="T106" fmla="*/ 0 h 88"/>
                <a:gd name="T107" fmla="*/ 232 w 232"/>
                <a:gd name="T108" fmla="*/ 88 h 8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32" h="88">
                  <a:moveTo>
                    <a:pt x="136" y="80"/>
                  </a:moveTo>
                  <a:lnTo>
                    <a:pt x="144" y="80"/>
                  </a:lnTo>
                  <a:lnTo>
                    <a:pt x="184" y="80"/>
                  </a:lnTo>
                  <a:lnTo>
                    <a:pt x="208" y="72"/>
                  </a:lnTo>
                  <a:lnTo>
                    <a:pt x="224" y="72"/>
                  </a:lnTo>
                  <a:lnTo>
                    <a:pt x="232" y="72"/>
                  </a:lnTo>
                  <a:lnTo>
                    <a:pt x="232" y="64"/>
                  </a:lnTo>
                  <a:lnTo>
                    <a:pt x="232" y="32"/>
                  </a:lnTo>
                  <a:lnTo>
                    <a:pt x="216" y="8"/>
                  </a:lnTo>
                  <a:lnTo>
                    <a:pt x="208" y="0"/>
                  </a:lnTo>
                  <a:lnTo>
                    <a:pt x="200" y="0"/>
                  </a:lnTo>
                  <a:lnTo>
                    <a:pt x="192" y="0"/>
                  </a:lnTo>
                  <a:lnTo>
                    <a:pt x="176" y="8"/>
                  </a:lnTo>
                  <a:lnTo>
                    <a:pt x="160" y="8"/>
                  </a:lnTo>
                  <a:lnTo>
                    <a:pt x="152" y="8"/>
                  </a:lnTo>
                  <a:lnTo>
                    <a:pt x="136" y="0"/>
                  </a:lnTo>
                  <a:lnTo>
                    <a:pt x="128" y="0"/>
                  </a:lnTo>
                  <a:lnTo>
                    <a:pt x="96" y="0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64" y="8"/>
                  </a:lnTo>
                  <a:lnTo>
                    <a:pt x="48" y="16"/>
                  </a:lnTo>
                  <a:lnTo>
                    <a:pt x="40" y="8"/>
                  </a:lnTo>
                  <a:lnTo>
                    <a:pt x="32" y="24"/>
                  </a:lnTo>
                  <a:lnTo>
                    <a:pt x="16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16" y="64"/>
                  </a:lnTo>
                  <a:lnTo>
                    <a:pt x="24" y="80"/>
                  </a:lnTo>
                  <a:lnTo>
                    <a:pt x="56" y="80"/>
                  </a:lnTo>
                  <a:lnTo>
                    <a:pt x="64" y="80"/>
                  </a:lnTo>
                  <a:lnTo>
                    <a:pt x="88" y="88"/>
                  </a:lnTo>
                  <a:lnTo>
                    <a:pt x="104" y="80"/>
                  </a:lnTo>
                  <a:lnTo>
                    <a:pt x="120" y="88"/>
                  </a:lnTo>
                  <a:lnTo>
                    <a:pt x="136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8" name="Freeform 609"/>
            <p:cNvSpPr>
              <a:spLocks/>
            </p:cNvSpPr>
            <p:nvPr/>
          </p:nvSpPr>
          <p:spPr bwMode="auto">
            <a:xfrm>
              <a:off x="5062736" y="2896229"/>
              <a:ext cx="118435" cy="107468"/>
            </a:xfrm>
            <a:custGeom>
              <a:avLst/>
              <a:gdLst>
                <a:gd name="T0" fmla="*/ 2147483647 w 88"/>
                <a:gd name="T1" fmla="*/ 2147483647 h 80"/>
                <a:gd name="T2" fmla="*/ 2147483647 w 88"/>
                <a:gd name="T3" fmla="*/ 2147483647 h 80"/>
                <a:gd name="T4" fmla="*/ 2147483647 w 88"/>
                <a:gd name="T5" fmla="*/ 2147483647 h 80"/>
                <a:gd name="T6" fmla="*/ 2147483647 w 88"/>
                <a:gd name="T7" fmla="*/ 2147483647 h 80"/>
                <a:gd name="T8" fmla="*/ 2147483647 w 88"/>
                <a:gd name="T9" fmla="*/ 2147483647 h 80"/>
                <a:gd name="T10" fmla="*/ 2147483647 w 88"/>
                <a:gd name="T11" fmla="*/ 2147483647 h 80"/>
                <a:gd name="T12" fmla="*/ 2147483647 w 88"/>
                <a:gd name="T13" fmla="*/ 0 h 80"/>
                <a:gd name="T14" fmla="*/ 2147483647 w 88"/>
                <a:gd name="T15" fmla="*/ 2147483647 h 80"/>
                <a:gd name="T16" fmla="*/ 2147483647 w 88"/>
                <a:gd name="T17" fmla="*/ 2147483647 h 80"/>
                <a:gd name="T18" fmla="*/ 2147483647 w 88"/>
                <a:gd name="T19" fmla="*/ 2147483647 h 80"/>
                <a:gd name="T20" fmla="*/ 2147483647 w 88"/>
                <a:gd name="T21" fmla="*/ 2147483647 h 80"/>
                <a:gd name="T22" fmla="*/ 2147483647 w 88"/>
                <a:gd name="T23" fmla="*/ 2147483647 h 80"/>
                <a:gd name="T24" fmla="*/ 0 w 88"/>
                <a:gd name="T25" fmla="*/ 2147483647 h 80"/>
                <a:gd name="T26" fmla="*/ 2147483647 w 88"/>
                <a:gd name="T27" fmla="*/ 2147483647 h 80"/>
                <a:gd name="T28" fmla="*/ 2147483647 w 88"/>
                <a:gd name="T29" fmla="*/ 2147483647 h 8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8"/>
                <a:gd name="T46" fmla="*/ 0 h 80"/>
                <a:gd name="T47" fmla="*/ 88 w 88"/>
                <a:gd name="T48" fmla="*/ 80 h 8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8" h="80">
                  <a:moveTo>
                    <a:pt x="16" y="80"/>
                  </a:moveTo>
                  <a:lnTo>
                    <a:pt x="40" y="64"/>
                  </a:lnTo>
                  <a:lnTo>
                    <a:pt x="48" y="64"/>
                  </a:lnTo>
                  <a:lnTo>
                    <a:pt x="72" y="48"/>
                  </a:lnTo>
                  <a:lnTo>
                    <a:pt x="80" y="16"/>
                  </a:lnTo>
                  <a:lnTo>
                    <a:pt x="88" y="8"/>
                  </a:lnTo>
                  <a:lnTo>
                    <a:pt x="88" y="0"/>
                  </a:lnTo>
                  <a:lnTo>
                    <a:pt x="72" y="8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16" y="32"/>
                  </a:lnTo>
                  <a:lnTo>
                    <a:pt x="0" y="72"/>
                  </a:lnTo>
                  <a:lnTo>
                    <a:pt x="8" y="72"/>
                  </a:lnTo>
                  <a:lnTo>
                    <a:pt x="16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9" name="Freeform 610"/>
            <p:cNvSpPr>
              <a:spLocks/>
            </p:cNvSpPr>
            <p:nvPr/>
          </p:nvSpPr>
          <p:spPr bwMode="auto">
            <a:xfrm>
              <a:off x="5041900" y="2981765"/>
              <a:ext cx="85536" cy="75667"/>
            </a:xfrm>
            <a:custGeom>
              <a:avLst/>
              <a:gdLst>
                <a:gd name="T0" fmla="*/ 2147483647 w 64"/>
                <a:gd name="T1" fmla="*/ 2147483647 h 56"/>
                <a:gd name="T2" fmla="*/ 2147483647 w 64"/>
                <a:gd name="T3" fmla="*/ 0 h 56"/>
                <a:gd name="T4" fmla="*/ 2147483647 w 64"/>
                <a:gd name="T5" fmla="*/ 0 h 56"/>
                <a:gd name="T6" fmla="*/ 2147483647 w 64"/>
                <a:gd name="T7" fmla="*/ 2147483647 h 56"/>
                <a:gd name="T8" fmla="*/ 2147483647 w 64"/>
                <a:gd name="T9" fmla="*/ 2147483647 h 56"/>
                <a:gd name="T10" fmla="*/ 2147483647 w 64"/>
                <a:gd name="T11" fmla="*/ 2147483647 h 56"/>
                <a:gd name="T12" fmla="*/ 2147483647 w 64"/>
                <a:gd name="T13" fmla="*/ 2147483647 h 56"/>
                <a:gd name="T14" fmla="*/ 0 w 64"/>
                <a:gd name="T15" fmla="*/ 2147483647 h 56"/>
                <a:gd name="T16" fmla="*/ 2147483647 w 64"/>
                <a:gd name="T17" fmla="*/ 2147483647 h 56"/>
                <a:gd name="T18" fmla="*/ 2147483647 w 64"/>
                <a:gd name="T19" fmla="*/ 2147483647 h 56"/>
                <a:gd name="T20" fmla="*/ 2147483647 w 64"/>
                <a:gd name="T21" fmla="*/ 2147483647 h 56"/>
                <a:gd name="T22" fmla="*/ 2147483647 w 64"/>
                <a:gd name="T23" fmla="*/ 2147483647 h 56"/>
                <a:gd name="T24" fmla="*/ 2147483647 w 64"/>
                <a:gd name="T25" fmla="*/ 2147483647 h 56"/>
                <a:gd name="T26" fmla="*/ 2147483647 w 64"/>
                <a:gd name="T27" fmla="*/ 2147483647 h 56"/>
                <a:gd name="T28" fmla="*/ 2147483647 w 64"/>
                <a:gd name="T29" fmla="*/ 2147483647 h 56"/>
                <a:gd name="T30" fmla="*/ 2147483647 w 64"/>
                <a:gd name="T31" fmla="*/ 2147483647 h 5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4"/>
                <a:gd name="T49" fmla="*/ 0 h 56"/>
                <a:gd name="T50" fmla="*/ 64 w 64"/>
                <a:gd name="T51" fmla="*/ 56 h 5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4" h="56">
                  <a:moveTo>
                    <a:pt x="64" y="16"/>
                  </a:move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24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64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0" name="Freeform 611"/>
            <p:cNvSpPr>
              <a:spLocks/>
            </p:cNvSpPr>
            <p:nvPr/>
          </p:nvSpPr>
          <p:spPr bwMode="auto">
            <a:xfrm>
              <a:off x="5062736" y="2896229"/>
              <a:ext cx="118435" cy="107468"/>
            </a:xfrm>
            <a:custGeom>
              <a:avLst/>
              <a:gdLst>
                <a:gd name="T0" fmla="*/ 2147483647 w 88"/>
                <a:gd name="T1" fmla="*/ 2147483647 h 80"/>
                <a:gd name="T2" fmla="*/ 2147483647 w 88"/>
                <a:gd name="T3" fmla="*/ 2147483647 h 80"/>
                <a:gd name="T4" fmla="*/ 2147483647 w 88"/>
                <a:gd name="T5" fmla="*/ 2147483647 h 80"/>
                <a:gd name="T6" fmla="*/ 2147483647 w 88"/>
                <a:gd name="T7" fmla="*/ 2147483647 h 80"/>
                <a:gd name="T8" fmla="*/ 2147483647 w 88"/>
                <a:gd name="T9" fmla="*/ 2147483647 h 80"/>
                <a:gd name="T10" fmla="*/ 2147483647 w 88"/>
                <a:gd name="T11" fmla="*/ 2147483647 h 80"/>
                <a:gd name="T12" fmla="*/ 2147483647 w 88"/>
                <a:gd name="T13" fmla="*/ 0 h 80"/>
                <a:gd name="T14" fmla="*/ 2147483647 w 88"/>
                <a:gd name="T15" fmla="*/ 2147483647 h 80"/>
                <a:gd name="T16" fmla="*/ 2147483647 w 88"/>
                <a:gd name="T17" fmla="*/ 2147483647 h 80"/>
                <a:gd name="T18" fmla="*/ 2147483647 w 88"/>
                <a:gd name="T19" fmla="*/ 2147483647 h 80"/>
                <a:gd name="T20" fmla="*/ 2147483647 w 88"/>
                <a:gd name="T21" fmla="*/ 2147483647 h 80"/>
                <a:gd name="T22" fmla="*/ 2147483647 w 88"/>
                <a:gd name="T23" fmla="*/ 2147483647 h 80"/>
                <a:gd name="T24" fmla="*/ 2147483647 w 88"/>
                <a:gd name="T25" fmla="*/ 2147483647 h 80"/>
                <a:gd name="T26" fmla="*/ 0 w 88"/>
                <a:gd name="T27" fmla="*/ 2147483647 h 80"/>
                <a:gd name="T28" fmla="*/ 2147483647 w 88"/>
                <a:gd name="T29" fmla="*/ 2147483647 h 80"/>
                <a:gd name="T30" fmla="*/ 2147483647 w 88"/>
                <a:gd name="T31" fmla="*/ 2147483647 h 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88"/>
                <a:gd name="T49" fmla="*/ 0 h 80"/>
                <a:gd name="T50" fmla="*/ 88 w 88"/>
                <a:gd name="T51" fmla="*/ 80 h 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88" h="80">
                  <a:moveTo>
                    <a:pt x="16" y="80"/>
                  </a:moveTo>
                  <a:lnTo>
                    <a:pt x="40" y="64"/>
                  </a:lnTo>
                  <a:lnTo>
                    <a:pt x="48" y="64"/>
                  </a:lnTo>
                  <a:lnTo>
                    <a:pt x="72" y="48"/>
                  </a:lnTo>
                  <a:lnTo>
                    <a:pt x="80" y="16"/>
                  </a:lnTo>
                  <a:lnTo>
                    <a:pt x="88" y="8"/>
                  </a:lnTo>
                  <a:lnTo>
                    <a:pt x="88" y="0"/>
                  </a:lnTo>
                  <a:lnTo>
                    <a:pt x="72" y="8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16" y="32"/>
                  </a:lnTo>
                  <a:lnTo>
                    <a:pt x="0" y="72"/>
                  </a:lnTo>
                  <a:lnTo>
                    <a:pt x="8" y="72"/>
                  </a:lnTo>
                  <a:lnTo>
                    <a:pt x="16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1" name="Freeform 612"/>
            <p:cNvSpPr>
              <a:spLocks/>
            </p:cNvSpPr>
            <p:nvPr/>
          </p:nvSpPr>
          <p:spPr bwMode="auto">
            <a:xfrm>
              <a:off x="5041900" y="2981765"/>
              <a:ext cx="85536" cy="75667"/>
            </a:xfrm>
            <a:custGeom>
              <a:avLst/>
              <a:gdLst>
                <a:gd name="T0" fmla="*/ 2147483647 w 64"/>
                <a:gd name="T1" fmla="*/ 2147483647 h 56"/>
                <a:gd name="T2" fmla="*/ 2147483647 w 64"/>
                <a:gd name="T3" fmla="*/ 0 h 56"/>
                <a:gd name="T4" fmla="*/ 2147483647 w 64"/>
                <a:gd name="T5" fmla="*/ 0 h 56"/>
                <a:gd name="T6" fmla="*/ 2147483647 w 64"/>
                <a:gd name="T7" fmla="*/ 2147483647 h 56"/>
                <a:gd name="T8" fmla="*/ 2147483647 w 64"/>
                <a:gd name="T9" fmla="*/ 2147483647 h 56"/>
                <a:gd name="T10" fmla="*/ 2147483647 w 64"/>
                <a:gd name="T11" fmla="*/ 2147483647 h 56"/>
                <a:gd name="T12" fmla="*/ 2147483647 w 64"/>
                <a:gd name="T13" fmla="*/ 2147483647 h 56"/>
                <a:gd name="T14" fmla="*/ 0 w 64"/>
                <a:gd name="T15" fmla="*/ 2147483647 h 56"/>
                <a:gd name="T16" fmla="*/ 2147483647 w 64"/>
                <a:gd name="T17" fmla="*/ 2147483647 h 56"/>
                <a:gd name="T18" fmla="*/ 2147483647 w 64"/>
                <a:gd name="T19" fmla="*/ 2147483647 h 56"/>
                <a:gd name="T20" fmla="*/ 2147483647 w 64"/>
                <a:gd name="T21" fmla="*/ 2147483647 h 56"/>
                <a:gd name="T22" fmla="*/ 2147483647 w 64"/>
                <a:gd name="T23" fmla="*/ 2147483647 h 56"/>
                <a:gd name="T24" fmla="*/ 2147483647 w 64"/>
                <a:gd name="T25" fmla="*/ 2147483647 h 56"/>
                <a:gd name="T26" fmla="*/ 2147483647 w 64"/>
                <a:gd name="T27" fmla="*/ 2147483647 h 56"/>
                <a:gd name="T28" fmla="*/ 2147483647 w 64"/>
                <a:gd name="T29" fmla="*/ 2147483647 h 56"/>
                <a:gd name="T30" fmla="*/ 2147483647 w 64"/>
                <a:gd name="T31" fmla="*/ 2147483647 h 56"/>
                <a:gd name="T32" fmla="*/ 2147483647 w 64"/>
                <a:gd name="T33" fmla="*/ 2147483647 h 56"/>
                <a:gd name="T34" fmla="*/ 2147483647 w 64"/>
                <a:gd name="T35" fmla="*/ 2147483647 h 56"/>
                <a:gd name="T36" fmla="*/ 2147483647 w 64"/>
                <a:gd name="T37" fmla="*/ 2147483647 h 56"/>
                <a:gd name="T38" fmla="*/ 2147483647 w 64"/>
                <a:gd name="T39" fmla="*/ 2147483647 h 56"/>
                <a:gd name="T40" fmla="*/ 2147483647 w 64"/>
                <a:gd name="T41" fmla="*/ 0 h 56"/>
                <a:gd name="T42" fmla="*/ 2147483647 w 64"/>
                <a:gd name="T43" fmla="*/ 0 h 56"/>
                <a:gd name="T44" fmla="*/ 2147483647 w 64"/>
                <a:gd name="T45" fmla="*/ 2147483647 h 56"/>
                <a:gd name="T46" fmla="*/ 2147483647 w 64"/>
                <a:gd name="T47" fmla="*/ 2147483647 h 56"/>
                <a:gd name="T48" fmla="*/ 2147483647 w 64"/>
                <a:gd name="T49" fmla="*/ 2147483647 h 56"/>
                <a:gd name="T50" fmla="*/ 2147483647 w 64"/>
                <a:gd name="T51" fmla="*/ 2147483647 h 56"/>
                <a:gd name="T52" fmla="*/ 0 w 64"/>
                <a:gd name="T53" fmla="*/ 2147483647 h 56"/>
                <a:gd name="T54" fmla="*/ 2147483647 w 64"/>
                <a:gd name="T55" fmla="*/ 2147483647 h 56"/>
                <a:gd name="T56" fmla="*/ 2147483647 w 64"/>
                <a:gd name="T57" fmla="*/ 2147483647 h 56"/>
                <a:gd name="T58" fmla="*/ 2147483647 w 64"/>
                <a:gd name="T59" fmla="*/ 2147483647 h 56"/>
                <a:gd name="T60" fmla="*/ 2147483647 w 64"/>
                <a:gd name="T61" fmla="*/ 2147483647 h 56"/>
                <a:gd name="T62" fmla="*/ 2147483647 w 64"/>
                <a:gd name="T63" fmla="*/ 2147483647 h 56"/>
                <a:gd name="T64" fmla="*/ 2147483647 w 64"/>
                <a:gd name="T65" fmla="*/ 2147483647 h 56"/>
                <a:gd name="T66" fmla="*/ 2147483647 w 64"/>
                <a:gd name="T67" fmla="*/ 2147483647 h 56"/>
                <a:gd name="T68" fmla="*/ 2147483647 w 64"/>
                <a:gd name="T69" fmla="*/ 2147483647 h 56"/>
                <a:gd name="T70" fmla="*/ 2147483647 w 64"/>
                <a:gd name="T71" fmla="*/ 2147483647 h 56"/>
                <a:gd name="T72" fmla="*/ 2147483647 w 64"/>
                <a:gd name="T73" fmla="*/ 2147483647 h 56"/>
                <a:gd name="T74" fmla="*/ 2147483647 w 64"/>
                <a:gd name="T75" fmla="*/ 2147483647 h 56"/>
                <a:gd name="T76" fmla="*/ 2147483647 w 64"/>
                <a:gd name="T77" fmla="*/ 2147483647 h 5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64"/>
                <a:gd name="T118" fmla="*/ 0 h 56"/>
                <a:gd name="T119" fmla="*/ 64 w 64"/>
                <a:gd name="T120" fmla="*/ 56 h 5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64" h="56">
                  <a:moveTo>
                    <a:pt x="64" y="16"/>
                  </a:move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24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64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24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64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" name="Freeform 613"/>
            <p:cNvSpPr>
              <a:spLocks/>
            </p:cNvSpPr>
            <p:nvPr/>
          </p:nvSpPr>
          <p:spPr bwMode="auto">
            <a:xfrm>
              <a:off x="5342373" y="3132002"/>
              <a:ext cx="85536" cy="53734"/>
            </a:xfrm>
            <a:custGeom>
              <a:avLst/>
              <a:gdLst>
                <a:gd name="T0" fmla="*/ 2147483647 w 64"/>
                <a:gd name="T1" fmla="*/ 2147483647 h 40"/>
                <a:gd name="T2" fmla="*/ 2147483647 w 64"/>
                <a:gd name="T3" fmla="*/ 2147483647 h 40"/>
                <a:gd name="T4" fmla="*/ 2147483647 w 64"/>
                <a:gd name="T5" fmla="*/ 2147483647 h 40"/>
                <a:gd name="T6" fmla="*/ 2147483647 w 64"/>
                <a:gd name="T7" fmla="*/ 2147483647 h 40"/>
                <a:gd name="T8" fmla="*/ 2147483647 w 64"/>
                <a:gd name="T9" fmla="*/ 0 h 40"/>
                <a:gd name="T10" fmla="*/ 2147483647 w 64"/>
                <a:gd name="T11" fmla="*/ 2147483647 h 40"/>
                <a:gd name="T12" fmla="*/ 2147483647 w 64"/>
                <a:gd name="T13" fmla="*/ 0 h 40"/>
                <a:gd name="T14" fmla="*/ 0 w 64"/>
                <a:gd name="T15" fmla="*/ 2147483647 h 40"/>
                <a:gd name="T16" fmla="*/ 2147483647 w 64"/>
                <a:gd name="T17" fmla="*/ 2147483647 h 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4"/>
                <a:gd name="T28" fmla="*/ 0 h 40"/>
                <a:gd name="T29" fmla="*/ 64 w 64"/>
                <a:gd name="T30" fmla="*/ 40 h 4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" h="40">
                  <a:moveTo>
                    <a:pt x="16" y="32"/>
                  </a:moveTo>
                  <a:lnTo>
                    <a:pt x="48" y="40"/>
                  </a:lnTo>
                  <a:lnTo>
                    <a:pt x="56" y="16"/>
                  </a:lnTo>
                  <a:lnTo>
                    <a:pt x="64" y="16"/>
                  </a:lnTo>
                  <a:lnTo>
                    <a:pt x="56" y="0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16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Freeform 614"/>
            <p:cNvSpPr>
              <a:spLocks/>
            </p:cNvSpPr>
            <p:nvPr/>
          </p:nvSpPr>
          <p:spPr bwMode="auto">
            <a:xfrm>
              <a:off x="5353340" y="3153934"/>
              <a:ext cx="128304" cy="150236"/>
            </a:xfrm>
            <a:custGeom>
              <a:avLst/>
              <a:gdLst>
                <a:gd name="T0" fmla="*/ 2147483647 w 96"/>
                <a:gd name="T1" fmla="*/ 2147483647 h 112"/>
                <a:gd name="T2" fmla="*/ 2147483647 w 96"/>
                <a:gd name="T3" fmla="*/ 2147483647 h 112"/>
                <a:gd name="T4" fmla="*/ 2147483647 w 96"/>
                <a:gd name="T5" fmla="*/ 2147483647 h 112"/>
                <a:gd name="T6" fmla="*/ 0 w 96"/>
                <a:gd name="T7" fmla="*/ 2147483647 h 112"/>
                <a:gd name="T8" fmla="*/ 2147483647 w 96"/>
                <a:gd name="T9" fmla="*/ 2147483647 h 112"/>
                <a:gd name="T10" fmla="*/ 2147483647 w 96"/>
                <a:gd name="T11" fmla="*/ 2147483647 h 112"/>
                <a:gd name="T12" fmla="*/ 2147483647 w 96"/>
                <a:gd name="T13" fmla="*/ 2147483647 h 112"/>
                <a:gd name="T14" fmla="*/ 2147483647 w 96"/>
                <a:gd name="T15" fmla="*/ 2147483647 h 112"/>
                <a:gd name="T16" fmla="*/ 2147483647 w 96"/>
                <a:gd name="T17" fmla="*/ 2147483647 h 112"/>
                <a:gd name="T18" fmla="*/ 2147483647 w 96"/>
                <a:gd name="T19" fmla="*/ 2147483647 h 112"/>
                <a:gd name="T20" fmla="*/ 2147483647 w 96"/>
                <a:gd name="T21" fmla="*/ 0 h 112"/>
                <a:gd name="T22" fmla="*/ 2147483647 w 96"/>
                <a:gd name="T23" fmla="*/ 0 h 112"/>
                <a:gd name="T24" fmla="*/ 2147483647 w 96"/>
                <a:gd name="T25" fmla="*/ 0 h 112"/>
                <a:gd name="T26" fmla="*/ 2147483647 w 96"/>
                <a:gd name="T27" fmla="*/ 2147483647 h 1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96"/>
                <a:gd name="T43" fmla="*/ 0 h 112"/>
                <a:gd name="T44" fmla="*/ 96 w 96"/>
                <a:gd name="T45" fmla="*/ 112 h 11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96" h="112">
                  <a:moveTo>
                    <a:pt x="40" y="24"/>
                  </a:moveTo>
                  <a:lnTo>
                    <a:pt x="40" y="48"/>
                  </a:lnTo>
                  <a:lnTo>
                    <a:pt x="16" y="64"/>
                  </a:lnTo>
                  <a:lnTo>
                    <a:pt x="0" y="72"/>
                  </a:lnTo>
                  <a:lnTo>
                    <a:pt x="8" y="80"/>
                  </a:lnTo>
                  <a:lnTo>
                    <a:pt x="16" y="112"/>
                  </a:lnTo>
                  <a:lnTo>
                    <a:pt x="48" y="88"/>
                  </a:lnTo>
                  <a:lnTo>
                    <a:pt x="72" y="56"/>
                  </a:lnTo>
                  <a:lnTo>
                    <a:pt x="80" y="40"/>
                  </a:lnTo>
                  <a:lnTo>
                    <a:pt x="96" y="24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Freeform 615"/>
            <p:cNvSpPr>
              <a:spLocks/>
            </p:cNvSpPr>
            <p:nvPr/>
          </p:nvSpPr>
          <p:spPr bwMode="auto">
            <a:xfrm>
              <a:off x="5192137" y="3250436"/>
              <a:ext cx="182038" cy="107468"/>
            </a:xfrm>
            <a:custGeom>
              <a:avLst/>
              <a:gdLst>
                <a:gd name="T0" fmla="*/ 2147483647 w 136"/>
                <a:gd name="T1" fmla="*/ 0 h 80"/>
                <a:gd name="T2" fmla="*/ 2147483647 w 136"/>
                <a:gd name="T3" fmla="*/ 2147483647 h 80"/>
                <a:gd name="T4" fmla="*/ 2147483647 w 136"/>
                <a:gd name="T5" fmla="*/ 2147483647 h 80"/>
                <a:gd name="T6" fmla="*/ 2147483647 w 136"/>
                <a:gd name="T7" fmla="*/ 2147483647 h 80"/>
                <a:gd name="T8" fmla="*/ 0 w 136"/>
                <a:gd name="T9" fmla="*/ 2147483647 h 80"/>
                <a:gd name="T10" fmla="*/ 2147483647 w 136"/>
                <a:gd name="T11" fmla="*/ 2147483647 h 80"/>
                <a:gd name="T12" fmla="*/ 2147483647 w 136"/>
                <a:gd name="T13" fmla="*/ 2147483647 h 80"/>
                <a:gd name="T14" fmla="*/ 2147483647 w 136"/>
                <a:gd name="T15" fmla="*/ 2147483647 h 80"/>
                <a:gd name="T16" fmla="*/ 2147483647 w 136"/>
                <a:gd name="T17" fmla="*/ 2147483647 h 80"/>
                <a:gd name="T18" fmla="*/ 2147483647 w 136"/>
                <a:gd name="T19" fmla="*/ 2147483647 h 80"/>
                <a:gd name="T20" fmla="*/ 2147483647 w 136"/>
                <a:gd name="T21" fmla="*/ 2147483647 h 80"/>
                <a:gd name="T22" fmla="*/ 2147483647 w 136"/>
                <a:gd name="T23" fmla="*/ 2147483647 h 80"/>
                <a:gd name="T24" fmla="*/ 2147483647 w 136"/>
                <a:gd name="T25" fmla="*/ 2147483647 h 80"/>
                <a:gd name="T26" fmla="*/ 2147483647 w 136"/>
                <a:gd name="T27" fmla="*/ 0 h 8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36"/>
                <a:gd name="T43" fmla="*/ 0 h 80"/>
                <a:gd name="T44" fmla="*/ 136 w 136"/>
                <a:gd name="T45" fmla="*/ 80 h 8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36" h="80">
                  <a:moveTo>
                    <a:pt x="120" y="0"/>
                  </a:moveTo>
                  <a:lnTo>
                    <a:pt x="72" y="16"/>
                  </a:lnTo>
                  <a:lnTo>
                    <a:pt x="56" y="24"/>
                  </a:lnTo>
                  <a:lnTo>
                    <a:pt x="16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24" y="80"/>
                  </a:lnTo>
                  <a:lnTo>
                    <a:pt x="48" y="72"/>
                  </a:lnTo>
                  <a:lnTo>
                    <a:pt x="64" y="72"/>
                  </a:lnTo>
                  <a:lnTo>
                    <a:pt x="80" y="56"/>
                  </a:lnTo>
                  <a:lnTo>
                    <a:pt x="104" y="48"/>
                  </a:lnTo>
                  <a:lnTo>
                    <a:pt x="136" y="40"/>
                  </a:lnTo>
                  <a:lnTo>
                    <a:pt x="128" y="8"/>
                  </a:lnTo>
                  <a:lnTo>
                    <a:pt x="12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5" name="Freeform 616"/>
            <p:cNvSpPr>
              <a:spLocks/>
            </p:cNvSpPr>
            <p:nvPr/>
          </p:nvSpPr>
          <p:spPr bwMode="auto">
            <a:xfrm>
              <a:off x="5062736" y="3003697"/>
              <a:ext cx="344338" cy="289507"/>
            </a:xfrm>
            <a:custGeom>
              <a:avLst/>
              <a:gdLst>
                <a:gd name="T0" fmla="*/ 2147483647 w 256"/>
                <a:gd name="T1" fmla="*/ 2147483647 h 216"/>
                <a:gd name="T2" fmla="*/ 2147483647 w 256"/>
                <a:gd name="T3" fmla="*/ 2147483647 h 216"/>
                <a:gd name="T4" fmla="*/ 2147483647 w 256"/>
                <a:gd name="T5" fmla="*/ 2147483647 h 216"/>
                <a:gd name="T6" fmla="*/ 2147483647 w 256"/>
                <a:gd name="T7" fmla="*/ 2147483647 h 216"/>
                <a:gd name="T8" fmla="*/ 2147483647 w 256"/>
                <a:gd name="T9" fmla="*/ 2147483647 h 216"/>
                <a:gd name="T10" fmla="*/ 2147483647 w 256"/>
                <a:gd name="T11" fmla="*/ 2147483647 h 216"/>
                <a:gd name="T12" fmla="*/ 2147483647 w 256"/>
                <a:gd name="T13" fmla="*/ 2147483647 h 216"/>
                <a:gd name="T14" fmla="*/ 2147483647 w 256"/>
                <a:gd name="T15" fmla="*/ 2147483647 h 216"/>
                <a:gd name="T16" fmla="*/ 2147483647 w 256"/>
                <a:gd name="T17" fmla="*/ 2147483647 h 216"/>
                <a:gd name="T18" fmla="*/ 2147483647 w 256"/>
                <a:gd name="T19" fmla="*/ 2147483647 h 216"/>
                <a:gd name="T20" fmla="*/ 2147483647 w 256"/>
                <a:gd name="T21" fmla="*/ 2147483647 h 216"/>
                <a:gd name="T22" fmla="*/ 2147483647 w 256"/>
                <a:gd name="T23" fmla="*/ 2147483647 h 216"/>
                <a:gd name="T24" fmla="*/ 2147483647 w 256"/>
                <a:gd name="T25" fmla="*/ 0 h 216"/>
                <a:gd name="T26" fmla="*/ 2147483647 w 256"/>
                <a:gd name="T27" fmla="*/ 0 h 216"/>
                <a:gd name="T28" fmla="*/ 2147483647 w 256"/>
                <a:gd name="T29" fmla="*/ 0 h 216"/>
                <a:gd name="T30" fmla="*/ 2147483647 w 256"/>
                <a:gd name="T31" fmla="*/ 2147483647 h 216"/>
                <a:gd name="T32" fmla="*/ 2147483647 w 256"/>
                <a:gd name="T33" fmla="*/ 2147483647 h 216"/>
                <a:gd name="T34" fmla="*/ 2147483647 w 256"/>
                <a:gd name="T35" fmla="*/ 2147483647 h 216"/>
                <a:gd name="T36" fmla="*/ 2147483647 w 256"/>
                <a:gd name="T37" fmla="*/ 2147483647 h 216"/>
                <a:gd name="T38" fmla="*/ 2147483647 w 256"/>
                <a:gd name="T39" fmla="*/ 2147483647 h 216"/>
                <a:gd name="T40" fmla="*/ 0 w 256"/>
                <a:gd name="T41" fmla="*/ 2147483647 h 216"/>
                <a:gd name="T42" fmla="*/ 2147483647 w 256"/>
                <a:gd name="T43" fmla="*/ 2147483647 h 216"/>
                <a:gd name="T44" fmla="*/ 2147483647 w 256"/>
                <a:gd name="T45" fmla="*/ 2147483647 h 216"/>
                <a:gd name="T46" fmla="*/ 2147483647 w 256"/>
                <a:gd name="T47" fmla="*/ 2147483647 h 216"/>
                <a:gd name="T48" fmla="*/ 2147483647 w 256"/>
                <a:gd name="T49" fmla="*/ 2147483647 h 216"/>
                <a:gd name="T50" fmla="*/ 2147483647 w 256"/>
                <a:gd name="T51" fmla="*/ 2147483647 h 216"/>
                <a:gd name="T52" fmla="*/ 2147483647 w 256"/>
                <a:gd name="T53" fmla="*/ 2147483647 h 216"/>
                <a:gd name="T54" fmla="*/ 2147483647 w 256"/>
                <a:gd name="T55" fmla="*/ 2147483647 h 216"/>
                <a:gd name="T56" fmla="*/ 2147483647 w 256"/>
                <a:gd name="T57" fmla="*/ 2147483647 h 216"/>
                <a:gd name="T58" fmla="*/ 2147483647 w 256"/>
                <a:gd name="T59" fmla="*/ 2147483647 h 216"/>
                <a:gd name="T60" fmla="*/ 2147483647 w 256"/>
                <a:gd name="T61" fmla="*/ 2147483647 h 216"/>
                <a:gd name="T62" fmla="*/ 2147483647 w 256"/>
                <a:gd name="T63" fmla="*/ 2147483647 h 216"/>
                <a:gd name="T64" fmla="*/ 2147483647 w 256"/>
                <a:gd name="T65" fmla="*/ 2147483647 h 21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56"/>
                <a:gd name="T100" fmla="*/ 0 h 216"/>
                <a:gd name="T101" fmla="*/ 256 w 256"/>
                <a:gd name="T102" fmla="*/ 216 h 21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56" h="216">
                  <a:moveTo>
                    <a:pt x="256" y="136"/>
                  </a:moveTo>
                  <a:lnTo>
                    <a:pt x="224" y="128"/>
                  </a:lnTo>
                  <a:lnTo>
                    <a:pt x="208" y="112"/>
                  </a:lnTo>
                  <a:lnTo>
                    <a:pt x="216" y="96"/>
                  </a:lnTo>
                  <a:lnTo>
                    <a:pt x="208" y="96"/>
                  </a:lnTo>
                  <a:lnTo>
                    <a:pt x="192" y="88"/>
                  </a:lnTo>
                  <a:lnTo>
                    <a:pt x="184" y="64"/>
                  </a:lnTo>
                  <a:lnTo>
                    <a:pt x="168" y="48"/>
                  </a:lnTo>
                  <a:lnTo>
                    <a:pt x="160" y="48"/>
                  </a:lnTo>
                  <a:lnTo>
                    <a:pt x="144" y="40"/>
                  </a:lnTo>
                  <a:lnTo>
                    <a:pt x="112" y="32"/>
                  </a:lnTo>
                  <a:lnTo>
                    <a:pt x="104" y="24"/>
                  </a:lnTo>
                  <a:lnTo>
                    <a:pt x="64" y="0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24" y="8"/>
                  </a:lnTo>
                  <a:lnTo>
                    <a:pt x="32" y="24"/>
                  </a:lnTo>
                  <a:lnTo>
                    <a:pt x="32" y="32"/>
                  </a:lnTo>
                  <a:lnTo>
                    <a:pt x="16" y="32"/>
                  </a:lnTo>
                  <a:lnTo>
                    <a:pt x="8" y="40"/>
                  </a:lnTo>
                  <a:lnTo>
                    <a:pt x="0" y="40"/>
                  </a:lnTo>
                  <a:lnTo>
                    <a:pt x="8" y="56"/>
                  </a:lnTo>
                  <a:lnTo>
                    <a:pt x="40" y="112"/>
                  </a:lnTo>
                  <a:lnTo>
                    <a:pt x="56" y="128"/>
                  </a:lnTo>
                  <a:lnTo>
                    <a:pt x="64" y="152"/>
                  </a:lnTo>
                  <a:lnTo>
                    <a:pt x="72" y="184"/>
                  </a:lnTo>
                  <a:lnTo>
                    <a:pt x="96" y="208"/>
                  </a:lnTo>
                  <a:lnTo>
                    <a:pt x="96" y="216"/>
                  </a:lnTo>
                  <a:lnTo>
                    <a:pt x="112" y="208"/>
                  </a:lnTo>
                  <a:lnTo>
                    <a:pt x="152" y="208"/>
                  </a:lnTo>
                  <a:lnTo>
                    <a:pt x="168" y="200"/>
                  </a:lnTo>
                  <a:lnTo>
                    <a:pt x="216" y="184"/>
                  </a:lnTo>
                  <a:lnTo>
                    <a:pt x="256" y="13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6" name="Freeform 617"/>
            <p:cNvSpPr>
              <a:spLocks/>
            </p:cNvSpPr>
            <p:nvPr/>
          </p:nvSpPr>
          <p:spPr bwMode="auto">
            <a:xfrm>
              <a:off x="5353340" y="3185735"/>
              <a:ext cx="53734" cy="64701"/>
            </a:xfrm>
            <a:custGeom>
              <a:avLst/>
              <a:gdLst>
                <a:gd name="T0" fmla="*/ 0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0 h 48"/>
                <a:gd name="T8" fmla="*/ 0 w 40"/>
                <a:gd name="T9" fmla="*/ 2147483647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48"/>
                <a:gd name="T17" fmla="*/ 40 w 40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48">
                  <a:moveTo>
                    <a:pt x="0" y="48"/>
                  </a:moveTo>
                  <a:lnTo>
                    <a:pt x="16" y="40"/>
                  </a:lnTo>
                  <a:lnTo>
                    <a:pt x="40" y="24"/>
                  </a:lnTo>
                  <a:lnTo>
                    <a:pt x="40" y="0"/>
                  </a:lnTo>
                  <a:lnTo>
                    <a:pt x="0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618"/>
            <p:cNvSpPr>
              <a:spLocks/>
            </p:cNvSpPr>
            <p:nvPr/>
          </p:nvSpPr>
          <p:spPr bwMode="auto">
            <a:xfrm>
              <a:off x="5127437" y="2896229"/>
              <a:ext cx="172168" cy="171072"/>
            </a:xfrm>
            <a:custGeom>
              <a:avLst/>
              <a:gdLst>
                <a:gd name="T0" fmla="*/ 2147483647 w 128"/>
                <a:gd name="T1" fmla="*/ 2147483647 h 128"/>
                <a:gd name="T2" fmla="*/ 2147483647 w 128"/>
                <a:gd name="T3" fmla="*/ 2147483647 h 128"/>
                <a:gd name="T4" fmla="*/ 2147483647 w 128"/>
                <a:gd name="T5" fmla="*/ 2147483647 h 128"/>
                <a:gd name="T6" fmla="*/ 2147483647 w 128"/>
                <a:gd name="T7" fmla="*/ 2147483647 h 128"/>
                <a:gd name="T8" fmla="*/ 2147483647 w 128"/>
                <a:gd name="T9" fmla="*/ 0 h 128"/>
                <a:gd name="T10" fmla="*/ 2147483647 w 128"/>
                <a:gd name="T11" fmla="*/ 0 h 128"/>
                <a:gd name="T12" fmla="*/ 2147483647 w 128"/>
                <a:gd name="T13" fmla="*/ 0 h 128"/>
                <a:gd name="T14" fmla="*/ 2147483647 w 128"/>
                <a:gd name="T15" fmla="*/ 0 h 128"/>
                <a:gd name="T16" fmla="*/ 2147483647 w 128"/>
                <a:gd name="T17" fmla="*/ 2147483647 h 128"/>
                <a:gd name="T18" fmla="*/ 2147483647 w 128"/>
                <a:gd name="T19" fmla="*/ 2147483647 h 128"/>
                <a:gd name="T20" fmla="*/ 2147483647 w 128"/>
                <a:gd name="T21" fmla="*/ 2147483647 h 128"/>
                <a:gd name="T22" fmla="*/ 0 w 128"/>
                <a:gd name="T23" fmla="*/ 2147483647 h 128"/>
                <a:gd name="T24" fmla="*/ 0 w 128"/>
                <a:gd name="T25" fmla="*/ 2147483647 h 128"/>
                <a:gd name="T26" fmla="*/ 2147483647 w 128"/>
                <a:gd name="T27" fmla="*/ 2147483647 h 128"/>
                <a:gd name="T28" fmla="*/ 2147483647 w 128"/>
                <a:gd name="T29" fmla="*/ 2147483647 h 128"/>
                <a:gd name="T30" fmla="*/ 2147483647 w 128"/>
                <a:gd name="T31" fmla="*/ 2147483647 h 128"/>
                <a:gd name="T32" fmla="*/ 2147483647 w 128"/>
                <a:gd name="T33" fmla="*/ 2147483647 h 128"/>
                <a:gd name="T34" fmla="*/ 2147483647 w 128"/>
                <a:gd name="T35" fmla="*/ 2147483647 h 128"/>
                <a:gd name="T36" fmla="*/ 2147483647 w 128"/>
                <a:gd name="T37" fmla="*/ 2147483647 h 128"/>
                <a:gd name="T38" fmla="*/ 2147483647 w 128"/>
                <a:gd name="T39" fmla="*/ 2147483647 h 128"/>
                <a:gd name="T40" fmla="*/ 2147483647 w 128"/>
                <a:gd name="T41" fmla="*/ 2147483647 h 128"/>
                <a:gd name="T42" fmla="*/ 2147483647 w 128"/>
                <a:gd name="T43" fmla="*/ 2147483647 h 128"/>
                <a:gd name="T44" fmla="*/ 2147483647 w 128"/>
                <a:gd name="T45" fmla="*/ 2147483647 h 12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8"/>
                <a:gd name="T70" fmla="*/ 0 h 128"/>
                <a:gd name="T71" fmla="*/ 128 w 128"/>
                <a:gd name="T72" fmla="*/ 128 h 12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8" h="128">
                  <a:moveTo>
                    <a:pt x="112" y="80"/>
                  </a:moveTo>
                  <a:lnTo>
                    <a:pt x="88" y="56"/>
                  </a:lnTo>
                  <a:lnTo>
                    <a:pt x="88" y="40"/>
                  </a:lnTo>
                  <a:lnTo>
                    <a:pt x="88" y="24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32" y="16"/>
                  </a:lnTo>
                  <a:lnTo>
                    <a:pt x="24" y="48"/>
                  </a:lnTo>
                  <a:lnTo>
                    <a:pt x="0" y="64"/>
                  </a:lnTo>
                  <a:lnTo>
                    <a:pt x="0" y="80"/>
                  </a:lnTo>
                  <a:lnTo>
                    <a:pt x="16" y="80"/>
                  </a:lnTo>
                  <a:lnTo>
                    <a:pt x="56" y="104"/>
                  </a:lnTo>
                  <a:lnTo>
                    <a:pt x="64" y="112"/>
                  </a:lnTo>
                  <a:lnTo>
                    <a:pt x="96" y="120"/>
                  </a:lnTo>
                  <a:lnTo>
                    <a:pt x="112" y="128"/>
                  </a:lnTo>
                  <a:lnTo>
                    <a:pt x="120" y="128"/>
                  </a:lnTo>
                  <a:lnTo>
                    <a:pt x="120" y="120"/>
                  </a:lnTo>
                  <a:lnTo>
                    <a:pt x="128" y="112"/>
                  </a:lnTo>
                  <a:lnTo>
                    <a:pt x="120" y="96"/>
                  </a:lnTo>
                  <a:lnTo>
                    <a:pt x="112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8" name="Freeform 619"/>
            <p:cNvSpPr>
              <a:spLocks/>
            </p:cNvSpPr>
            <p:nvPr/>
          </p:nvSpPr>
          <p:spPr bwMode="auto">
            <a:xfrm>
              <a:off x="5342373" y="3132002"/>
              <a:ext cx="85536" cy="53734"/>
            </a:xfrm>
            <a:custGeom>
              <a:avLst/>
              <a:gdLst>
                <a:gd name="T0" fmla="*/ 2147483647 w 64"/>
                <a:gd name="T1" fmla="*/ 2147483647 h 40"/>
                <a:gd name="T2" fmla="*/ 2147483647 w 64"/>
                <a:gd name="T3" fmla="*/ 2147483647 h 40"/>
                <a:gd name="T4" fmla="*/ 2147483647 w 64"/>
                <a:gd name="T5" fmla="*/ 2147483647 h 40"/>
                <a:gd name="T6" fmla="*/ 2147483647 w 64"/>
                <a:gd name="T7" fmla="*/ 2147483647 h 40"/>
                <a:gd name="T8" fmla="*/ 2147483647 w 64"/>
                <a:gd name="T9" fmla="*/ 0 h 40"/>
                <a:gd name="T10" fmla="*/ 2147483647 w 64"/>
                <a:gd name="T11" fmla="*/ 2147483647 h 40"/>
                <a:gd name="T12" fmla="*/ 2147483647 w 64"/>
                <a:gd name="T13" fmla="*/ 0 h 40"/>
                <a:gd name="T14" fmla="*/ 0 w 64"/>
                <a:gd name="T15" fmla="*/ 2147483647 h 40"/>
                <a:gd name="T16" fmla="*/ 2147483647 w 64"/>
                <a:gd name="T17" fmla="*/ 2147483647 h 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4"/>
                <a:gd name="T28" fmla="*/ 0 h 40"/>
                <a:gd name="T29" fmla="*/ 64 w 64"/>
                <a:gd name="T30" fmla="*/ 40 h 4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" h="40">
                  <a:moveTo>
                    <a:pt x="16" y="32"/>
                  </a:moveTo>
                  <a:lnTo>
                    <a:pt x="48" y="40"/>
                  </a:lnTo>
                  <a:lnTo>
                    <a:pt x="56" y="16"/>
                  </a:lnTo>
                  <a:lnTo>
                    <a:pt x="64" y="16"/>
                  </a:lnTo>
                  <a:lnTo>
                    <a:pt x="56" y="0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16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9" name="Freeform 620"/>
            <p:cNvSpPr>
              <a:spLocks/>
            </p:cNvSpPr>
            <p:nvPr/>
          </p:nvSpPr>
          <p:spPr bwMode="auto">
            <a:xfrm>
              <a:off x="5127437" y="2896229"/>
              <a:ext cx="172168" cy="171072"/>
            </a:xfrm>
            <a:custGeom>
              <a:avLst/>
              <a:gdLst>
                <a:gd name="T0" fmla="*/ 2147483647 w 128"/>
                <a:gd name="T1" fmla="*/ 2147483647 h 128"/>
                <a:gd name="T2" fmla="*/ 2147483647 w 128"/>
                <a:gd name="T3" fmla="*/ 2147483647 h 128"/>
                <a:gd name="T4" fmla="*/ 2147483647 w 128"/>
                <a:gd name="T5" fmla="*/ 2147483647 h 128"/>
                <a:gd name="T6" fmla="*/ 2147483647 w 128"/>
                <a:gd name="T7" fmla="*/ 2147483647 h 128"/>
                <a:gd name="T8" fmla="*/ 2147483647 w 128"/>
                <a:gd name="T9" fmla="*/ 0 h 128"/>
                <a:gd name="T10" fmla="*/ 2147483647 w 128"/>
                <a:gd name="T11" fmla="*/ 0 h 128"/>
                <a:gd name="T12" fmla="*/ 2147483647 w 128"/>
                <a:gd name="T13" fmla="*/ 0 h 128"/>
                <a:gd name="T14" fmla="*/ 2147483647 w 128"/>
                <a:gd name="T15" fmla="*/ 0 h 128"/>
                <a:gd name="T16" fmla="*/ 2147483647 w 128"/>
                <a:gd name="T17" fmla="*/ 2147483647 h 128"/>
                <a:gd name="T18" fmla="*/ 2147483647 w 128"/>
                <a:gd name="T19" fmla="*/ 2147483647 h 128"/>
                <a:gd name="T20" fmla="*/ 2147483647 w 128"/>
                <a:gd name="T21" fmla="*/ 2147483647 h 128"/>
                <a:gd name="T22" fmla="*/ 0 w 128"/>
                <a:gd name="T23" fmla="*/ 2147483647 h 128"/>
                <a:gd name="T24" fmla="*/ 0 w 128"/>
                <a:gd name="T25" fmla="*/ 2147483647 h 128"/>
                <a:gd name="T26" fmla="*/ 2147483647 w 128"/>
                <a:gd name="T27" fmla="*/ 2147483647 h 128"/>
                <a:gd name="T28" fmla="*/ 2147483647 w 128"/>
                <a:gd name="T29" fmla="*/ 2147483647 h 128"/>
                <a:gd name="T30" fmla="*/ 2147483647 w 128"/>
                <a:gd name="T31" fmla="*/ 2147483647 h 128"/>
                <a:gd name="T32" fmla="*/ 2147483647 w 128"/>
                <a:gd name="T33" fmla="*/ 2147483647 h 128"/>
                <a:gd name="T34" fmla="*/ 2147483647 w 128"/>
                <a:gd name="T35" fmla="*/ 2147483647 h 128"/>
                <a:gd name="T36" fmla="*/ 2147483647 w 128"/>
                <a:gd name="T37" fmla="*/ 2147483647 h 128"/>
                <a:gd name="T38" fmla="*/ 2147483647 w 128"/>
                <a:gd name="T39" fmla="*/ 2147483647 h 128"/>
                <a:gd name="T40" fmla="*/ 2147483647 w 128"/>
                <a:gd name="T41" fmla="*/ 2147483647 h 128"/>
                <a:gd name="T42" fmla="*/ 2147483647 w 128"/>
                <a:gd name="T43" fmla="*/ 2147483647 h 128"/>
                <a:gd name="T44" fmla="*/ 2147483647 w 128"/>
                <a:gd name="T45" fmla="*/ 2147483647 h 12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8"/>
                <a:gd name="T70" fmla="*/ 0 h 128"/>
                <a:gd name="T71" fmla="*/ 128 w 128"/>
                <a:gd name="T72" fmla="*/ 128 h 12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8" h="128">
                  <a:moveTo>
                    <a:pt x="112" y="80"/>
                  </a:moveTo>
                  <a:lnTo>
                    <a:pt x="88" y="56"/>
                  </a:lnTo>
                  <a:lnTo>
                    <a:pt x="88" y="40"/>
                  </a:lnTo>
                  <a:lnTo>
                    <a:pt x="88" y="24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32" y="16"/>
                  </a:lnTo>
                  <a:lnTo>
                    <a:pt x="24" y="48"/>
                  </a:lnTo>
                  <a:lnTo>
                    <a:pt x="0" y="64"/>
                  </a:lnTo>
                  <a:lnTo>
                    <a:pt x="0" y="80"/>
                  </a:lnTo>
                  <a:lnTo>
                    <a:pt x="16" y="80"/>
                  </a:lnTo>
                  <a:lnTo>
                    <a:pt x="56" y="104"/>
                  </a:lnTo>
                  <a:lnTo>
                    <a:pt x="64" y="112"/>
                  </a:lnTo>
                  <a:lnTo>
                    <a:pt x="96" y="120"/>
                  </a:lnTo>
                  <a:lnTo>
                    <a:pt x="112" y="128"/>
                  </a:lnTo>
                  <a:lnTo>
                    <a:pt x="120" y="128"/>
                  </a:lnTo>
                  <a:lnTo>
                    <a:pt x="120" y="120"/>
                  </a:lnTo>
                  <a:lnTo>
                    <a:pt x="128" y="112"/>
                  </a:lnTo>
                  <a:lnTo>
                    <a:pt x="120" y="96"/>
                  </a:lnTo>
                  <a:lnTo>
                    <a:pt x="112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0" name="Freeform 621"/>
            <p:cNvSpPr>
              <a:spLocks/>
            </p:cNvSpPr>
            <p:nvPr/>
          </p:nvSpPr>
          <p:spPr bwMode="auto">
            <a:xfrm>
              <a:off x="5223939" y="2842495"/>
              <a:ext cx="322405" cy="300473"/>
            </a:xfrm>
            <a:custGeom>
              <a:avLst/>
              <a:gdLst>
                <a:gd name="T0" fmla="*/ 2147483647 w 240"/>
                <a:gd name="T1" fmla="*/ 2147483647 h 224"/>
                <a:gd name="T2" fmla="*/ 2147483647 w 240"/>
                <a:gd name="T3" fmla="*/ 2147483647 h 224"/>
                <a:gd name="T4" fmla="*/ 2147483647 w 240"/>
                <a:gd name="T5" fmla="*/ 2147483647 h 224"/>
                <a:gd name="T6" fmla="*/ 2147483647 w 240"/>
                <a:gd name="T7" fmla="*/ 2147483647 h 224"/>
                <a:gd name="T8" fmla="*/ 2147483647 w 240"/>
                <a:gd name="T9" fmla="*/ 2147483647 h 224"/>
                <a:gd name="T10" fmla="*/ 2147483647 w 240"/>
                <a:gd name="T11" fmla="*/ 2147483647 h 224"/>
                <a:gd name="T12" fmla="*/ 2147483647 w 240"/>
                <a:gd name="T13" fmla="*/ 2147483647 h 224"/>
                <a:gd name="T14" fmla="*/ 2147483647 w 240"/>
                <a:gd name="T15" fmla="*/ 2147483647 h 224"/>
                <a:gd name="T16" fmla="*/ 2147483647 w 240"/>
                <a:gd name="T17" fmla="*/ 2147483647 h 224"/>
                <a:gd name="T18" fmla="*/ 2147483647 w 240"/>
                <a:gd name="T19" fmla="*/ 2147483647 h 224"/>
                <a:gd name="T20" fmla="*/ 2147483647 w 240"/>
                <a:gd name="T21" fmla="*/ 2147483647 h 224"/>
                <a:gd name="T22" fmla="*/ 2147483647 w 240"/>
                <a:gd name="T23" fmla="*/ 2147483647 h 224"/>
                <a:gd name="T24" fmla="*/ 2147483647 w 240"/>
                <a:gd name="T25" fmla="*/ 2147483647 h 224"/>
                <a:gd name="T26" fmla="*/ 2147483647 w 240"/>
                <a:gd name="T27" fmla="*/ 2147483647 h 224"/>
                <a:gd name="T28" fmla="*/ 2147483647 w 240"/>
                <a:gd name="T29" fmla="*/ 2147483647 h 224"/>
                <a:gd name="T30" fmla="*/ 2147483647 w 240"/>
                <a:gd name="T31" fmla="*/ 2147483647 h 224"/>
                <a:gd name="T32" fmla="*/ 2147483647 w 240"/>
                <a:gd name="T33" fmla="*/ 2147483647 h 224"/>
                <a:gd name="T34" fmla="*/ 2147483647 w 240"/>
                <a:gd name="T35" fmla="*/ 2147483647 h 224"/>
                <a:gd name="T36" fmla="*/ 2147483647 w 240"/>
                <a:gd name="T37" fmla="*/ 2147483647 h 224"/>
                <a:gd name="T38" fmla="*/ 2147483647 w 240"/>
                <a:gd name="T39" fmla="*/ 0 h 224"/>
                <a:gd name="T40" fmla="*/ 2147483647 w 240"/>
                <a:gd name="T41" fmla="*/ 2147483647 h 224"/>
                <a:gd name="T42" fmla="*/ 2147483647 w 240"/>
                <a:gd name="T43" fmla="*/ 2147483647 h 224"/>
                <a:gd name="T44" fmla="*/ 0 w 240"/>
                <a:gd name="T45" fmla="*/ 0 h 224"/>
                <a:gd name="T46" fmla="*/ 0 w 240"/>
                <a:gd name="T47" fmla="*/ 2147483647 h 224"/>
                <a:gd name="T48" fmla="*/ 0 w 240"/>
                <a:gd name="T49" fmla="*/ 2147483647 h 224"/>
                <a:gd name="T50" fmla="*/ 2147483647 w 240"/>
                <a:gd name="T51" fmla="*/ 2147483647 h 224"/>
                <a:gd name="T52" fmla="*/ 2147483647 w 240"/>
                <a:gd name="T53" fmla="*/ 2147483647 h 224"/>
                <a:gd name="T54" fmla="*/ 2147483647 w 240"/>
                <a:gd name="T55" fmla="*/ 2147483647 h 224"/>
                <a:gd name="T56" fmla="*/ 2147483647 w 240"/>
                <a:gd name="T57" fmla="*/ 2147483647 h 224"/>
                <a:gd name="T58" fmla="*/ 2147483647 w 240"/>
                <a:gd name="T59" fmla="*/ 2147483647 h 224"/>
                <a:gd name="T60" fmla="*/ 2147483647 w 240"/>
                <a:gd name="T61" fmla="*/ 2147483647 h 224"/>
                <a:gd name="T62" fmla="*/ 2147483647 w 240"/>
                <a:gd name="T63" fmla="*/ 2147483647 h 224"/>
                <a:gd name="T64" fmla="*/ 2147483647 w 240"/>
                <a:gd name="T65" fmla="*/ 2147483647 h 224"/>
                <a:gd name="T66" fmla="*/ 2147483647 w 240"/>
                <a:gd name="T67" fmla="*/ 2147483647 h 224"/>
                <a:gd name="T68" fmla="*/ 2147483647 w 240"/>
                <a:gd name="T69" fmla="*/ 2147483647 h 224"/>
                <a:gd name="T70" fmla="*/ 2147483647 w 240"/>
                <a:gd name="T71" fmla="*/ 2147483647 h 224"/>
                <a:gd name="T72" fmla="*/ 2147483647 w 240"/>
                <a:gd name="T73" fmla="*/ 2147483647 h 224"/>
                <a:gd name="T74" fmla="*/ 2147483647 w 240"/>
                <a:gd name="T75" fmla="*/ 2147483647 h 224"/>
                <a:gd name="T76" fmla="*/ 2147483647 w 240"/>
                <a:gd name="T77" fmla="*/ 2147483647 h 224"/>
                <a:gd name="T78" fmla="*/ 2147483647 w 240"/>
                <a:gd name="T79" fmla="*/ 2147483647 h 224"/>
                <a:gd name="T80" fmla="*/ 2147483647 w 240"/>
                <a:gd name="T81" fmla="*/ 2147483647 h 224"/>
                <a:gd name="T82" fmla="*/ 2147483647 w 240"/>
                <a:gd name="T83" fmla="*/ 2147483647 h 224"/>
                <a:gd name="T84" fmla="*/ 2147483647 w 240"/>
                <a:gd name="T85" fmla="*/ 2147483647 h 224"/>
                <a:gd name="T86" fmla="*/ 2147483647 w 240"/>
                <a:gd name="T87" fmla="*/ 2147483647 h 224"/>
                <a:gd name="T88" fmla="*/ 2147483647 w 240"/>
                <a:gd name="T89" fmla="*/ 2147483647 h 224"/>
                <a:gd name="T90" fmla="*/ 2147483647 w 240"/>
                <a:gd name="T91" fmla="*/ 2147483647 h 22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240"/>
                <a:gd name="T139" fmla="*/ 0 h 224"/>
                <a:gd name="T140" fmla="*/ 240 w 240"/>
                <a:gd name="T141" fmla="*/ 224 h 224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240" h="224">
                  <a:moveTo>
                    <a:pt x="208" y="152"/>
                  </a:moveTo>
                  <a:lnTo>
                    <a:pt x="216" y="128"/>
                  </a:lnTo>
                  <a:lnTo>
                    <a:pt x="200" y="120"/>
                  </a:lnTo>
                  <a:lnTo>
                    <a:pt x="200" y="104"/>
                  </a:lnTo>
                  <a:lnTo>
                    <a:pt x="208" y="88"/>
                  </a:lnTo>
                  <a:lnTo>
                    <a:pt x="208" y="48"/>
                  </a:lnTo>
                  <a:lnTo>
                    <a:pt x="192" y="48"/>
                  </a:lnTo>
                  <a:lnTo>
                    <a:pt x="176" y="32"/>
                  </a:lnTo>
                  <a:lnTo>
                    <a:pt x="160" y="24"/>
                  </a:lnTo>
                  <a:lnTo>
                    <a:pt x="144" y="24"/>
                  </a:lnTo>
                  <a:lnTo>
                    <a:pt x="120" y="32"/>
                  </a:lnTo>
                  <a:lnTo>
                    <a:pt x="120" y="40"/>
                  </a:lnTo>
                  <a:lnTo>
                    <a:pt x="104" y="48"/>
                  </a:lnTo>
                  <a:lnTo>
                    <a:pt x="88" y="48"/>
                  </a:lnTo>
                  <a:lnTo>
                    <a:pt x="72" y="40"/>
                  </a:lnTo>
                  <a:lnTo>
                    <a:pt x="56" y="40"/>
                  </a:lnTo>
                  <a:lnTo>
                    <a:pt x="56" y="24"/>
                  </a:lnTo>
                  <a:lnTo>
                    <a:pt x="48" y="16"/>
                  </a:lnTo>
                  <a:lnTo>
                    <a:pt x="48" y="8"/>
                  </a:lnTo>
                  <a:lnTo>
                    <a:pt x="40" y="0"/>
                  </a:lnTo>
                  <a:lnTo>
                    <a:pt x="24" y="16"/>
                  </a:lnTo>
                  <a:lnTo>
                    <a:pt x="8" y="8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16" y="64"/>
                  </a:lnTo>
                  <a:lnTo>
                    <a:pt x="16" y="80"/>
                  </a:lnTo>
                  <a:lnTo>
                    <a:pt x="16" y="96"/>
                  </a:lnTo>
                  <a:lnTo>
                    <a:pt x="40" y="120"/>
                  </a:lnTo>
                  <a:lnTo>
                    <a:pt x="48" y="136"/>
                  </a:lnTo>
                  <a:lnTo>
                    <a:pt x="56" y="152"/>
                  </a:lnTo>
                  <a:lnTo>
                    <a:pt x="56" y="144"/>
                  </a:lnTo>
                  <a:lnTo>
                    <a:pt x="72" y="160"/>
                  </a:lnTo>
                  <a:lnTo>
                    <a:pt x="88" y="176"/>
                  </a:lnTo>
                  <a:lnTo>
                    <a:pt x="112" y="192"/>
                  </a:lnTo>
                  <a:lnTo>
                    <a:pt x="136" y="200"/>
                  </a:lnTo>
                  <a:lnTo>
                    <a:pt x="152" y="192"/>
                  </a:lnTo>
                  <a:lnTo>
                    <a:pt x="168" y="208"/>
                  </a:lnTo>
                  <a:lnTo>
                    <a:pt x="208" y="224"/>
                  </a:lnTo>
                  <a:lnTo>
                    <a:pt x="216" y="224"/>
                  </a:lnTo>
                  <a:lnTo>
                    <a:pt x="216" y="208"/>
                  </a:lnTo>
                  <a:lnTo>
                    <a:pt x="240" y="200"/>
                  </a:lnTo>
                  <a:lnTo>
                    <a:pt x="232" y="184"/>
                  </a:lnTo>
                  <a:lnTo>
                    <a:pt x="232" y="176"/>
                  </a:lnTo>
                  <a:lnTo>
                    <a:pt x="216" y="160"/>
                  </a:lnTo>
                  <a:lnTo>
                    <a:pt x="208" y="15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Freeform 622"/>
            <p:cNvSpPr>
              <a:spLocks/>
            </p:cNvSpPr>
            <p:nvPr/>
          </p:nvSpPr>
          <p:spPr bwMode="auto">
            <a:xfrm>
              <a:off x="5503576" y="2907195"/>
              <a:ext cx="278541" cy="256608"/>
            </a:xfrm>
            <a:custGeom>
              <a:avLst/>
              <a:gdLst>
                <a:gd name="T0" fmla="*/ 2147483647 w 208"/>
                <a:gd name="T1" fmla="*/ 2147483647 h 192"/>
                <a:gd name="T2" fmla="*/ 2147483647 w 208"/>
                <a:gd name="T3" fmla="*/ 2147483647 h 192"/>
                <a:gd name="T4" fmla="*/ 2147483647 w 208"/>
                <a:gd name="T5" fmla="*/ 2147483647 h 192"/>
                <a:gd name="T6" fmla="*/ 2147483647 w 208"/>
                <a:gd name="T7" fmla="*/ 2147483647 h 192"/>
                <a:gd name="T8" fmla="*/ 2147483647 w 208"/>
                <a:gd name="T9" fmla="*/ 2147483647 h 192"/>
                <a:gd name="T10" fmla="*/ 2147483647 w 208"/>
                <a:gd name="T11" fmla="*/ 2147483647 h 192"/>
                <a:gd name="T12" fmla="*/ 2147483647 w 208"/>
                <a:gd name="T13" fmla="*/ 2147483647 h 192"/>
                <a:gd name="T14" fmla="*/ 2147483647 w 208"/>
                <a:gd name="T15" fmla="*/ 2147483647 h 192"/>
                <a:gd name="T16" fmla="*/ 2147483647 w 208"/>
                <a:gd name="T17" fmla="*/ 2147483647 h 192"/>
                <a:gd name="T18" fmla="*/ 2147483647 w 208"/>
                <a:gd name="T19" fmla="*/ 2147483647 h 192"/>
                <a:gd name="T20" fmla="*/ 2147483647 w 208"/>
                <a:gd name="T21" fmla="*/ 2147483647 h 192"/>
                <a:gd name="T22" fmla="*/ 2147483647 w 208"/>
                <a:gd name="T23" fmla="*/ 2147483647 h 192"/>
                <a:gd name="T24" fmla="*/ 2147483647 w 208"/>
                <a:gd name="T25" fmla="*/ 0 h 192"/>
                <a:gd name="T26" fmla="*/ 2147483647 w 208"/>
                <a:gd name="T27" fmla="*/ 0 h 192"/>
                <a:gd name="T28" fmla="*/ 2147483647 w 208"/>
                <a:gd name="T29" fmla="*/ 0 h 192"/>
                <a:gd name="T30" fmla="*/ 2147483647 w 208"/>
                <a:gd name="T31" fmla="*/ 2147483647 h 192"/>
                <a:gd name="T32" fmla="*/ 2147483647 w 208"/>
                <a:gd name="T33" fmla="*/ 2147483647 h 192"/>
                <a:gd name="T34" fmla="*/ 2147483647 w 208"/>
                <a:gd name="T35" fmla="*/ 2147483647 h 192"/>
                <a:gd name="T36" fmla="*/ 2147483647 w 208"/>
                <a:gd name="T37" fmla="*/ 2147483647 h 192"/>
                <a:gd name="T38" fmla="*/ 2147483647 w 208"/>
                <a:gd name="T39" fmla="*/ 2147483647 h 192"/>
                <a:gd name="T40" fmla="*/ 2147483647 w 208"/>
                <a:gd name="T41" fmla="*/ 2147483647 h 192"/>
                <a:gd name="T42" fmla="*/ 2147483647 w 208"/>
                <a:gd name="T43" fmla="*/ 2147483647 h 192"/>
                <a:gd name="T44" fmla="*/ 2147483647 w 208"/>
                <a:gd name="T45" fmla="*/ 2147483647 h 192"/>
                <a:gd name="T46" fmla="*/ 2147483647 w 208"/>
                <a:gd name="T47" fmla="*/ 2147483647 h 192"/>
                <a:gd name="T48" fmla="*/ 2147483647 w 208"/>
                <a:gd name="T49" fmla="*/ 2147483647 h 192"/>
                <a:gd name="T50" fmla="*/ 2147483647 w 208"/>
                <a:gd name="T51" fmla="*/ 2147483647 h 192"/>
                <a:gd name="T52" fmla="*/ 0 w 208"/>
                <a:gd name="T53" fmla="*/ 2147483647 h 192"/>
                <a:gd name="T54" fmla="*/ 2147483647 w 208"/>
                <a:gd name="T55" fmla="*/ 2147483647 h 192"/>
                <a:gd name="T56" fmla="*/ 2147483647 w 208"/>
                <a:gd name="T57" fmla="*/ 2147483647 h 192"/>
                <a:gd name="T58" fmla="*/ 2147483647 w 208"/>
                <a:gd name="T59" fmla="*/ 2147483647 h 192"/>
                <a:gd name="T60" fmla="*/ 2147483647 w 208"/>
                <a:gd name="T61" fmla="*/ 2147483647 h 192"/>
                <a:gd name="T62" fmla="*/ 2147483647 w 208"/>
                <a:gd name="T63" fmla="*/ 2147483647 h 192"/>
                <a:gd name="T64" fmla="*/ 2147483647 w 208"/>
                <a:gd name="T65" fmla="*/ 2147483647 h 192"/>
                <a:gd name="T66" fmla="*/ 2147483647 w 208"/>
                <a:gd name="T67" fmla="*/ 2147483647 h 192"/>
                <a:gd name="T68" fmla="*/ 2147483647 w 208"/>
                <a:gd name="T69" fmla="*/ 2147483647 h 192"/>
                <a:gd name="T70" fmla="*/ 2147483647 w 208"/>
                <a:gd name="T71" fmla="*/ 2147483647 h 192"/>
                <a:gd name="T72" fmla="*/ 2147483647 w 208"/>
                <a:gd name="T73" fmla="*/ 2147483647 h 192"/>
                <a:gd name="T74" fmla="*/ 2147483647 w 208"/>
                <a:gd name="T75" fmla="*/ 2147483647 h 19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08"/>
                <a:gd name="T115" fmla="*/ 0 h 192"/>
                <a:gd name="T116" fmla="*/ 208 w 208"/>
                <a:gd name="T117" fmla="*/ 192 h 19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08" h="192">
                  <a:moveTo>
                    <a:pt x="112" y="184"/>
                  </a:moveTo>
                  <a:lnTo>
                    <a:pt x="128" y="176"/>
                  </a:lnTo>
                  <a:lnTo>
                    <a:pt x="120" y="160"/>
                  </a:lnTo>
                  <a:lnTo>
                    <a:pt x="112" y="144"/>
                  </a:lnTo>
                  <a:lnTo>
                    <a:pt x="120" y="136"/>
                  </a:lnTo>
                  <a:lnTo>
                    <a:pt x="136" y="136"/>
                  </a:lnTo>
                  <a:lnTo>
                    <a:pt x="160" y="96"/>
                  </a:lnTo>
                  <a:lnTo>
                    <a:pt x="168" y="80"/>
                  </a:lnTo>
                  <a:lnTo>
                    <a:pt x="176" y="64"/>
                  </a:lnTo>
                  <a:lnTo>
                    <a:pt x="168" y="56"/>
                  </a:lnTo>
                  <a:lnTo>
                    <a:pt x="168" y="32"/>
                  </a:lnTo>
                  <a:lnTo>
                    <a:pt x="208" y="24"/>
                  </a:lnTo>
                  <a:lnTo>
                    <a:pt x="192" y="0"/>
                  </a:lnTo>
                  <a:lnTo>
                    <a:pt x="176" y="0"/>
                  </a:lnTo>
                  <a:lnTo>
                    <a:pt x="152" y="0"/>
                  </a:lnTo>
                  <a:lnTo>
                    <a:pt x="128" y="8"/>
                  </a:lnTo>
                  <a:lnTo>
                    <a:pt x="128" y="24"/>
                  </a:lnTo>
                  <a:lnTo>
                    <a:pt x="120" y="40"/>
                  </a:lnTo>
                  <a:lnTo>
                    <a:pt x="112" y="48"/>
                  </a:lnTo>
                  <a:lnTo>
                    <a:pt x="112" y="56"/>
                  </a:lnTo>
                  <a:lnTo>
                    <a:pt x="104" y="72"/>
                  </a:lnTo>
                  <a:lnTo>
                    <a:pt x="80" y="80"/>
                  </a:lnTo>
                  <a:lnTo>
                    <a:pt x="72" y="88"/>
                  </a:lnTo>
                  <a:lnTo>
                    <a:pt x="56" y="112"/>
                  </a:lnTo>
                  <a:lnTo>
                    <a:pt x="32" y="112"/>
                  </a:lnTo>
                  <a:lnTo>
                    <a:pt x="16" y="104"/>
                  </a:lnTo>
                  <a:lnTo>
                    <a:pt x="0" y="104"/>
                  </a:lnTo>
                  <a:lnTo>
                    <a:pt x="8" y="112"/>
                  </a:lnTo>
                  <a:lnTo>
                    <a:pt x="24" y="128"/>
                  </a:lnTo>
                  <a:lnTo>
                    <a:pt x="24" y="136"/>
                  </a:lnTo>
                  <a:lnTo>
                    <a:pt x="32" y="152"/>
                  </a:lnTo>
                  <a:lnTo>
                    <a:pt x="8" y="160"/>
                  </a:lnTo>
                  <a:lnTo>
                    <a:pt x="8" y="176"/>
                  </a:lnTo>
                  <a:lnTo>
                    <a:pt x="32" y="168"/>
                  </a:lnTo>
                  <a:lnTo>
                    <a:pt x="72" y="168"/>
                  </a:lnTo>
                  <a:lnTo>
                    <a:pt x="88" y="192"/>
                  </a:lnTo>
                  <a:lnTo>
                    <a:pt x="96" y="192"/>
                  </a:lnTo>
                  <a:lnTo>
                    <a:pt x="112" y="18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2" name="Freeform 623"/>
            <p:cNvSpPr>
              <a:spLocks/>
            </p:cNvSpPr>
            <p:nvPr/>
          </p:nvSpPr>
          <p:spPr bwMode="auto">
            <a:xfrm>
              <a:off x="5622010" y="2928031"/>
              <a:ext cx="493477" cy="515410"/>
            </a:xfrm>
            <a:custGeom>
              <a:avLst/>
              <a:gdLst>
                <a:gd name="T0" fmla="*/ 2147483647 w 368"/>
                <a:gd name="T1" fmla="*/ 2147483647 h 384"/>
                <a:gd name="T2" fmla="*/ 2147483647 w 368"/>
                <a:gd name="T3" fmla="*/ 2147483647 h 384"/>
                <a:gd name="T4" fmla="*/ 2147483647 w 368"/>
                <a:gd name="T5" fmla="*/ 2147483647 h 384"/>
                <a:gd name="T6" fmla="*/ 2147483647 w 368"/>
                <a:gd name="T7" fmla="*/ 2147483647 h 384"/>
                <a:gd name="T8" fmla="*/ 2147483647 w 368"/>
                <a:gd name="T9" fmla="*/ 2147483647 h 384"/>
                <a:gd name="T10" fmla="*/ 2147483647 w 368"/>
                <a:gd name="T11" fmla="*/ 2147483647 h 384"/>
                <a:gd name="T12" fmla="*/ 2147483647 w 368"/>
                <a:gd name="T13" fmla="*/ 2147483647 h 384"/>
                <a:gd name="T14" fmla="*/ 2147483647 w 368"/>
                <a:gd name="T15" fmla="*/ 2147483647 h 384"/>
                <a:gd name="T16" fmla="*/ 2147483647 w 368"/>
                <a:gd name="T17" fmla="*/ 2147483647 h 384"/>
                <a:gd name="T18" fmla="*/ 2147483647 w 368"/>
                <a:gd name="T19" fmla="*/ 2147483647 h 384"/>
                <a:gd name="T20" fmla="*/ 2147483647 w 368"/>
                <a:gd name="T21" fmla="*/ 2147483647 h 384"/>
                <a:gd name="T22" fmla="*/ 2147483647 w 368"/>
                <a:gd name="T23" fmla="*/ 2147483647 h 384"/>
                <a:gd name="T24" fmla="*/ 2147483647 w 368"/>
                <a:gd name="T25" fmla="*/ 0 h 384"/>
                <a:gd name="T26" fmla="*/ 2147483647 w 368"/>
                <a:gd name="T27" fmla="*/ 2147483647 h 384"/>
                <a:gd name="T28" fmla="*/ 2147483647 w 368"/>
                <a:gd name="T29" fmla="*/ 2147483647 h 384"/>
                <a:gd name="T30" fmla="*/ 2147483647 w 368"/>
                <a:gd name="T31" fmla="*/ 2147483647 h 384"/>
                <a:gd name="T32" fmla="*/ 2147483647 w 368"/>
                <a:gd name="T33" fmla="*/ 2147483647 h 384"/>
                <a:gd name="T34" fmla="*/ 2147483647 w 368"/>
                <a:gd name="T35" fmla="*/ 2147483647 h 384"/>
                <a:gd name="T36" fmla="*/ 2147483647 w 368"/>
                <a:gd name="T37" fmla="*/ 2147483647 h 384"/>
                <a:gd name="T38" fmla="*/ 2147483647 w 368"/>
                <a:gd name="T39" fmla="*/ 2147483647 h 384"/>
                <a:gd name="T40" fmla="*/ 2147483647 w 368"/>
                <a:gd name="T41" fmla="*/ 2147483647 h 384"/>
                <a:gd name="T42" fmla="*/ 2147483647 w 368"/>
                <a:gd name="T43" fmla="*/ 2147483647 h 384"/>
                <a:gd name="T44" fmla="*/ 2147483647 w 368"/>
                <a:gd name="T45" fmla="*/ 2147483647 h 384"/>
                <a:gd name="T46" fmla="*/ 2147483647 w 368"/>
                <a:gd name="T47" fmla="*/ 2147483647 h 384"/>
                <a:gd name="T48" fmla="*/ 2147483647 w 368"/>
                <a:gd name="T49" fmla="*/ 2147483647 h 384"/>
                <a:gd name="T50" fmla="*/ 2147483647 w 368"/>
                <a:gd name="T51" fmla="*/ 2147483647 h 384"/>
                <a:gd name="T52" fmla="*/ 2147483647 w 368"/>
                <a:gd name="T53" fmla="*/ 2147483647 h 384"/>
                <a:gd name="T54" fmla="*/ 2147483647 w 368"/>
                <a:gd name="T55" fmla="*/ 2147483647 h 384"/>
                <a:gd name="T56" fmla="*/ 2147483647 w 368"/>
                <a:gd name="T57" fmla="*/ 2147483647 h 384"/>
                <a:gd name="T58" fmla="*/ 2147483647 w 368"/>
                <a:gd name="T59" fmla="*/ 2147483647 h 384"/>
                <a:gd name="T60" fmla="*/ 2147483647 w 368"/>
                <a:gd name="T61" fmla="*/ 2147483647 h 384"/>
                <a:gd name="T62" fmla="*/ 2147483647 w 368"/>
                <a:gd name="T63" fmla="*/ 2147483647 h 384"/>
                <a:gd name="T64" fmla="*/ 2147483647 w 368"/>
                <a:gd name="T65" fmla="*/ 2147483647 h 384"/>
                <a:gd name="T66" fmla="*/ 2147483647 w 368"/>
                <a:gd name="T67" fmla="*/ 2147483647 h 384"/>
                <a:gd name="T68" fmla="*/ 2147483647 w 368"/>
                <a:gd name="T69" fmla="*/ 2147483647 h 384"/>
                <a:gd name="T70" fmla="*/ 2147483647 w 368"/>
                <a:gd name="T71" fmla="*/ 2147483647 h 38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68"/>
                <a:gd name="T109" fmla="*/ 0 h 384"/>
                <a:gd name="T110" fmla="*/ 368 w 368"/>
                <a:gd name="T111" fmla="*/ 384 h 38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68" h="384">
                  <a:moveTo>
                    <a:pt x="328" y="168"/>
                  </a:moveTo>
                  <a:lnTo>
                    <a:pt x="344" y="160"/>
                  </a:lnTo>
                  <a:lnTo>
                    <a:pt x="352" y="136"/>
                  </a:lnTo>
                  <a:lnTo>
                    <a:pt x="368" y="120"/>
                  </a:lnTo>
                  <a:lnTo>
                    <a:pt x="368" y="112"/>
                  </a:lnTo>
                  <a:lnTo>
                    <a:pt x="352" y="104"/>
                  </a:lnTo>
                  <a:lnTo>
                    <a:pt x="336" y="104"/>
                  </a:lnTo>
                  <a:lnTo>
                    <a:pt x="320" y="112"/>
                  </a:lnTo>
                  <a:lnTo>
                    <a:pt x="304" y="128"/>
                  </a:lnTo>
                  <a:lnTo>
                    <a:pt x="288" y="128"/>
                  </a:lnTo>
                  <a:lnTo>
                    <a:pt x="272" y="128"/>
                  </a:lnTo>
                  <a:lnTo>
                    <a:pt x="264" y="120"/>
                  </a:lnTo>
                  <a:lnTo>
                    <a:pt x="256" y="120"/>
                  </a:lnTo>
                  <a:lnTo>
                    <a:pt x="248" y="136"/>
                  </a:lnTo>
                  <a:lnTo>
                    <a:pt x="240" y="136"/>
                  </a:lnTo>
                  <a:lnTo>
                    <a:pt x="224" y="128"/>
                  </a:lnTo>
                  <a:lnTo>
                    <a:pt x="192" y="128"/>
                  </a:lnTo>
                  <a:lnTo>
                    <a:pt x="152" y="104"/>
                  </a:lnTo>
                  <a:lnTo>
                    <a:pt x="168" y="80"/>
                  </a:lnTo>
                  <a:lnTo>
                    <a:pt x="144" y="72"/>
                  </a:lnTo>
                  <a:lnTo>
                    <a:pt x="136" y="56"/>
                  </a:lnTo>
                  <a:lnTo>
                    <a:pt x="144" y="48"/>
                  </a:lnTo>
                  <a:lnTo>
                    <a:pt x="144" y="32"/>
                  </a:lnTo>
                  <a:lnTo>
                    <a:pt x="160" y="8"/>
                  </a:lnTo>
                  <a:lnTo>
                    <a:pt x="152" y="0"/>
                  </a:lnTo>
                  <a:lnTo>
                    <a:pt x="128" y="0"/>
                  </a:lnTo>
                  <a:lnTo>
                    <a:pt x="112" y="0"/>
                  </a:lnTo>
                  <a:lnTo>
                    <a:pt x="120" y="8"/>
                  </a:lnTo>
                  <a:lnTo>
                    <a:pt x="80" y="16"/>
                  </a:lnTo>
                  <a:lnTo>
                    <a:pt x="80" y="40"/>
                  </a:lnTo>
                  <a:lnTo>
                    <a:pt x="88" y="48"/>
                  </a:lnTo>
                  <a:lnTo>
                    <a:pt x="80" y="64"/>
                  </a:lnTo>
                  <a:lnTo>
                    <a:pt x="72" y="80"/>
                  </a:lnTo>
                  <a:lnTo>
                    <a:pt x="48" y="120"/>
                  </a:lnTo>
                  <a:lnTo>
                    <a:pt x="32" y="120"/>
                  </a:lnTo>
                  <a:lnTo>
                    <a:pt x="24" y="128"/>
                  </a:lnTo>
                  <a:lnTo>
                    <a:pt x="32" y="144"/>
                  </a:lnTo>
                  <a:lnTo>
                    <a:pt x="40" y="160"/>
                  </a:lnTo>
                  <a:lnTo>
                    <a:pt x="24" y="168"/>
                  </a:lnTo>
                  <a:lnTo>
                    <a:pt x="8" y="176"/>
                  </a:lnTo>
                  <a:lnTo>
                    <a:pt x="0" y="176"/>
                  </a:lnTo>
                  <a:lnTo>
                    <a:pt x="16" y="200"/>
                  </a:lnTo>
                  <a:lnTo>
                    <a:pt x="32" y="216"/>
                  </a:lnTo>
                  <a:lnTo>
                    <a:pt x="56" y="200"/>
                  </a:lnTo>
                  <a:lnTo>
                    <a:pt x="64" y="272"/>
                  </a:lnTo>
                  <a:lnTo>
                    <a:pt x="72" y="304"/>
                  </a:lnTo>
                  <a:lnTo>
                    <a:pt x="96" y="344"/>
                  </a:lnTo>
                  <a:lnTo>
                    <a:pt x="104" y="360"/>
                  </a:lnTo>
                  <a:lnTo>
                    <a:pt x="120" y="384"/>
                  </a:lnTo>
                  <a:lnTo>
                    <a:pt x="128" y="368"/>
                  </a:lnTo>
                  <a:lnTo>
                    <a:pt x="144" y="352"/>
                  </a:lnTo>
                  <a:lnTo>
                    <a:pt x="152" y="336"/>
                  </a:lnTo>
                  <a:lnTo>
                    <a:pt x="152" y="304"/>
                  </a:lnTo>
                  <a:lnTo>
                    <a:pt x="160" y="280"/>
                  </a:lnTo>
                  <a:lnTo>
                    <a:pt x="184" y="256"/>
                  </a:lnTo>
                  <a:lnTo>
                    <a:pt x="216" y="240"/>
                  </a:lnTo>
                  <a:lnTo>
                    <a:pt x="232" y="224"/>
                  </a:lnTo>
                  <a:lnTo>
                    <a:pt x="240" y="200"/>
                  </a:lnTo>
                  <a:lnTo>
                    <a:pt x="264" y="200"/>
                  </a:lnTo>
                  <a:lnTo>
                    <a:pt x="256" y="168"/>
                  </a:lnTo>
                  <a:lnTo>
                    <a:pt x="248" y="160"/>
                  </a:lnTo>
                  <a:lnTo>
                    <a:pt x="256" y="152"/>
                  </a:lnTo>
                  <a:lnTo>
                    <a:pt x="256" y="144"/>
                  </a:lnTo>
                  <a:lnTo>
                    <a:pt x="272" y="144"/>
                  </a:lnTo>
                  <a:lnTo>
                    <a:pt x="280" y="152"/>
                  </a:lnTo>
                  <a:lnTo>
                    <a:pt x="304" y="160"/>
                  </a:lnTo>
                  <a:lnTo>
                    <a:pt x="304" y="168"/>
                  </a:lnTo>
                  <a:lnTo>
                    <a:pt x="296" y="176"/>
                  </a:lnTo>
                  <a:lnTo>
                    <a:pt x="312" y="176"/>
                  </a:lnTo>
                  <a:lnTo>
                    <a:pt x="304" y="192"/>
                  </a:lnTo>
                  <a:lnTo>
                    <a:pt x="312" y="208"/>
                  </a:lnTo>
                  <a:lnTo>
                    <a:pt x="320" y="192"/>
                  </a:lnTo>
                  <a:lnTo>
                    <a:pt x="328" y="16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Freeform 624"/>
            <p:cNvSpPr>
              <a:spLocks/>
            </p:cNvSpPr>
            <p:nvPr/>
          </p:nvSpPr>
          <p:spPr bwMode="auto">
            <a:xfrm>
              <a:off x="5492609" y="2874296"/>
              <a:ext cx="246739" cy="183135"/>
            </a:xfrm>
            <a:custGeom>
              <a:avLst/>
              <a:gdLst>
                <a:gd name="T0" fmla="*/ 2147483647 w 184"/>
                <a:gd name="T1" fmla="*/ 2147483647 h 136"/>
                <a:gd name="T2" fmla="*/ 2147483647 w 184"/>
                <a:gd name="T3" fmla="*/ 2147483647 h 136"/>
                <a:gd name="T4" fmla="*/ 2147483647 w 184"/>
                <a:gd name="T5" fmla="*/ 2147483647 h 136"/>
                <a:gd name="T6" fmla="*/ 2147483647 w 184"/>
                <a:gd name="T7" fmla="*/ 0 h 136"/>
                <a:gd name="T8" fmla="*/ 2147483647 w 184"/>
                <a:gd name="T9" fmla="*/ 2147483647 h 136"/>
                <a:gd name="T10" fmla="*/ 2147483647 w 184"/>
                <a:gd name="T11" fmla="*/ 2147483647 h 136"/>
                <a:gd name="T12" fmla="*/ 2147483647 w 184"/>
                <a:gd name="T13" fmla="*/ 2147483647 h 136"/>
                <a:gd name="T14" fmla="*/ 2147483647 w 184"/>
                <a:gd name="T15" fmla="*/ 2147483647 h 136"/>
                <a:gd name="T16" fmla="*/ 2147483647 w 184"/>
                <a:gd name="T17" fmla="*/ 2147483647 h 136"/>
                <a:gd name="T18" fmla="*/ 2147483647 w 184"/>
                <a:gd name="T19" fmla="*/ 2147483647 h 136"/>
                <a:gd name="T20" fmla="*/ 2147483647 w 184"/>
                <a:gd name="T21" fmla="*/ 2147483647 h 136"/>
                <a:gd name="T22" fmla="*/ 2147483647 w 184"/>
                <a:gd name="T23" fmla="*/ 2147483647 h 136"/>
                <a:gd name="T24" fmla="*/ 2147483647 w 184"/>
                <a:gd name="T25" fmla="*/ 2147483647 h 136"/>
                <a:gd name="T26" fmla="*/ 2147483647 w 184"/>
                <a:gd name="T27" fmla="*/ 2147483647 h 136"/>
                <a:gd name="T28" fmla="*/ 2147483647 w 184"/>
                <a:gd name="T29" fmla="*/ 2147483647 h 136"/>
                <a:gd name="T30" fmla="*/ 2147483647 w 184"/>
                <a:gd name="T31" fmla="*/ 2147483647 h 136"/>
                <a:gd name="T32" fmla="*/ 0 w 184"/>
                <a:gd name="T33" fmla="*/ 2147483647 h 136"/>
                <a:gd name="T34" fmla="*/ 0 w 184"/>
                <a:gd name="T35" fmla="*/ 2147483647 h 136"/>
                <a:gd name="T36" fmla="*/ 2147483647 w 184"/>
                <a:gd name="T37" fmla="*/ 2147483647 h 136"/>
                <a:gd name="T38" fmla="*/ 2147483647 w 184"/>
                <a:gd name="T39" fmla="*/ 2147483647 h 136"/>
                <a:gd name="T40" fmla="*/ 2147483647 w 184"/>
                <a:gd name="T41" fmla="*/ 2147483647 h 136"/>
                <a:gd name="T42" fmla="*/ 2147483647 w 184"/>
                <a:gd name="T43" fmla="*/ 2147483647 h 136"/>
                <a:gd name="T44" fmla="*/ 2147483647 w 184"/>
                <a:gd name="T45" fmla="*/ 2147483647 h 136"/>
                <a:gd name="T46" fmla="*/ 2147483647 w 184"/>
                <a:gd name="T47" fmla="*/ 2147483647 h 136"/>
                <a:gd name="T48" fmla="*/ 2147483647 w 184"/>
                <a:gd name="T49" fmla="*/ 2147483647 h 136"/>
                <a:gd name="T50" fmla="*/ 2147483647 w 184"/>
                <a:gd name="T51" fmla="*/ 2147483647 h 136"/>
                <a:gd name="T52" fmla="*/ 2147483647 w 184"/>
                <a:gd name="T53" fmla="*/ 2147483647 h 136"/>
                <a:gd name="T54" fmla="*/ 2147483647 w 184"/>
                <a:gd name="T55" fmla="*/ 2147483647 h 136"/>
                <a:gd name="T56" fmla="*/ 2147483647 w 184"/>
                <a:gd name="T57" fmla="*/ 2147483647 h 136"/>
                <a:gd name="T58" fmla="*/ 2147483647 w 184"/>
                <a:gd name="T59" fmla="*/ 2147483647 h 136"/>
                <a:gd name="T60" fmla="*/ 2147483647 w 184"/>
                <a:gd name="T61" fmla="*/ 2147483647 h 136"/>
                <a:gd name="T62" fmla="*/ 2147483647 w 184"/>
                <a:gd name="T63" fmla="*/ 2147483647 h 136"/>
                <a:gd name="T64" fmla="*/ 2147483647 w 184"/>
                <a:gd name="T65" fmla="*/ 2147483647 h 136"/>
                <a:gd name="T66" fmla="*/ 2147483647 w 184"/>
                <a:gd name="T67" fmla="*/ 2147483647 h 136"/>
                <a:gd name="T68" fmla="*/ 2147483647 w 184"/>
                <a:gd name="T69" fmla="*/ 2147483647 h 1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84"/>
                <a:gd name="T106" fmla="*/ 0 h 136"/>
                <a:gd name="T107" fmla="*/ 184 w 184"/>
                <a:gd name="T108" fmla="*/ 136 h 1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84" h="136">
                  <a:moveTo>
                    <a:pt x="168" y="8"/>
                  </a:moveTo>
                  <a:lnTo>
                    <a:pt x="152" y="16"/>
                  </a:lnTo>
                  <a:lnTo>
                    <a:pt x="144" y="16"/>
                  </a:lnTo>
                  <a:lnTo>
                    <a:pt x="136" y="0"/>
                  </a:lnTo>
                  <a:lnTo>
                    <a:pt x="120" y="8"/>
                  </a:lnTo>
                  <a:lnTo>
                    <a:pt x="112" y="16"/>
                  </a:lnTo>
                  <a:lnTo>
                    <a:pt x="96" y="24"/>
                  </a:lnTo>
                  <a:lnTo>
                    <a:pt x="88" y="16"/>
                  </a:lnTo>
                  <a:lnTo>
                    <a:pt x="80" y="16"/>
                  </a:lnTo>
                  <a:lnTo>
                    <a:pt x="64" y="8"/>
                  </a:lnTo>
                  <a:lnTo>
                    <a:pt x="56" y="32"/>
                  </a:lnTo>
                  <a:lnTo>
                    <a:pt x="40" y="40"/>
                  </a:lnTo>
                  <a:lnTo>
                    <a:pt x="32" y="48"/>
                  </a:lnTo>
                  <a:lnTo>
                    <a:pt x="16" y="40"/>
                  </a:lnTo>
                  <a:lnTo>
                    <a:pt x="8" y="40"/>
                  </a:lnTo>
                  <a:lnTo>
                    <a:pt x="8" y="64"/>
                  </a:lnTo>
                  <a:lnTo>
                    <a:pt x="0" y="80"/>
                  </a:lnTo>
                  <a:lnTo>
                    <a:pt x="0" y="96"/>
                  </a:lnTo>
                  <a:lnTo>
                    <a:pt x="16" y="104"/>
                  </a:lnTo>
                  <a:lnTo>
                    <a:pt x="8" y="128"/>
                  </a:lnTo>
                  <a:lnTo>
                    <a:pt x="24" y="128"/>
                  </a:lnTo>
                  <a:lnTo>
                    <a:pt x="40" y="136"/>
                  </a:lnTo>
                  <a:lnTo>
                    <a:pt x="64" y="136"/>
                  </a:lnTo>
                  <a:lnTo>
                    <a:pt x="80" y="112"/>
                  </a:lnTo>
                  <a:lnTo>
                    <a:pt x="88" y="104"/>
                  </a:lnTo>
                  <a:lnTo>
                    <a:pt x="112" y="96"/>
                  </a:lnTo>
                  <a:lnTo>
                    <a:pt x="120" y="80"/>
                  </a:lnTo>
                  <a:lnTo>
                    <a:pt x="120" y="72"/>
                  </a:lnTo>
                  <a:lnTo>
                    <a:pt x="128" y="64"/>
                  </a:lnTo>
                  <a:lnTo>
                    <a:pt x="136" y="48"/>
                  </a:lnTo>
                  <a:lnTo>
                    <a:pt x="136" y="32"/>
                  </a:lnTo>
                  <a:lnTo>
                    <a:pt x="160" y="24"/>
                  </a:lnTo>
                  <a:lnTo>
                    <a:pt x="184" y="24"/>
                  </a:lnTo>
                  <a:lnTo>
                    <a:pt x="176" y="8"/>
                  </a:lnTo>
                  <a:lnTo>
                    <a:pt x="16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Freeform 625"/>
            <p:cNvSpPr>
              <a:spLocks/>
            </p:cNvSpPr>
            <p:nvPr/>
          </p:nvSpPr>
          <p:spPr bwMode="auto">
            <a:xfrm>
              <a:off x="6039821" y="3078267"/>
              <a:ext cx="203971" cy="472642"/>
            </a:xfrm>
            <a:custGeom>
              <a:avLst/>
              <a:gdLst>
                <a:gd name="T0" fmla="*/ 2147483647 w 152"/>
                <a:gd name="T1" fmla="*/ 2147483647 h 352"/>
                <a:gd name="T2" fmla="*/ 2147483647 w 152"/>
                <a:gd name="T3" fmla="*/ 2147483647 h 352"/>
                <a:gd name="T4" fmla="*/ 2147483647 w 152"/>
                <a:gd name="T5" fmla="*/ 2147483647 h 352"/>
                <a:gd name="T6" fmla="*/ 2147483647 w 152"/>
                <a:gd name="T7" fmla="*/ 2147483647 h 352"/>
                <a:gd name="T8" fmla="*/ 2147483647 w 152"/>
                <a:gd name="T9" fmla="*/ 2147483647 h 352"/>
                <a:gd name="T10" fmla="*/ 2147483647 w 152"/>
                <a:gd name="T11" fmla="*/ 2147483647 h 352"/>
                <a:gd name="T12" fmla="*/ 2147483647 w 152"/>
                <a:gd name="T13" fmla="*/ 2147483647 h 352"/>
                <a:gd name="T14" fmla="*/ 2147483647 w 152"/>
                <a:gd name="T15" fmla="*/ 2147483647 h 352"/>
                <a:gd name="T16" fmla="*/ 2147483647 w 152"/>
                <a:gd name="T17" fmla="*/ 2147483647 h 352"/>
                <a:gd name="T18" fmla="*/ 2147483647 w 152"/>
                <a:gd name="T19" fmla="*/ 0 h 352"/>
                <a:gd name="T20" fmla="*/ 2147483647 w 152"/>
                <a:gd name="T21" fmla="*/ 0 h 352"/>
                <a:gd name="T22" fmla="*/ 2147483647 w 152"/>
                <a:gd name="T23" fmla="*/ 2147483647 h 352"/>
                <a:gd name="T24" fmla="*/ 2147483647 w 152"/>
                <a:gd name="T25" fmla="*/ 2147483647 h 352"/>
                <a:gd name="T26" fmla="*/ 2147483647 w 152"/>
                <a:gd name="T27" fmla="*/ 2147483647 h 352"/>
                <a:gd name="T28" fmla="*/ 2147483647 w 152"/>
                <a:gd name="T29" fmla="*/ 2147483647 h 352"/>
                <a:gd name="T30" fmla="*/ 2147483647 w 152"/>
                <a:gd name="T31" fmla="*/ 2147483647 h 352"/>
                <a:gd name="T32" fmla="*/ 0 w 152"/>
                <a:gd name="T33" fmla="*/ 2147483647 h 352"/>
                <a:gd name="T34" fmla="*/ 2147483647 w 152"/>
                <a:gd name="T35" fmla="*/ 2147483647 h 352"/>
                <a:gd name="T36" fmla="*/ 2147483647 w 152"/>
                <a:gd name="T37" fmla="*/ 2147483647 h 352"/>
                <a:gd name="T38" fmla="*/ 2147483647 w 152"/>
                <a:gd name="T39" fmla="*/ 2147483647 h 352"/>
                <a:gd name="T40" fmla="*/ 2147483647 w 152"/>
                <a:gd name="T41" fmla="*/ 2147483647 h 352"/>
                <a:gd name="T42" fmla="*/ 2147483647 w 152"/>
                <a:gd name="T43" fmla="*/ 2147483647 h 352"/>
                <a:gd name="T44" fmla="*/ 2147483647 w 152"/>
                <a:gd name="T45" fmla="*/ 2147483647 h 352"/>
                <a:gd name="T46" fmla="*/ 2147483647 w 152"/>
                <a:gd name="T47" fmla="*/ 2147483647 h 352"/>
                <a:gd name="T48" fmla="*/ 2147483647 w 152"/>
                <a:gd name="T49" fmla="*/ 2147483647 h 352"/>
                <a:gd name="T50" fmla="*/ 2147483647 w 152"/>
                <a:gd name="T51" fmla="*/ 2147483647 h 352"/>
                <a:gd name="T52" fmla="*/ 2147483647 w 152"/>
                <a:gd name="T53" fmla="*/ 2147483647 h 352"/>
                <a:gd name="T54" fmla="*/ 2147483647 w 152"/>
                <a:gd name="T55" fmla="*/ 2147483647 h 352"/>
                <a:gd name="T56" fmla="*/ 2147483647 w 152"/>
                <a:gd name="T57" fmla="*/ 2147483647 h 352"/>
                <a:gd name="T58" fmla="*/ 2147483647 w 152"/>
                <a:gd name="T59" fmla="*/ 2147483647 h 352"/>
                <a:gd name="T60" fmla="*/ 2147483647 w 152"/>
                <a:gd name="T61" fmla="*/ 2147483647 h 352"/>
                <a:gd name="T62" fmla="*/ 2147483647 w 152"/>
                <a:gd name="T63" fmla="*/ 2147483647 h 352"/>
                <a:gd name="T64" fmla="*/ 2147483647 w 152"/>
                <a:gd name="T65" fmla="*/ 2147483647 h 352"/>
                <a:gd name="T66" fmla="*/ 2147483647 w 152"/>
                <a:gd name="T67" fmla="*/ 2147483647 h 352"/>
                <a:gd name="T68" fmla="*/ 2147483647 w 152"/>
                <a:gd name="T69" fmla="*/ 2147483647 h 352"/>
                <a:gd name="T70" fmla="*/ 2147483647 w 152"/>
                <a:gd name="T71" fmla="*/ 2147483647 h 352"/>
                <a:gd name="T72" fmla="*/ 2147483647 w 152"/>
                <a:gd name="T73" fmla="*/ 2147483647 h 352"/>
                <a:gd name="T74" fmla="*/ 2147483647 w 152"/>
                <a:gd name="T75" fmla="*/ 2147483647 h 352"/>
                <a:gd name="T76" fmla="*/ 2147483647 w 152"/>
                <a:gd name="T77" fmla="*/ 2147483647 h 352"/>
                <a:gd name="T78" fmla="*/ 2147483647 w 152"/>
                <a:gd name="T79" fmla="*/ 2147483647 h 352"/>
                <a:gd name="T80" fmla="*/ 2147483647 w 152"/>
                <a:gd name="T81" fmla="*/ 2147483647 h 352"/>
                <a:gd name="T82" fmla="*/ 2147483647 w 152"/>
                <a:gd name="T83" fmla="*/ 2147483647 h 352"/>
                <a:gd name="T84" fmla="*/ 2147483647 w 152"/>
                <a:gd name="T85" fmla="*/ 2147483647 h 352"/>
                <a:gd name="T86" fmla="*/ 2147483647 w 152"/>
                <a:gd name="T87" fmla="*/ 2147483647 h 352"/>
                <a:gd name="T88" fmla="*/ 2147483647 w 152"/>
                <a:gd name="T89" fmla="*/ 2147483647 h 352"/>
                <a:gd name="T90" fmla="*/ 2147483647 w 152"/>
                <a:gd name="T91" fmla="*/ 2147483647 h 35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52"/>
                <a:gd name="T139" fmla="*/ 0 h 352"/>
                <a:gd name="T140" fmla="*/ 152 w 152"/>
                <a:gd name="T141" fmla="*/ 352 h 35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52" h="352">
                  <a:moveTo>
                    <a:pt x="96" y="104"/>
                  </a:moveTo>
                  <a:lnTo>
                    <a:pt x="112" y="88"/>
                  </a:lnTo>
                  <a:lnTo>
                    <a:pt x="88" y="80"/>
                  </a:lnTo>
                  <a:lnTo>
                    <a:pt x="88" y="72"/>
                  </a:lnTo>
                  <a:lnTo>
                    <a:pt x="80" y="64"/>
                  </a:lnTo>
                  <a:lnTo>
                    <a:pt x="72" y="56"/>
                  </a:lnTo>
                  <a:lnTo>
                    <a:pt x="72" y="48"/>
                  </a:lnTo>
                  <a:lnTo>
                    <a:pt x="80" y="24"/>
                  </a:lnTo>
                  <a:lnTo>
                    <a:pt x="72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40" y="24"/>
                  </a:lnTo>
                  <a:lnTo>
                    <a:pt x="32" y="48"/>
                  </a:lnTo>
                  <a:lnTo>
                    <a:pt x="16" y="56"/>
                  </a:lnTo>
                  <a:lnTo>
                    <a:pt x="8" y="80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24" y="160"/>
                  </a:lnTo>
                  <a:lnTo>
                    <a:pt x="40" y="168"/>
                  </a:lnTo>
                  <a:lnTo>
                    <a:pt x="56" y="160"/>
                  </a:lnTo>
                  <a:lnTo>
                    <a:pt x="64" y="168"/>
                  </a:lnTo>
                  <a:lnTo>
                    <a:pt x="72" y="192"/>
                  </a:lnTo>
                  <a:lnTo>
                    <a:pt x="72" y="224"/>
                  </a:lnTo>
                  <a:lnTo>
                    <a:pt x="72" y="264"/>
                  </a:lnTo>
                  <a:lnTo>
                    <a:pt x="88" y="280"/>
                  </a:lnTo>
                  <a:lnTo>
                    <a:pt x="96" y="296"/>
                  </a:lnTo>
                  <a:lnTo>
                    <a:pt x="104" y="312"/>
                  </a:lnTo>
                  <a:lnTo>
                    <a:pt x="120" y="328"/>
                  </a:lnTo>
                  <a:lnTo>
                    <a:pt x="144" y="352"/>
                  </a:lnTo>
                  <a:lnTo>
                    <a:pt x="152" y="344"/>
                  </a:lnTo>
                  <a:lnTo>
                    <a:pt x="144" y="320"/>
                  </a:lnTo>
                  <a:lnTo>
                    <a:pt x="136" y="304"/>
                  </a:lnTo>
                  <a:lnTo>
                    <a:pt x="120" y="288"/>
                  </a:lnTo>
                  <a:lnTo>
                    <a:pt x="104" y="280"/>
                  </a:lnTo>
                  <a:lnTo>
                    <a:pt x="96" y="272"/>
                  </a:lnTo>
                  <a:lnTo>
                    <a:pt x="88" y="240"/>
                  </a:lnTo>
                  <a:lnTo>
                    <a:pt x="88" y="224"/>
                  </a:lnTo>
                  <a:lnTo>
                    <a:pt x="96" y="216"/>
                  </a:lnTo>
                  <a:lnTo>
                    <a:pt x="80" y="192"/>
                  </a:lnTo>
                  <a:lnTo>
                    <a:pt x="80" y="176"/>
                  </a:lnTo>
                  <a:lnTo>
                    <a:pt x="80" y="168"/>
                  </a:lnTo>
                  <a:lnTo>
                    <a:pt x="80" y="152"/>
                  </a:lnTo>
                  <a:lnTo>
                    <a:pt x="72" y="128"/>
                  </a:lnTo>
                  <a:lnTo>
                    <a:pt x="88" y="112"/>
                  </a:lnTo>
                  <a:lnTo>
                    <a:pt x="96" y="1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Freeform 626"/>
            <p:cNvSpPr>
              <a:spLocks/>
            </p:cNvSpPr>
            <p:nvPr/>
          </p:nvSpPr>
          <p:spPr bwMode="auto">
            <a:xfrm>
              <a:off x="5622010" y="2928031"/>
              <a:ext cx="493477" cy="515410"/>
            </a:xfrm>
            <a:custGeom>
              <a:avLst/>
              <a:gdLst>
                <a:gd name="T0" fmla="*/ 2147483647 w 368"/>
                <a:gd name="T1" fmla="*/ 2147483647 h 384"/>
                <a:gd name="T2" fmla="*/ 2147483647 w 368"/>
                <a:gd name="T3" fmla="*/ 2147483647 h 384"/>
                <a:gd name="T4" fmla="*/ 2147483647 w 368"/>
                <a:gd name="T5" fmla="*/ 2147483647 h 384"/>
                <a:gd name="T6" fmla="*/ 2147483647 w 368"/>
                <a:gd name="T7" fmla="*/ 2147483647 h 384"/>
                <a:gd name="T8" fmla="*/ 2147483647 w 368"/>
                <a:gd name="T9" fmla="*/ 2147483647 h 384"/>
                <a:gd name="T10" fmla="*/ 2147483647 w 368"/>
                <a:gd name="T11" fmla="*/ 2147483647 h 384"/>
                <a:gd name="T12" fmla="*/ 2147483647 w 368"/>
                <a:gd name="T13" fmla="*/ 2147483647 h 384"/>
                <a:gd name="T14" fmla="*/ 2147483647 w 368"/>
                <a:gd name="T15" fmla="*/ 2147483647 h 384"/>
                <a:gd name="T16" fmla="*/ 2147483647 w 368"/>
                <a:gd name="T17" fmla="*/ 2147483647 h 384"/>
                <a:gd name="T18" fmla="*/ 2147483647 w 368"/>
                <a:gd name="T19" fmla="*/ 2147483647 h 384"/>
                <a:gd name="T20" fmla="*/ 2147483647 w 368"/>
                <a:gd name="T21" fmla="*/ 2147483647 h 384"/>
                <a:gd name="T22" fmla="*/ 2147483647 w 368"/>
                <a:gd name="T23" fmla="*/ 2147483647 h 384"/>
                <a:gd name="T24" fmla="*/ 2147483647 w 368"/>
                <a:gd name="T25" fmla="*/ 0 h 384"/>
                <a:gd name="T26" fmla="*/ 2147483647 w 368"/>
                <a:gd name="T27" fmla="*/ 0 h 384"/>
                <a:gd name="T28" fmla="*/ 2147483647 w 368"/>
                <a:gd name="T29" fmla="*/ 2147483647 h 384"/>
                <a:gd name="T30" fmla="*/ 2147483647 w 368"/>
                <a:gd name="T31" fmla="*/ 2147483647 h 384"/>
                <a:gd name="T32" fmla="*/ 2147483647 w 368"/>
                <a:gd name="T33" fmla="*/ 2147483647 h 384"/>
                <a:gd name="T34" fmla="*/ 2147483647 w 368"/>
                <a:gd name="T35" fmla="*/ 2147483647 h 384"/>
                <a:gd name="T36" fmla="*/ 2147483647 w 368"/>
                <a:gd name="T37" fmla="*/ 2147483647 h 384"/>
                <a:gd name="T38" fmla="*/ 2147483647 w 368"/>
                <a:gd name="T39" fmla="*/ 2147483647 h 384"/>
                <a:gd name="T40" fmla="*/ 2147483647 w 368"/>
                <a:gd name="T41" fmla="*/ 2147483647 h 384"/>
                <a:gd name="T42" fmla="*/ 0 w 368"/>
                <a:gd name="T43" fmla="*/ 2147483647 h 384"/>
                <a:gd name="T44" fmla="*/ 2147483647 w 368"/>
                <a:gd name="T45" fmla="*/ 2147483647 h 384"/>
                <a:gd name="T46" fmla="*/ 2147483647 w 368"/>
                <a:gd name="T47" fmla="*/ 2147483647 h 384"/>
                <a:gd name="T48" fmla="*/ 2147483647 w 368"/>
                <a:gd name="T49" fmla="*/ 2147483647 h 384"/>
                <a:gd name="T50" fmla="*/ 2147483647 w 368"/>
                <a:gd name="T51" fmla="*/ 2147483647 h 384"/>
                <a:gd name="T52" fmla="*/ 2147483647 w 368"/>
                <a:gd name="T53" fmla="*/ 2147483647 h 384"/>
                <a:gd name="T54" fmla="*/ 2147483647 w 368"/>
                <a:gd name="T55" fmla="*/ 2147483647 h 384"/>
                <a:gd name="T56" fmla="*/ 2147483647 w 368"/>
                <a:gd name="T57" fmla="*/ 2147483647 h 384"/>
                <a:gd name="T58" fmla="*/ 2147483647 w 368"/>
                <a:gd name="T59" fmla="*/ 2147483647 h 384"/>
                <a:gd name="T60" fmla="*/ 2147483647 w 368"/>
                <a:gd name="T61" fmla="*/ 2147483647 h 384"/>
                <a:gd name="T62" fmla="*/ 2147483647 w 368"/>
                <a:gd name="T63" fmla="*/ 2147483647 h 384"/>
                <a:gd name="T64" fmla="*/ 2147483647 w 368"/>
                <a:gd name="T65" fmla="*/ 2147483647 h 384"/>
                <a:gd name="T66" fmla="*/ 2147483647 w 368"/>
                <a:gd name="T67" fmla="*/ 2147483647 h 384"/>
                <a:gd name="T68" fmla="*/ 2147483647 w 368"/>
                <a:gd name="T69" fmla="*/ 2147483647 h 384"/>
                <a:gd name="T70" fmla="*/ 2147483647 w 368"/>
                <a:gd name="T71" fmla="*/ 2147483647 h 384"/>
                <a:gd name="T72" fmla="*/ 2147483647 w 368"/>
                <a:gd name="T73" fmla="*/ 2147483647 h 384"/>
                <a:gd name="T74" fmla="*/ 2147483647 w 368"/>
                <a:gd name="T75" fmla="*/ 2147483647 h 3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68"/>
                <a:gd name="T115" fmla="*/ 0 h 384"/>
                <a:gd name="T116" fmla="*/ 368 w 368"/>
                <a:gd name="T117" fmla="*/ 384 h 38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68" h="384">
                  <a:moveTo>
                    <a:pt x="328" y="168"/>
                  </a:moveTo>
                  <a:lnTo>
                    <a:pt x="344" y="160"/>
                  </a:lnTo>
                  <a:lnTo>
                    <a:pt x="352" y="136"/>
                  </a:lnTo>
                  <a:lnTo>
                    <a:pt x="368" y="120"/>
                  </a:lnTo>
                  <a:lnTo>
                    <a:pt x="368" y="112"/>
                  </a:lnTo>
                  <a:lnTo>
                    <a:pt x="352" y="104"/>
                  </a:lnTo>
                  <a:lnTo>
                    <a:pt x="336" y="104"/>
                  </a:lnTo>
                  <a:lnTo>
                    <a:pt x="320" y="112"/>
                  </a:lnTo>
                  <a:lnTo>
                    <a:pt x="304" y="128"/>
                  </a:lnTo>
                  <a:lnTo>
                    <a:pt x="288" y="128"/>
                  </a:lnTo>
                  <a:lnTo>
                    <a:pt x="272" y="128"/>
                  </a:lnTo>
                  <a:lnTo>
                    <a:pt x="264" y="120"/>
                  </a:lnTo>
                  <a:lnTo>
                    <a:pt x="256" y="120"/>
                  </a:lnTo>
                  <a:lnTo>
                    <a:pt x="248" y="136"/>
                  </a:lnTo>
                  <a:lnTo>
                    <a:pt x="240" y="136"/>
                  </a:lnTo>
                  <a:lnTo>
                    <a:pt x="224" y="128"/>
                  </a:lnTo>
                  <a:lnTo>
                    <a:pt x="192" y="128"/>
                  </a:lnTo>
                  <a:lnTo>
                    <a:pt x="152" y="104"/>
                  </a:lnTo>
                  <a:lnTo>
                    <a:pt x="168" y="80"/>
                  </a:lnTo>
                  <a:lnTo>
                    <a:pt x="144" y="72"/>
                  </a:lnTo>
                  <a:lnTo>
                    <a:pt x="136" y="56"/>
                  </a:lnTo>
                  <a:lnTo>
                    <a:pt x="144" y="48"/>
                  </a:lnTo>
                  <a:lnTo>
                    <a:pt x="144" y="32"/>
                  </a:lnTo>
                  <a:lnTo>
                    <a:pt x="160" y="8"/>
                  </a:lnTo>
                  <a:lnTo>
                    <a:pt x="152" y="0"/>
                  </a:lnTo>
                  <a:lnTo>
                    <a:pt x="128" y="0"/>
                  </a:lnTo>
                  <a:lnTo>
                    <a:pt x="112" y="0"/>
                  </a:lnTo>
                  <a:lnTo>
                    <a:pt x="120" y="8"/>
                  </a:lnTo>
                  <a:lnTo>
                    <a:pt x="80" y="16"/>
                  </a:lnTo>
                  <a:lnTo>
                    <a:pt x="80" y="40"/>
                  </a:lnTo>
                  <a:lnTo>
                    <a:pt x="88" y="48"/>
                  </a:lnTo>
                  <a:lnTo>
                    <a:pt x="80" y="64"/>
                  </a:lnTo>
                  <a:lnTo>
                    <a:pt x="72" y="80"/>
                  </a:lnTo>
                  <a:lnTo>
                    <a:pt x="48" y="120"/>
                  </a:lnTo>
                  <a:lnTo>
                    <a:pt x="32" y="120"/>
                  </a:lnTo>
                  <a:lnTo>
                    <a:pt x="24" y="128"/>
                  </a:lnTo>
                  <a:lnTo>
                    <a:pt x="32" y="144"/>
                  </a:lnTo>
                  <a:lnTo>
                    <a:pt x="40" y="160"/>
                  </a:lnTo>
                  <a:lnTo>
                    <a:pt x="24" y="168"/>
                  </a:lnTo>
                  <a:lnTo>
                    <a:pt x="8" y="176"/>
                  </a:lnTo>
                  <a:lnTo>
                    <a:pt x="0" y="176"/>
                  </a:lnTo>
                  <a:lnTo>
                    <a:pt x="16" y="200"/>
                  </a:lnTo>
                  <a:lnTo>
                    <a:pt x="32" y="216"/>
                  </a:lnTo>
                  <a:lnTo>
                    <a:pt x="56" y="200"/>
                  </a:lnTo>
                  <a:lnTo>
                    <a:pt x="64" y="272"/>
                  </a:lnTo>
                  <a:lnTo>
                    <a:pt x="72" y="304"/>
                  </a:lnTo>
                  <a:lnTo>
                    <a:pt x="96" y="344"/>
                  </a:lnTo>
                  <a:lnTo>
                    <a:pt x="104" y="360"/>
                  </a:lnTo>
                  <a:lnTo>
                    <a:pt x="120" y="384"/>
                  </a:lnTo>
                  <a:lnTo>
                    <a:pt x="128" y="368"/>
                  </a:lnTo>
                  <a:lnTo>
                    <a:pt x="144" y="352"/>
                  </a:lnTo>
                  <a:lnTo>
                    <a:pt x="152" y="336"/>
                  </a:lnTo>
                  <a:lnTo>
                    <a:pt x="152" y="304"/>
                  </a:lnTo>
                  <a:lnTo>
                    <a:pt x="160" y="280"/>
                  </a:lnTo>
                  <a:lnTo>
                    <a:pt x="184" y="256"/>
                  </a:lnTo>
                  <a:lnTo>
                    <a:pt x="216" y="240"/>
                  </a:lnTo>
                  <a:lnTo>
                    <a:pt x="232" y="224"/>
                  </a:lnTo>
                  <a:lnTo>
                    <a:pt x="240" y="200"/>
                  </a:lnTo>
                  <a:lnTo>
                    <a:pt x="264" y="200"/>
                  </a:lnTo>
                  <a:lnTo>
                    <a:pt x="256" y="168"/>
                  </a:lnTo>
                  <a:lnTo>
                    <a:pt x="248" y="160"/>
                  </a:lnTo>
                  <a:lnTo>
                    <a:pt x="256" y="152"/>
                  </a:lnTo>
                  <a:lnTo>
                    <a:pt x="256" y="144"/>
                  </a:lnTo>
                  <a:lnTo>
                    <a:pt x="272" y="144"/>
                  </a:lnTo>
                  <a:lnTo>
                    <a:pt x="280" y="152"/>
                  </a:lnTo>
                  <a:lnTo>
                    <a:pt x="304" y="160"/>
                  </a:lnTo>
                  <a:lnTo>
                    <a:pt x="304" y="168"/>
                  </a:lnTo>
                  <a:lnTo>
                    <a:pt x="296" y="176"/>
                  </a:lnTo>
                  <a:lnTo>
                    <a:pt x="312" y="176"/>
                  </a:lnTo>
                  <a:lnTo>
                    <a:pt x="304" y="192"/>
                  </a:lnTo>
                  <a:lnTo>
                    <a:pt x="312" y="208"/>
                  </a:lnTo>
                  <a:lnTo>
                    <a:pt x="320" y="192"/>
                  </a:lnTo>
                  <a:lnTo>
                    <a:pt x="328" y="16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6" name="Freeform 627"/>
            <p:cNvSpPr>
              <a:spLocks/>
            </p:cNvSpPr>
            <p:nvPr/>
          </p:nvSpPr>
          <p:spPr bwMode="auto">
            <a:xfrm>
              <a:off x="6039821" y="3078267"/>
              <a:ext cx="203971" cy="472642"/>
            </a:xfrm>
            <a:custGeom>
              <a:avLst/>
              <a:gdLst>
                <a:gd name="T0" fmla="*/ 2147483647 w 152"/>
                <a:gd name="T1" fmla="*/ 2147483647 h 352"/>
                <a:gd name="T2" fmla="*/ 2147483647 w 152"/>
                <a:gd name="T3" fmla="*/ 2147483647 h 352"/>
                <a:gd name="T4" fmla="*/ 2147483647 w 152"/>
                <a:gd name="T5" fmla="*/ 2147483647 h 352"/>
                <a:gd name="T6" fmla="*/ 2147483647 w 152"/>
                <a:gd name="T7" fmla="*/ 2147483647 h 352"/>
                <a:gd name="T8" fmla="*/ 2147483647 w 152"/>
                <a:gd name="T9" fmla="*/ 2147483647 h 352"/>
                <a:gd name="T10" fmla="*/ 2147483647 w 152"/>
                <a:gd name="T11" fmla="*/ 0 h 352"/>
                <a:gd name="T12" fmla="*/ 2147483647 w 152"/>
                <a:gd name="T13" fmla="*/ 2147483647 h 352"/>
                <a:gd name="T14" fmla="*/ 2147483647 w 152"/>
                <a:gd name="T15" fmla="*/ 2147483647 h 352"/>
                <a:gd name="T16" fmla="*/ 0 w 152"/>
                <a:gd name="T17" fmla="*/ 2147483647 h 352"/>
                <a:gd name="T18" fmla="*/ 2147483647 w 152"/>
                <a:gd name="T19" fmla="*/ 2147483647 h 352"/>
                <a:gd name="T20" fmla="*/ 2147483647 w 152"/>
                <a:gd name="T21" fmla="*/ 2147483647 h 352"/>
                <a:gd name="T22" fmla="*/ 2147483647 w 152"/>
                <a:gd name="T23" fmla="*/ 2147483647 h 352"/>
                <a:gd name="T24" fmla="*/ 2147483647 w 152"/>
                <a:gd name="T25" fmla="*/ 2147483647 h 352"/>
                <a:gd name="T26" fmla="*/ 2147483647 w 152"/>
                <a:gd name="T27" fmla="*/ 2147483647 h 352"/>
                <a:gd name="T28" fmla="*/ 2147483647 w 152"/>
                <a:gd name="T29" fmla="*/ 2147483647 h 352"/>
                <a:gd name="T30" fmla="*/ 2147483647 w 152"/>
                <a:gd name="T31" fmla="*/ 2147483647 h 352"/>
                <a:gd name="T32" fmla="*/ 2147483647 w 152"/>
                <a:gd name="T33" fmla="*/ 2147483647 h 352"/>
                <a:gd name="T34" fmla="*/ 2147483647 w 152"/>
                <a:gd name="T35" fmla="*/ 2147483647 h 352"/>
                <a:gd name="T36" fmla="*/ 2147483647 w 152"/>
                <a:gd name="T37" fmla="*/ 2147483647 h 352"/>
                <a:gd name="T38" fmla="*/ 2147483647 w 152"/>
                <a:gd name="T39" fmla="*/ 2147483647 h 352"/>
                <a:gd name="T40" fmla="*/ 2147483647 w 152"/>
                <a:gd name="T41" fmla="*/ 2147483647 h 352"/>
                <a:gd name="T42" fmla="*/ 2147483647 w 152"/>
                <a:gd name="T43" fmla="*/ 2147483647 h 352"/>
                <a:gd name="T44" fmla="*/ 2147483647 w 152"/>
                <a:gd name="T45" fmla="*/ 2147483647 h 352"/>
                <a:gd name="T46" fmla="*/ 2147483647 w 152"/>
                <a:gd name="T47" fmla="*/ 2147483647 h 352"/>
                <a:gd name="T48" fmla="*/ 2147483647 w 152"/>
                <a:gd name="T49" fmla="*/ 2147483647 h 352"/>
                <a:gd name="T50" fmla="*/ 2147483647 w 152"/>
                <a:gd name="T51" fmla="*/ 2147483647 h 352"/>
                <a:gd name="T52" fmla="*/ 2147483647 w 152"/>
                <a:gd name="T53" fmla="*/ 2147483647 h 352"/>
                <a:gd name="T54" fmla="*/ 2147483647 w 152"/>
                <a:gd name="T55" fmla="*/ 2147483647 h 352"/>
                <a:gd name="T56" fmla="*/ 2147483647 w 152"/>
                <a:gd name="T57" fmla="*/ 0 h 352"/>
                <a:gd name="T58" fmla="*/ 2147483647 w 152"/>
                <a:gd name="T59" fmla="*/ 2147483647 h 352"/>
                <a:gd name="T60" fmla="*/ 2147483647 w 152"/>
                <a:gd name="T61" fmla="*/ 2147483647 h 352"/>
                <a:gd name="T62" fmla="*/ 0 w 152"/>
                <a:gd name="T63" fmla="*/ 2147483647 h 352"/>
                <a:gd name="T64" fmla="*/ 2147483647 w 152"/>
                <a:gd name="T65" fmla="*/ 2147483647 h 352"/>
                <a:gd name="T66" fmla="*/ 2147483647 w 152"/>
                <a:gd name="T67" fmla="*/ 2147483647 h 352"/>
                <a:gd name="T68" fmla="*/ 2147483647 w 152"/>
                <a:gd name="T69" fmla="*/ 2147483647 h 352"/>
                <a:gd name="T70" fmla="*/ 2147483647 w 152"/>
                <a:gd name="T71" fmla="*/ 2147483647 h 352"/>
                <a:gd name="T72" fmla="*/ 2147483647 w 152"/>
                <a:gd name="T73" fmla="*/ 2147483647 h 352"/>
                <a:gd name="T74" fmla="*/ 2147483647 w 152"/>
                <a:gd name="T75" fmla="*/ 2147483647 h 352"/>
                <a:gd name="T76" fmla="*/ 2147483647 w 152"/>
                <a:gd name="T77" fmla="*/ 2147483647 h 352"/>
                <a:gd name="T78" fmla="*/ 2147483647 w 152"/>
                <a:gd name="T79" fmla="*/ 2147483647 h 352"/>
                <a:gd name="T80" fmla="*/ 2147483647 w 152"/>
                <a:gd name="T81" fmla="*/ 2147483647 h 352"/>
                <a:gd name="T82" fmla="*/ 2147483647 w 152"/>
                <a:gd name="T83" fmla="*/ 2147483647 h 352"/>
                <a:gd name="T84" fmla="*/ 2147483647 w 152"/>
                <a:gd name="T85" fmla="*/ 2147483647 h 352"/>
                <a:gd name="T86" fmla="*/ 2147483647 w 152"/>
                <a:gd name="T87" fmla="*/ 2147483647 h 352"/>
                <a:gd name="T88" fmla="*/ 2147483647 w 152"/>
                <a:gd name="T89" fmla="*/ 2147483647 h 352"/>
                <a:gd name="T90" fmla="*/ 2147483647 w 152"/>
                <a:gd name="T91" fmla="*/ 2147483647 h 35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52"/>
                <a:gd name="T139" fmla="*/ 0 h 352"/>
                <a:gd name="T140" fmla="*/ 152 w 152"/>
                <a:gd name="T141" fmla="*/ 352 h 35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52" h="352">
                  <a:moveTo>
                    <a:pt x="96" y="104"/>
                  </a:moveTo>
                  <a:lnTo>
                    <a:pt x="96" y="104"/>
                  </a:lnTo>
                  <a:lnTo>
                    <a:pt x="112" y="88"/>
                  </a:lnTo>
                  <a:lnTo>
                    <a:pt x="88" y="80"/>
                  </a:lnTo>
                  <a:lnTo>
                    <a:pt x="88" y="72"/>
                  </a:lnTo>
                  <a:lnTo>
                    <a:pt x="80" y="64"/>
                  </a:lnTo>
                  <a:lnTo>
                    <a:pt x="72" y="56"/>
                  </a:lnTo>
                  <a:lnTo>
                    <a:pt x="72" y="48"/>
                  </a:lnTo>
                  <a:lnTo>
                    <a:pt x="80" y="24"/>
                  </a:lnTo>
                  <a:lnTo>
                    <a:pt x="72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40" y="24"/>
                  </a:lnTo>
                  <a:lnTo>
                    <a:pt x="32" y="48"/>
                  </a:lnTo>
                  <a:lnTo>
                    <a:pt x="16" y="56"/>
                  </a:lnTo>
                  <a:lnTo>
                    <a:pt x="8" y="80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24" y="160"/>
                  </a:lnTo>
                  <a:lnTo>
                    <a:pt x="40" y="168"/>
                  </a:lnTo>
                  <a:lnTo>
                    <a:pt x="56" y="160"/>
                  </a:lnTo>
                  <a:lnTo>
                    <a:pt x="64" y="168"/>
                  </a:lnTo>
                  <a:lnTo>
                    <a:pt x="72" y="192"/>
                  </a:lnTo>
                  <a:lnTo>
                    <a:pt x="72" y="224"/>
                  </a:lnTo>
                  <a:lnTo>
                    <a:pt x="72" y="264"/>
                  </a:lnTo>
                  <a:lnTo>
                    <a:pt x="88" y="280"/>
                  </a:lnTo>
                  <a:lnTo>
                    <a:pt x="96" y="296"/>
                  </a:lnTo>
                  <a:lnTo>
                    <a:pt x="104" y="312"/>
                  </a:lnTo>
                  <a:lnTo>
                    <a:pt x="120" y="328"/>
                  </a:lnTo>
                  <a:lnTo>
                    <a:pt x="144" y="352"/>
                  </a:lnTo>
                  <a:lnTo>
                    <a:pt x="152" y="344"/>
                  </a:lnTo>
                  <a:lnTo>
                    <a:pt x="144" y="320"/>
                  </a:lnTo>
                  <a:lnTo>
                    <a:pt x="136" y="304"/>
                  </a:lnTo>
                  <a:lnTo>
                    <a:pt x="120" y="288"/>
                  </a:lnTo>
                  <a:lnTo>
                    <a:pt x="104" y="280"/>
                  </a:lnTo>
                  <a:lnTo>
                    <a:pt x="96" y="272"/>
                  </a:lnTo>
                  <a:lnTo>
                    <a:pt x="88" y="240"/>
                  </a:lnTo>
                  <a:lnTo>
                    <a:pt x="88" y="224"/>
                  </a:lnTo>
                  <a:lnTo>
                    <a:pt x="96" y="216"/>
                  </a:lnTo>
                  <a:lnTo>
                    <a:pt x="80" y="192"/>
                  </a:lnTo>
                  <a:lnTo>
                    <a:pt x="80" y="176"/>
                  </a:lnTo>
                  <a:lnTo>
                    <a:pt x="80" y="168"/>
                  </a:lnTo>
                  <a:lnTo>
                    <a:pt x="80" y="152"/>
                  </a:lnTo>
                  <a:lnTo>
                    <a:pt x="72" y="128"/>
                  </a:lnTo>
                  <a:lnTo>
                    <a:pt x="88" y="112"/>
                  </a:lnTo>
                  <a:lnTo>
                    <a:pt x="96" y="104"/>
                  </a:lnTo>
                  <a:lnTo>
                    <a:pt x="112" y="88"/>
                  </a:lnTo>
                  <a:lnTo>
                    <a:pt x="88" y="80"/>
                  </a:lnTo>
                  <a:lnTo>
                    <a:pt x="88" y="72"/>
                  </a:lnTo>
                  <a:lnTo>
                    <a:pt x="80" y="64"/>
                  </a:lnTo>
                  <a:lnTo>
                    <a:pt x="72" y="56"/>
                  </a:lnTo>
                  <a:lnTo>
                    <a:pt x="72" y="48"/>
                  </a:lnTo>
                  <a:lnTo>
                    <a:pt x="80" y="24"/>
                  </a:lnTo>
                  <a:lnTo>
                    <a:pt x="72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40" y="24"/>
                  </a:lnTo>
                  <a:lnTo>
                    <a:pt x="32" y="48"/>
                  </a:lnTo>
                  <a:lnTo>
                    <a:pt x="16" y="56"/>
                  </a:lnTo>
                  <a:lnTo>
                    <a:pt x="8" y="80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24" y="160"/>
                  </a:lnTo>
                  <a:lnTo>
                    <a:pt x="40" y="168"/>
                  </a:lnTo>
                  <a:lnTo>
                    <a:pt x="56" y="160"/>
                  </a:lnTo>
                  <a:lnTo>
                    <a:pt x="64" y="168"/>
                  </a:lnTo>
                  <a:lnTo>
                    <a:pt x="72" y="192"/>
                  </a:lnTo>
                  <a:lnTo>
                    <a:pt x="72" y="224"/>
                  </a:lnTo>
                  <a:lnTo>
                    <a:pt x="72" y="264"/>
                  </a:lnTo>
                  <a:lnTo>
                    <a:pt x="88" y="280"/>
                  </a:lnTo>
                  <a:lnTo>
                    <a:pt x="96" y="296"/>
                  </a:lnTo>
                  <a:lnTo>
                    <a:pt x="104" y="312"/>
                  </a:lnTo>
                  <a:lnTo>
                    <a:pt x="120" y="328"/>
                  </a:lnTo>
                  <a:lnTo>
                    <a:pt x="144" y="352"/>
                  </a:lnTo>
                  <a:lnTo>
                    <a:pt x="152" y="344"/>
                  </a:lnTo>
                  <a:lnTo>
                    <a:pt x="144" y="320"/>
                  </a:lnTo>
                  <a:lnTo>
                    <a:pt x="136" y="304"/>
                  </a:lnTo>
                  <a:lnTo>
                    <a:pt x="120" y="288"/>
                  </a:lnTo>
                  <a:lnTo>
                    <a:pt x="104" y="280"/>
                  </a:lnTo>
                  <a:lnTo>
                    <a:pt x="96" y="272"/>
                  </a:lnTo>
                  <a:lnTo>
                    <a:pt x="88" y="240"/>
                  </a:lnTo>
                  <a:lnTo>
                    <a:pt x="88" y="224"/>
                  </a:lnTo>
                  <a:lnTo>
                    <a:pt x="96" y="216"/>
                  </a:lnTo>
                  <a:lnTo>
                    <a:pt x="80" y="192"/>
                  </a:lnTo>
                  <a:lnTo>
                    <a:pt x="80" y="176"/>
                  </a:lnTo>
                  <a:lnTo>
                    <a:pt x="80" y="168"/>
                  </a:lnTo>
                  <a:lnTo>
                    <a:pt x="80" y="152"/>
                  </a:lnTo>
                  <a:lnTo>
                    <a:pt x="72" y="128"/>
                  </a:lnTo>
                  <a:lnTo>
                    <a:pt x="88" y="112"/>
                  </a:lnTo>
                  <a:lnTo>
                    <a:pt x="96" y="1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7" name="Freeform 628"/>
            <p:cNvSpPr>
              <a:spLocks/>
            </p:cNvSpPr>
            <p:nvPr/>
          </p:nvSpPr>
          <p:spPr bwMode="auto">
            <a:xfrm>
              <a:off x="6136324" y="3217538"/>
              <a:ext cx="129401" cy="150236"/>
            </a:xfrm>
            <a:custGeom>
              <a:avLst/>
              <a:gdLst>
                <a:gd name="T0" fmla="*/ 2147483647 w 96"/>
                <a:gd name="T1" fmla="*/ 2147483647 h 112"/>
                <a:gd name="T2" fmla="*/ 2147483647 w 96"/>
                <a:gd name="T3" fmla="*/ 2147483647 h 112"/>
                <a:gd name="T4" fmla="*/ 2147483647 w 96"/>
                <a:gd name="T5" fmla="*/ 2147483647 h 112"/>
                <a:gd name="T6" fmla="*/ 2147483647 w 96"/>
                <a:gd name="T7" fmla="*/ 2147483647 h 112"/>
                <a:gd name="T8" fmla="*/ 2147483647 w 96"/>
                <a:gd name="T9" fmla="*/ 2147483647 h 112"/>
                <a:gd name="T10" fmla="*/ 2147483647 w 96"/>
                <a:gd name="T11" fmla="*/ 2147483647 h 112"/>
                <a:gd name="T12" fmla="*/ 2147483647 w 96"/>
                <a:gd name="T13" fmla="*/ 2147483647 h 112"/>
                <a:gd name="T14" fmla="*/ 2147483647 w 96"/>
                <a:gd name="T15" fmla="*/ 0 h 112"/>
                <a:gd name="T16" fmla="*/ 2147483647 w 96"/>
                <a:gd name="T17" fmla="*/ 2147483647 h 112"/>
                <a:gd name="T18" fmla="*/ 0 w 96"/>
                <a:gd name="T19" fmla="*/ 2147483647 h 112"/>
                <a:gd name="T20" fmla="*/ 2147483647 w 96"/>
                <a:gd name="T21" fmla="*/ 2147483647 h 112"/>
                <a:gd name="T22" fmla="*/ 2147483647 w 96"/>
                <a:gd name="T23" fmla="*/ 2147483647 h 112"/>
                <a:gd name="T24" fmla="*/ 2147483647 w 96"/>
                <a:gd name="T25" fmla="*/ 2147483647 h 112"/>
                <a:gd name="T26" fmla="*/ 2147483647 w 96"/>
                <a:gd name="T27" fmla="*/ 2147483647 h 112"/>
                <a:gd name="T28" fmla="*/ 2147483647 w 96"/>
                <a:gd name="T29" fmla="*/ 2147483647 h 112"/>
                <a:gd name="T30" fmla="*/ 2147483647 w 96"/>
                <a:gd name="T31" fmla="*/ 2147483647 h 112"/>
                <a:gd name="T32" fmla="*/ 2147483647 w 96"/>
                <a:gd name="T33" fmla="*/ 2147483647 h 112"/>
                <a:gd name="T34" fmla="*/ 2147483647 w 96"/>
                <a:gd name="T35" fmla="*/ 2147483647 h 112"/>
                <a:gd name="T36" fmla="*/ 2147483647 w 96"/>
                <a:gd name="T37" fmla="*/ 2147483647 h 112"/>
                <a:gd name="T38" fmla="*/ 2147483647 w 96"/>
                <a:gd name="T39" fmla="*/ 2147483647 h 11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6"/>
                <a:gd name="T61" fmla="*/ 0 h 112"/>
                <a:gd name="T62" fmla="*/ 96 w 96"/>
                <a:gd name="T63" fmla="*/ 112 h 11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6" h="112">
                  <a:moveTo>
                    <a:pt x="64" y="88"/>
                  </a:moveTo>
                  <a:lnTo>
                    <a:pt x="88" y="80"/>
                  </a:lnTo>
                  <a:lnTo>
                    <a:pt x="96" y="72"/>
                  </a:lnTo>
                  <a:lnTo>
                    <a:pt x="72" y="40"/>
                  </a:lnTo>
                  <a:lnTo>
                    <a:pt x="64" y="32"/>
                  </a:lnTo>
                  <a:lnTo>
                    <a:pt x="32" y="32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0" y="24"/>
                  </a:lnTo>
                  <a:lnTo>
                    <a:pt x="8" y="48"/>
                  </a:lnTo>
                  <a:lnTo>
                    <a:pt x="8" y="64"/>
                  </a:lnTo>
                  <a:lnTo>
                    <a:pt x="8" y="72"/>
                  </a:lnTo>
                  <a:lnTo>
                    <a:pt x="8" y="88"/>
                  </a:lnTo>
                  <a:lnTo>
                    <a:pt x="24" y="112"/>
                  </a:lnTo>
                  <a:lnTo>
                    <a:pt x="24" y="96"/>
                  </a:lnTo>
                  <a:lnTo>
                    <a:pt x="48" y="104"/>
                  </a:lnTo>
                  <a:lnTo>
                    <a:pt x="56" y="112"/>
                  </a:lnTo>
                  <a:lnTo>
                    <a:pt x="56" y="96"/>
                  </a:lnTo>
                  <a:lnTo>
                    <a:pt x="64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8" name="Freeform 629"/>
            <p:cNvSpPr>
              <a:spLocks/>
            </p:cNvSpPr>
            <p:nvPr/>
          </p:nvSpPr>
          <p:spPr bwMode="auto">
            <a:xfrm>
              <a:off x="5954285" y="3121035"/>
              <a:ext cx="85536" cy="75666"/>
            </a:xfrm>
            <a:custGeom>
              <a:avLst/>
              <a:gdLst>
                <a:gd name="T0" fmla="*/ 2147483647 w 64"/>
                <a:gd name="T1" fmla="*/ 2147483647 h 56"/>
                <a:gd name="T2" fmla="*/ 2147483647 w 64"/>
                <a:gd name="T3" fmla="*/ 2147483647 h 56"/>
                <a:gd name="T4" fmla="*/ 2147483647 w 64"/>
                <a:gd name="T5" fmla="*/ 2147483647 h 56"/>
                <a:gd name="T6" fmla="*/ 2147483647 w 64"/>
                <a:gd name="T7" fmla="*/ 2147483647 h 56"/>
                <a:gd name="T8" fmla="*/ 2147483647 w 64"/>
                <a:gd name="T9" fmla="*/ 0 h 56"/>
                <a:gd name="T10" fmla="*/ 2147483647 w 64"/>
                <a:gd name="T11" fmla="*/ 0 h 56"/>
                <a:gd name="T12" fmla="*/ 2147483647 w 64"/>
                <a:gd name="T13" fmla="*/ 2147483647 h 56"/>
                <a:gd name="T14" fmla="*/ 0 w 64"/>
                <a:gd name="T15" fmla="*/ 2147483647 h 56"/>
                <a:gd name="T16" fmla="*/ 2147483647 w 64"/>
                <a:gd name="T17" fmla="*/ 2147483647 h 56"/>
                <a:gd name="T18" fmla="*/ 2147483647 w 64"/>
                <a:gd name="T19" fmla="*/ 2147483647 h 56"/>
                <a:gd name="T20" fmla="*/ 2147483647 w 64"/>
                <a:gd name="T21" fmla="*/ 2147483647 h 56"/>
                <a:gd name="T22" fmla="*/ 2147483647 w 64"/>
                <a:gd name="T23" fmla="*/ 2147483647 h 56"/>
                <a:gd name="T24" fmla="*/ 2147483647 w 64"/>
                <a:gd name="T25" fmla="*/ 2147483647 h 56"/>
                <a:gd name="T26" fmla="*/ 2147483647 w 64"/>
                <a:gd name="T27" fmla="*/ 2147483647 h 5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4"/>
                <a:gd name="T43" fmla="*/ 0 h 56"/>
                <a:gd name="T44" fmla="*/ 64 w 64"/>
                <a:gd name="T45" fmla="*/ 56 h 5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4" h="56">
                  <a:moveTo>
                    <a:pt x="48" y="32"/>
                  </a:moveTo>
                  <a:lnTo>
                    <a:pt x="56" y="24"/>
                  </a:lnTo>
                  <a:lnTo>
                    <a:pt x="56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16" y="56"/>
                  </a:lnTo>
                  <a:lnTo>
                    <a:pt x="40" y="48"/>
                  </a:lnTo>
                  <a:lnTo>
                    <a:pt x="56" y="48"/>
                  </a:lnTo>
                  <a:lnTo>
                    <a:pt x="64" y="32"/>
                  </a:lnTo>
                  <a:lnTo>
                    <a:pt x="48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9" name="Freeform 630"/>
            <p:cNvSpPr>
              <a:spLocks/>
            </p:cNvSpPr>
            <p:nvPr/>
          </p:nvSpPr>
          <p:spPr bwMode="auto">
            <a:xfrm>
              <a:off x="6136324" y="3217538"/>
              <a:ext cx="129401" cy="150236"/>
            </a:xfrm>
            <a:custGeom>
              <a:avLst/>
              <a:gdLst>
                <a:gd name="T0" fmla="*/ 2147483647 w 96"/>
                <a:gd name="T1" fmla="*/ 2147483647 h 112"/>
                <a:gd name="T2" fmla="*/ 2147483647 w 96"/>
                <a:gd name="T3" fmla="*/ 2147483647 h 112"/>
                <a:gd name="T4" fmla="*/ 2147483647 w 96"/>
                <a:gd name="T5" fmla="*/ 2147483647 h 112"/>
                <a:gd name="T6" fmla="*/ 2147483647 w 96"/>
                <a:gd name="T7" fmla="*/ 2147483647 h 112"/>
                <a:gd name="T8" fmla="*/ 2147483647 w 96"/>
                <a:gd name="T9" fmla="*/ 2147483647 h 112"/>
                <a:gd name="T10" fmla="*/ 2147483647 w 96"/>
                <a:gd name="T11" fmla="*/ 2147483647 h 112"/>
                <a:gd name="T12" fmla="*/ 2147483647 w 96"/>
                <a:gd name="T13" fmla="*/ 2147483647 h 112"/>
                <a:gd name="T14" fmla="*/ 2147483647 w 96"/>
                <a:gd name="T15" fmla="*/ 0 h 112"/>
                <a:gd name="T16" fmla="*/ 2147483647 w 96"/>
                <a:gd name="T17" fmla="*/ 2147483647 h 112"/>
                <a:gd name="T18" fmla="*/ 0 w 96"/>
                <a:gd name="T19" fmla="*/ 2147483647 h 112"/>
                <a:gd name="T20" fmla="*/ 2147483647 w 96"/>
                <a:gd name="T21" fmla="*/ 2147483647 h 112"/>
                <a:gd name="T22" fmla="*/ 2147483647 w 96"/>
                <a:gd name="T23" fmla="*/ 2147483647 h 112"/>
                <a:gd name="T24" fmla="*/ 2147483647 w 96"/>
                <a:gd name="T25" fmla="*/ 2147483647 h 112"/>
                <a:gd name="T26" fmla="*/ 2147483647 w 96"/>
                <a:gd name="T27" fmla="*/ 2147483647 h 112"/>
                <a:gd name="T28" fmla="*/ 2147483647 w 96"/>
                <a:gd name="T29" fmla="*/ 2147483647 h 112"/>
                <a:gd name="T30" fmla="*/ 2147483647 w 96"/>
                <a:gd name="T31" fmla="*/ 2147483647 h 112"/>
                <a:gd name="T32" fmla="*/ 2147483647 w 96"/>
                <a:gd name="T33" fmla="*/ 2147483647 h 112"/>
                <a:gd name="T34" fmla="*/ 2147483647 w 96"/>
                <a:gd name="T35" fmla="*/ 2147483647 h 112"/>
                <a:gd name="T36" fmla="*/ 2147483647 w 96"/>
                <a:gd name="T37" fmla="*/ 2147483647 h 112"/>
                <a:gd name="T38" fmla="*/ 2147483647 w 96"/>
                <a:gd name="T39" fmla="*/ 2147483647 h 11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6"/>
                <a:gd name="T61" fmla="*/ 0 h 112"/>
                <a:gd name="T62" fmla="*/ 96 w 96"/>
                <a:gd name="T63" fmla="*/ 112 h 11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6" h="112">
                  <a:moveTo>
                    <a:pt x="64" y="88"/>
                  </a:moveTo>
                  <a:lnTo>
                    <a:pt x="88" y="80"/>
                  </a:lnTo>
                  <a:lnTo>
                    <a:pt x="96" y="72"/>
                  </a:lnTo>
                  <a:lnTo>
                    <a:pt x="72" y="40"/>
                  </a:lnTo>
                  <a:lnTo>
                    <a:pt x="64" y="32"/>
                  </a:lnTo>
                  <a:lnTo>
                    <a:pt x="32" y="32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0" y="24"/>
                  </a:lnTo>
                  <a:lnTo>
                    <a:pt x="8" y="48"/>
                  </a:lnTo>
                  <a:lnTo>
                    <a:pt x="8" y="64"/>
                  </a:lnTo>
                  <a:lnTo>
                    <a:pt x="8" y="72"/>
                  </a:lnTo>
                  <a:lnTo>
                    <a:pt x="8" y="88"/>
                  </a:lnTo>
                  <a:lnTo>
                    <a:pt x="24" y="112"/>
                  </a:lnTo>
                  <a:lnTo>
                    <a:pt x="24" y="96"/>
                  </a:lnTo>
                  <a:lnTo>
                    <a:pt x="48" y="104"/>
                  </a:lnTo>
                  <a:lnTo>
                    <a:pt x="56" y="112"/>
                  </a:lnTo>
                  <a:lnTo>
                    <a:pt x="56" y="96"/>
                  </a:lnTo>
                  <a:lnTo>
                    <a:pt x="64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0" name="Freeform 631"/>
            <p:cNvSpPr>
              <a:spLocks/>
            </p:cNvSpPr>
            <p:nvPr/>
          </p:nvSpPr>
          <p:spPr bwMode="auto">
            <a:xfrm>
              <a:off x="5954285" y="3121035"/>
              <a:ext cx="85536" cy="75666"/>
            </a:xfrm>
            <a:custGeom>
              <a:avLst/>
              <a:gdLst>
                <a:gd name="T0" fmla="*/ 2147483647 w 64"/>
                <a:gd name="T1" fmla="*/ 2147483647 h 56"/>
                <a:gd name="T2" fmla="*/ 2147483647 w 64"/>
                <a:gd name="T3" fmla="*/ 2147483647 h 56"/>
                <a:gd name="T4" fmla="*/ 2147483647 w 64"/>
                <a:gd name="T5" fmla="*/ 2147483647 h 56"/>
                <a:gd name="T6" fmla="*/ 2147483647 w 64"/>
                <a:gd name="T7" fmla="*/ 2147483647 h 56"/>
                <a:gd name="T8" fmla="*/ 2147483647 w 64"/>
                <a:gd name="T9" fmla="*/ 0 h 56"/>
                <a:gd name="T10" fmla="*/ 2147483647 w 64"/>
                <a:gd name="T11" fmla="*/ 0 h 56"/>
                <a:gd name="T12" fmla="*/ 2147483647 w 64"/>
                <a:gd name="T13" fmla="*/ 2147483647 h 56"/>
                <a:gd name="T14" fmla="*/ 0 w 64"/>
                <a:gd name="T15" fmla="*/ 2147483647 h 56"/>
                <a:gd name="T16" fmla="*/ 2147483647 w 64"/>
                <a:gd name="T17" fmla="*/ 2147483647 h 56"/>
                <a:gd name="T18" fmla="*/ 2147483647 w 64"/>
                <a:gd name="T19" fmla="*/ 2147483647 h 56"/>
                <a:gd name="T20" fmla="*/ 2147483647 w 64"/>
                <a:gd name="T21" fmla="*/ 2147483647 h 56"/>
                <a:gd name="T22" fmla="*/ 2147483647 w 64"/>
                <a:gd name="T23" fmla="*/ 2147483647 h 56"/>
                <a:gd name="T24" fmla="*/ 2147483647 w 64"/>
                <a:gd name="T25" fmla="*/ 2147483647 h 56"/>
                <a:gd name="T26" fmla="*/ 2147483647 w 64"/>
                <a:gd name="T27" fmla="*/ 2147483647 h 56"/>
                <a:gd name="T28" fmla="*/ 2147483647 w 64"/>
                <a:gd name="T29" fmla="*/ 2147483647 h 5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64"/>
                <a:gd name="T46" fmla="*/ 0 h 56"/>
                <a:gd name="T47" fmla="*/ 64 w 64"/>
                <a:gd name="T48" fmla="*/ 56 h 5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64" h="56">
                  <a:moveTo>
                    <a:pt x="48" y="32"/>
                  </a:moveTo>
                  <a:lnTo>
                    <a:pt x="56" y="24"/>
                  </a:lnTo>
                  <a:lnTo>
                    <a:pt x="56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16" y="56"/>
                  </a:lnTo>
                  <a:lnTo>
                    <a:pt x="40" y="48"/>
                  </a:lnTo>
                  <a:lnTo>
                    <a:pt x="56" y="48"/>
                  </a:lnTo>
                  <a:lnTo>
                    <a:pt x="64" y="32"/>
                  </a:lnTo>
                  <a:lnTo>
                    <a:pt x="48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1" name="Freeform 632"/>
            <p:cNvSpPr>
              <a:spLocks/>
            </p:cNvSpPr>
            <p:nvPr/>
          </p:nvSpPr>
          <p:spPr bwMode="auto">
            <a:xfrm>
              <a:off x="4815998" y="2412621"/>
              <a:ext cx="107468" cy="75666"/>
            </a:xfrm>
            <a:custGeom>
              <a:avLst/>
              <a:gdLst>
                <a:gd name="T0" fmla="*/ 2147483647 w 80"/>
                <a:gd name="T1" fmla="*/ 2147483647 h 56"/>
                <a:gd name="T2" fmla="*/ 2147483647 w 80"/>
                <a:gd name="T3" fmla="*/ 2147483647 h 56"/>
                <a:gd name="T4" fmla="*/ 2147483647 w 80"/>
                <a:gd name="T5" fmla="*/ 0 h 56"/>
                <a:gd name="T6" fmla="*/ 2147483647 w 80"/>
                <a:gd name="T7" fmla="*/ 2147483647 h 56"/>
                <a:gd name="T8" fmla="*/ 2147483647 w 80"/>
                <a:gd name="T9" fmla="*/ 0 h 56"/>
                <a:gd name="T10" fmla="*/ 2147483647 w 80"/>
                <a:gd name="T11" fmla="*/ 0 h 56"/>
                <a:gd name="T12" fmla="*/ 2147483647 w 80"/>
                <a:gd name="T13" fmla="*/ 2147483647 h 56"/>
                <a:gd name="T14" fmla="*/ 2147483647 w 80"/>
                <a:gd name="T15" fmla="*/ 2147483647 h 56"/>
                <a:gd name="T16" fmla="*/ 0 w 80"/>
                <a:gd name="T17" fmla="*/ 2147483647 h 56"/>
                <a:gd name="T18" fmla="*/ 2147483647 w 80"/>
                <a:gd name="T19" fmla="*/ 2147483647 h 56"/>
                <a:gd name="T20" fmla="*/ 2147483647 w 80"/>
                <a:gd name="T21" fmla="*/ 2147483647 h 56"/>
                <a:gd name="T22" fmla="*/ 2147483647 w 80"/>
                <a:gd name="T23" fmla="*/ 2147483647 h 56"/>
                <a:gd name="T24" fmla="*/ 2147483647 w 80"/>
                <a:gd name="T25" fmla="*/ 2147483647 h 56"/>
                <a:gd name="T26" fmla="*/ 2147483647 w 80"/>
                <a:gd name="T27" fmla="*/ 2147483647 h 56"/>
                <a:gd name="T28" fmla="*/ 2147483647 w 80"/>
                <a:gd name="T29" fmla="*/ 2147483647 h 56"/>
                <a:gd name="T30" fmla="*/ 2147483647 w 80"/>
                <a:gd name="T31" fmla="*/ 2147483647 h 56"/>
                <a:gd name="T32" fmla="*/ 2147483647 w 80"/>
                <a:gd name="T33" fmla="*/ 2147483647 h 56"/>
                <a:gd name="T34" fmla="*/ 2147483647 w 80"/>
                <a:gd name="T35" fmla="*/ 2147483647 h 56"/>
                <a:gd name="T36" fmla="*/ 2147483647 w 80"/>
                <a:gd name="T37" fmla="*/ 2147483647 h 56"/>
                <a:gd name="T38" fmla="*/ 2147483647 w 80"/>
                <a:gd name="T39" fmla="*/ 2147483647 h 56"/>
                <a:gd name="T40" fmla="*/ 2147483647 w 80"/>
                <a:gd name="T41" fmla="*/ 2147483647 h 56"/>
                <a:gd name="T42" fmla="*/ 2147483647 w 80"/>
                <a:gd name="T43" fmla="*/ 2147483647 h 5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80"/>
                <a:gd name="T67" fmla="*/ 0 h 56"/>
                <a:gd name="T68" fmla="*/ 80 w 80"/>
                <a:gd name="T69" fmla="*/ 56 h 5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80" h="56">
                  <a:moveTo>
                    <a:pt x="80" y="16"/>
                  </a:moveTo>
                  <a:lnTo>
                    <a:pt x="72" y="8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8" y="8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24" y="48"/>
                  </a:lnTo>
                  <a:lnTo>
                    <a:pt x="32" y="48"/>
                  </a:lnTo>
                  <a:lnTo>
                    <a:pt x="40" y="56"/>
                  </a:lnTo>
                  <a:lnTo>
                    <a:pt x="48" y="56"/>
                  </a:lnTo>
                  <a:lnTo>
                    <a:pt x="56" y="48"/>
                  </a:lnTo>
                  <a:lnTo>
                    <a:pt x="64" y="48"/>
                  </a:lnTo>
                  <a:lnTo>
                    <a:pt x="64" y="40"/>
                  </a:lnTo>
                  <a:lnTo>
                    <a:pt x="72" y="32"/>
                  </a:lnTo>
                  <a:lnTo>
                    <a:pt x="8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2" name="Freeform 633"/>
            <p:cNvSpPr>
              <a:spLocks/>
            </p:cNvSpPr>
            <p:nvPr/>
          </p:nvSpPr>
          <p:spPr bwMode="auto">
            <a:xfrm>
              <a:off x="4869731" y="2316119"/>
              <a:ext cx="75667" cy="64700"/>
            </a:xfrm>
            <a:custGeom>
              <a:avLst/>
              <a:gdLst>
                <a:gd name="T0" fmla="*/ 2147483647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2147483647 h 48"/>
                <a:gd name="T8" fmla="*/ 2147483647 w 56"/>
                <a:gd name="T9" fmla="*/ 0 h 48"/>
                <a:gd name="T10" fmla="*/ 2147483647 w 56"/>
                <a:gd name="T11" fmla="*/ 0 h 48"/>
                <a:gd name="T12" fmla="*/ 2147483647 w 56"/>
                <a:gd name="T13" fmla="*/ 0 h 48"/>
                <a:gd name="T14" fmla="*/ 0 w 56"/>
                <a:gd name="T15" fmla="*/ 2147483647 h 48"/>
                <a:gd name="T16" fmla="*/ 0 w 56"/>
                <a:gd name="T17" fmla="*/ 2147483647 h 48"/>
                <a:gd name="T18" fmla="*/ 0 w 56"/>
                <a:gd name="T19" fmla="*/ 2147483647 h 48"/>
                <a:gd name="T20" fmla="*/ 2147483647 w 56"/>
                <a:gd name="T21" fmla="*/ 2147483647 h 48"/>
                <a:gd name="T22" fmla="*/ 2147483647 w 56"/>
                <a:gd name="T23" fmla="*/ 2147483647 h 48"/>
                <a:gd name="T24" fmla="*/ 2147483647 w 56"/>
                <a:gd name="T25" fmla="*/ 2147483647 h 48"/>
                <a:gd name="T26" fmla="*/ 2147483647 w 56"/>
                <a:gd name="T27" fmla="*/ 2147483647 h 4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6"/>
                <a:gd name="T43" fmla="*/ 0 h 48"/>
                <a:gd name="T44" fmla="*/ 56 w 56"/>
                <a:gd name="T45" fmla="*/ 48 h 4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6" h="48">
                  <a:moveTo>
                    <a:pt x="32" y="40"/>
                  </a:moveTo>
                  <a:lnTo>
                    <a:pt x="48" y="48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24" y="32"/>
                  </a:lnTo>
                  <a:lnTo>
                    <a:pt x="32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3" name="Freeform 634"/>
            <p:cNvSpPr>
              <a:spLocks/>
            </p:cNvSpPr>
            <p:nvPr/>
          </p:nvSpPr>
          <p:spPr bwMode="auto">
            <a:xfrm>
              <a:off x="4858765" y="2423587"/>
              <a:ext cx="161203" cy="139270"/>
            </a:xfrm>
            <a:custGeom>
              <a:avLst/>
              <a:gdLst>
                <a:gd name="T0" fmla="*/ 2147483647 w 120"/>
                <a:gd name="T1" fmla="*/ 2147483647 h 104"/>
                <a:gd name="T2" fmla="*/ 2147483647 w 120"/>
                <a:gd name="T3" fmla="*/ 2147483647 h 104"/>
                <a:gd name="T4" fmla="*/ 2147483647 w 120"/>
                <a:gd name="T5" fmla="*/ 2147483647 h 104"/>
                <a:gd name="T6" fmla="*/ 2147483647 w 120"/>
                <a:gd name="T7" fmla="*/ 2147483647 h 104"/>
                <a:gd name="T8" fmla="*/ 2147483647 w 120"/>
                <a:gd name="T9" fmla="*/ 0 h 104"/>
                <a:gd name="T10" fmla="*/ 2147483647 w 120"/>
                <a:gd name="T11" fmla="*/ 2147483647 h 104"/>
                <a:gd name="T12" fmla="*/ 2147483647 w 120"/>
                <a:gd name="T13" fmla="*/ 2147483647 h 104"/>
                <a:gd name="T14" fmla="*/ 2147483647 w 120"/>
                <a:gd name="T15" fmla="*/ 2147483647 h 104"/>
                <a:gd name="T16" fmla="*/ 2147483647 w 120"/>
                <a:gd name="T17" fmla="*/ 2147483647 h 104"/>
                <a:gd name="T18" fmla="*/ 2147483647 w 120"/>
                <a:gd name="T19" fmla="*/ 2147483647 h 104"/>
                <a:gd name="T20" fmla="*/ 2147483647 w 120"/>
                <a:gd name="T21" fmla="*/ 2147483647 h 104"/>
                <a:gd name="T22" fmla="*/ 2147483647 w 120"/>
                <a:gd name="T23" fmla="*/ 2147483647 h 104"/>
                <a:gd name="T24" fmla="*/ 2147483647 w 120"/>
                <a:gd name="T25" fmla="*/ 2147483647 h 104"/>
                <a:gd name="T26" fmla="*/ 2147483647 w 120"/>
                <a:gd name="T27" fmla="*/ 2147483647 h 104"/>
                <a:gd name="T28" fmla="*/ 2147483647 w 120"/>
                <a:gd name="T29" fmla="*/ 2147483647 h 104"/>
                <a:gd name="T30" fmla="*/ 0 w 120"/>
                <a:gd name="T31" fmla="*/ 2147483647 h 104"/>
                <a:gd name="T32" fmla="*/ 2147483647 w 120"/>
                <a:gd name="T33" fmla="*/ 2147483647 h 104"/>
                <a:gd name="T34" fmla="*/ 2147483647 w 120"/>
                <a:gd name="T35" fmla="*/ 2147483647 h 104"/>
                <a:gd name="T36" fmla="*/ 2147483647 w 120"/>
                <a:gd name="T37" fmla="*/ 2147483647 h 104"/>
                <a:gd name="T38" fmla="*/ 2147483647 w 120"/>
                <a:gd name="T39" fmla="*/ 2147483647 h 104"/>
                <a:gd name="T40" fmla="*/ 2147483647 w 120"/>
                <a:gd name="T41" fmla="*/ 2147483647 h 104"/>
                <a:gd name="T42" fmla="*/ 2147483647 w 120"/>
                <a:gd name="T43" fmla="*/ 2147483647 h 104"/>
                <a:gd name="T44" fmla="*/ 2147483647 w 120"/>
                <a:gd name="T45" fmla="*/ 2147483647 h 104"/>
                <a:gd name="T46" fmla="*/ 2147483647 w 120"/>
                <a:gd name="T47" fmla="*/ 2147483647 h 104"/>
                <a:gd name="T48" fmla="*/ 2147483647 w 120"/>
                <a:gd name="T49" fmla="*/ 2147483647 h 104"/>
                <a:gd name="T50" fmla="*/ 2147483647 w 120"/>
                <a:gd name="T51" fmla="*/ 2147483647 h 104"/>
                <a:gd name="T52" fmla="*/ 2147483647 w 120"/>
                <a:gd name="T53" fmla="*/ 2147483647 h 104"/>
                <a:gd name="T54" fmla="*/ 2147483647 w 120"/>
                <a:gd name="T55" fmla="*/ 2147483647 h 10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20"/>
                <a:gd name="T85" fmla="*/ 0 h 104"/>
                <a:gd name="T86" fmla="*/ 120 w 120"/>
                <a:gd name="T87" fmla="*/ 104 h 10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20" h="104">
                  <a:moveTo>
                    <a:pt x="120" y="56"/>
                  </a:moveTo>
                  <a:lnTo>
                    <a:pt x="112" y="40"/>
                  </a:lnTo>
                  <a:lnTo>
                    <a:pt x="96" y="8"/>
                  </a:lnTo>
                  <a:lnTo>
                    <a:pt x="80" y="8"/>
                  </a:lnTo>
                  <a:lnTo>
                    <a:pt x="72" y="0"/>
                  </a:lnTo>
                  <a:lnTo>
                    <a:pt x="56" y="8"/>
                  </a:lnTo>
                  <a:lnTo>
                    <a:pt x="48" y="8"/>
                  </a:lnTo>
                  <a:lnTo>
                    <a:pt x="40" y="24"/>
                  </a:lnTo>
                  <a:lnTo>
                    <a:pt x="32" y="32"/>
                  </a:lnTo>
                  <a:lnTo>
                    <a:pt x="32" y="40"/>
                  </a:lnTo>
                  <a:lnTo>
                    <a:pt x="24" y="40"/>
                  </a:lnTo>
                  <a:lnTo>
                    <a:pt x="16" y="48"/>
                  </a:lnTo>
                  <a:lnTo>
                    <a:pt x="8" y="48"/>
                  </a:lnTo>
                  <a:lnTo>
                    <a:pt x="8" y="56"/>
                  </a:lnTo>
                  <a:lnTo>
                    <a:pt x="8" y="72"/>
                  </a:lnTo>
                  <a:lnTo>
                    <a:pt x="0" y="80"/>
                  </a:lnTo>
                  <a:lnTo>
                    <a:pt x="8" y="88"/>
                  </a:lnTo>
                  <a:lnTo>
                    <a:pt x="8" y="96"/>
                  </a:lnTo>
                  <a:lnTo>
                    <a:pt x="16" y="96"/>
                  </a:lnTo>
                  <a:lnTo>
                    <a:pt x="32" y="96"/>
                  </a:lnTo>
                  <a:lnTo>
                    <a:pt x="56" y="104"/>
                  </a:lnTo>
                  <a:lnTo>
                    <a:pt x="80" y="104"/>
                  </a:lnTo>
                  <a:lnTo>
                    <a:pt x="96" y="104"/>
                  </a:lnTo>
                  <a:lnTo>
                    <a:pt x="104" y="80"/>
                  </a:lnTo>
                  <a:lnTo>
                    <a:pt x="112" y="80"/>
                  </a:lnTo>
                  <a:lnTo>
                    <a:pt x="104" y="64"/>
                  </a:lnTo>
                  <a:lnTo>
                    <a:pt x="120" y="64"/>
                  </a:lnTo>
                  <a:lnTo>
                    <a:pt x="120" y="5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4" name="Freeform 635"/>
            <p:cNvSpPr>
              <a:spLocks/>
            </p:cNvSpPr>
            <p:nvPr/>
          </p:nvSpPr>
          <p:spPr bwMode="auto">
            <a:xfrm>
              <a:off x="4826964" y="2358887"/>
              <a:ext cx="129401" cy="75667"/>
            </a:xfrm>
            <a:custGeom>
              <a:avLst/>
              <a:gdLst>
                <a:gd name="T0" fmla="*/ 2147483647 w 96"/>
                <a:gd name="T1" fmla="*/ 2147483647 h 56"/>
                <a:gd name="T2" fmla="*/ 2147483647 w 96"/>
                <a:gd name="T3" fmla="*/ 2147483647 h 56"/>
                <a:gd name="T4" fmla="*/ 2147483647 w 96"/>
                <a:gd name="T5" fmla="*/ 2147483647 h 56"/>
                <a:gd name="T6" fmla="*/ 2147483647 w 96"/>
                <a:gd name="T7" fmla="*/ 2147483647 h 56"/>
                <a:gd name="T8" fmla="*/ 2147483647 w 96"/>
                <a:gd name="T9" fmla="*/ 2147483647 h 56"/>
                <a:gd name="T10" fmla="*/ 2147483647 w 96"/>
                <a:gd name="T11" fmla="*/ 2147483647 h 56"/>
                <a:gd name="T12" fmla="*/ 2147483647 w 96"/>
                <a:gd name="T13" fmla="*/ 2147483647 h 56"/>
                <a:gd name="T14" fmla="*/ 2147483647 w 96"/>
                <a:gd name="T15" fmla="*/ 2147483647 h 56"/>
                <a:gd name="T16" fmla="*/ 2147483647 w 96"/>
                <a:gd name="T17" fmla="*/ 2147483647 h 56"/>
                <a:gd name="T18" fmla="*/ 2147483647 w 96"/>
                <a:gd name="T19" fmla="*/ 2147483647 h 56"/>
                <a:gd name="T20" fmla="*/ 2147483647 w 96"/>
                <a:gd name="T21" fmla="*/ 2147483647 h 56"/>
                <a:gd name="T22" fmla="*/ 2147483647 w 96"/>
                <a:gd name="T23" fmla="*/ 0 h 56"/>
                <a:gd name="T24" fmla="*/ 2147483647 w 96"/>
                <a:gd name="T25" fmla="*/ 2147483647 h 56"/>
                <a:gd name="T26" fmla="*/ 2147483647 w 96"/>
                <a:gd name="T27" fmla="*/ 2147483647 h 56"/>
                <a:gd name="T28" fmla="*/ 2147483647 w 96"/>
                <a:gd name="T29" fmla="*/ 2147483647 h 56"/>
                <a:gd name="T30" fmla="*/ 2147483647 w 96"/>
                <a:gd name="T31" fmla="*/ 2147483647 h 56"/>
                <a:gd name="T32" fmla="*/ 0 w 96"/>
                <a:gd name="T33" fmla="*/ 2147483647 h 56"/>
                <a:gd name="T34" fmla="*/ 0 w 96"/>
                <a:gd name="T35" fmla="*/ 2147483647 h 56"/>
                <a:gd name="T36" fmla="*/ 2147483647 w 96"/>
                <a:gd name="T37" fmla="*/ 2147483647 h 56"/>
                <a:gd name="T38" fmla="*/ 2147483647 w 96"/>
                <a:gd name="T39" fmla="*/ 2147483647 h 5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6"/>
                <a:gd name="T61" fmla="*/ 0 h 56"/>
                <a:gd name="T62" fmla="*/ 96 w 96"/>
                <a:gd name="T63" fmla="*/ 56 h 5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6" h="56">
                  <a:moveTo>
                    <a:pt x="32" y="40"/>
                  </a:moveTo>
                  <a:lnTo>
                    <a:pt x="48" y="48"/>
                  </a:lnTo>
                  <a:lnTo>
                    <a:pt x="56" y="40"/>
                  </a:lnTo>
                  <a:lnTo>
                    <a:pt x="64" y="48"/>
                  </a:lnTo>
                  <a:lnTo>
                    <a:pt x="72" y="56"/>
                  </a:lnTo>
                  <a:lnTo>
                    <a:pt x="80" y="56"/>
                  </a:lnTo>
                  <a:lnTo>
                    <a:pt x="96" y="48"/>
                  </a:lnTo>
                  <a:lnTo>
                    <a:pt x="88" y="40"/>
                  </a:lnTo>
                  <a:lnTo>
                    <a:pt x="80" y="24"/>
                  </a:lnTo>
                  <a:lnTo>
                    <a:pt x="80" y="16"/>
                  </a:lnTo>
                  <a:lnTo>
                    <a:pt x="64" y="8"/>
                  </a:lnTo>
                  <a:lnTo>
                    <a:pt x="56" y="0"/>
                  </a:lnTo>
                  <a:lnTo>
                    <a:pt x="40" y="8"/>
                  </a:lnTo>
                  <a:lnTo>
                    <a:pt x="32" y="24"/>
                  </a:lnTo>
                  <a:lnTo>
                    <a:pt x="16" y="16"/>
                  </a:lnTo>
                  <a:lnTo>
                    <a:pt x="8" y="16"/>
                  </a:lnTo>
                  <a:lnTo>
                    <a:pt x="0" y="32"/>
                  </a:lnTo>
                  <a:lnTo>
                    <a:pt x="0" y="48"/>
                  </a:lnTo>
                  <a:lnTo>
                    <a:pt x="16" y="40"/>
                  </a:lnTo>
                  <a:lnTo>
                    <a:pt x="32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5" name="Freeform 636"/>
            <p:cNvSpPr>
              <a:spLocks/>
            </p:cNvSpPr>
            <p:nvPr/>
          </p:nvSpPr>
          <p:spPr bwMode="auto">
            <a:xfrm>
              <a:off x="4202989" y="3357905"/>
              <a:ext cx="129401" cy="96502"/>
            </a:xfrm>
            <a:custGeom>
              <a:avLst/>
              <a:gdLst>
                <a:gd name="T0" fmla="*/ 2147483647 w 96"/>
                <a:gd name="T1" fmla="*/ 2147483647 h 72"/>
                <a:gd name="T2" fmla="*/ 2147483647 w 96"/>
                <a:gd name="T3" fmla="*/ 2147483647 h 72"/>
                <a:gd name="T4" fmla="*/ 2147483647 w 96"/>
                <a:gd name="T5" fmla="*/ 2147483647 h 72"/>
                <a:gd name="T6" fmla="*/ 2147483647 w 96"/>
                <a:gd name="T7" fmla="*/ 2147483647 h 72"/>
                <a:gd name="T8" fmla="*/ 2147483647 w 96"/>
                <a:gd name="T9" fmla="*/ 2147483647 h 72"/>
                <a:gd name="T10" fmla="*/ 2147483647 w 96"/>
                <a:gd name="T11" fmla="*/ 2147483647 h 72"/>
                <a:gd name="T12" fmla="*/ 2147483647 w 96"/>
                <a:gd name="T13" fmla="*/ 2147483647 h 72"/>
                <a:gd name="T14" fmla="*/ 2147483647 w 96"/>
                <a:gd name="T15" fmla="*/ 2147483647 h 72"/>
                <a:gd name="T16" fmla="*/ 2147483647 w 96"/>
                <a:gd name="T17" fmla="*/ 2147483647 h 72"/>
                <a:gd name="T18" fmla="*/ 2147483647 w 96"/>
                <a:gd name="T19" fmla="*/ 2147483647 h 72"/>
                <a:gd name="T20" fmla="*/ 2147483647 w 96"/>
                <a:gd name="T21" fmla="*/ 2147483647 h 72"/>
                <a:gd name="T22" fmla="*/ 2147483647 w 96"/>
                <a:gd name="T23" fmla="*/ 2147483647 h 72"/>
                <a:gd name="T24" fmla="*/ 2147483647 w 96"/>
                <a:gd name="T25" fmla="*/ 2147483647 h 72"/>
                <a:gd name="T26" fmla="*/ 2147483647 w 96"/>
                <a:gd name="T27" fmla="*/ 0 h 72"/>
                <a:gd name="T28" fmla="*/ 2147483647 w 96"/>
                <a:gd name="T29" fmla="*/ 0 h 72"/>
                <a:gd name="T30" fmla="*/ 2147483647 w 96"/>
                <a:gd name="T31" fmla="*/ 2147483647 h 72"/>
                <a:gd name="T32" fmla="*/ 2147483647 w 96"/>
                <a:gd name="T33" fmla="*/ 2147483647 h 72"/>
                <a:gd name="T34" fmla="*/ 2147483647 w 96"/>
                <a:gd name="T35" fmla="*/ 2147483647 h 72"/>
                <a:gd name="T36" fmla="*/ 0 w 96"/>
                <a:gd name="T37" fmla="*/ 2147483647 h 72"/>
                <a:gd name="T38" fmla="*/ 2147483647 w 96"/>
                <a:gd name="T39" fmla="*/ 2147483647 h 72"/>
                <a:gd name="T40" fmla="*/ 2147483647 w 96"/>
                <a:gd name="T41" fmla="*/ 2147483647 h 72"/>
                <a:gd name="T42" fmla="*/ 2147483647 w 96"/>
                <a:gd name="T43" fmla="*/ 2147483647 h 72"/>
                <a:gd name="T44" fmla="*/ 2147483647 w 96"/>
                <a:gd name="T45" fmla="*/ 2147483647 h 7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96"/>
                <a:gd name="T70" fmla="*/ 0 h 72"/>
                <a:gd name="T71" fmla="*/ 96 w 96"/>
                <a:gd name="T72" fmla="*/ 72 h 7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96" h="72">
                  <a:moveTo>
                    <a:pt x="40" y="40"/>
                  </a:moveTo>
                  <a:lnTo>
                    <a:pt x="56" y="40"/>
                  </a:lnTo>
                  <a:lnTo>
                    <a:pt x="64" y="56"/>
                  </a:lnTo>
                  <a:lnTo>
                    <a:pt x="72" y="64"/>
                  </a:lnTo>
                  <a:lnTo>
                    <a:pt x="80" y="72"/>
                  </a:lnTo>
                  <a:lnTo>
                    <a:pt x="88" y="72"/>
                  </a:lnTo>
                  <a:lnTo>
                    <a:pt x="96" y="64"/>
                  </a:lnTo>
                  <a:lnTo>
                    <a:pt x="96" y="48"/>
                  </a:lnTo>
                  <a:lnTo>
                    <a:pt x="96" y="32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64" y="8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24" y="8"/>
                  </a:lnTo>
                  <a:lnTo>
                    <a:pt x="24" y="16"/>
                  </a:lnTo>
                  <a:lnTo>
                    <a:pt x="16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0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" name="Freeform 637"/>
            <p:cNvSpPr>
              <a:spLocks/>
            </p:cNvSpPr>
            <p:nvPr/>
          </p:nvSpPr>
          <p:spPr bwMode="auto">
            <a:xfrm>
              <a:off x="4171187" y="3293204"/>
              <a:ext cx="107468" cy="74570"/>
            </a:xfrm>
            <a:custGeom>
              <a:avLst/>
              <a:gdLst>
                <a:gd name="T0" fmla="*/ 2147483647 w 80"/>
                <a:gd name="T1" fmla="*/ 2147483647 h 56"/>
                <a:gd name="T2" fmla="*/ 2147483647 w 80"/>
                <a:gd name="T3" fmla="*/ 2147483647 h 56"/>
                <a:gd name="T4" fmla="*/ 2147483647 w 80"/>
                <a:gd name="T5" fmla="*/ 2147483647 h 56"/>
                <a:gd name="T6" fmla="*/ 2147483647 w 80"/>
                <a:gd name="T7" fmla="*/ 2147483647 h 56"/>
                <a:gd name="T8" fmla="*/ 2147483647 w 80"/>
                <a:gd name="T9" fmla="*/ 2147483647 h 56"/>
                <a:gd name="T10" fmla="*/ 2147483647 w 80"/>
                <a:gd name="T11" fmla="*/ 2147483647 h 56"/>
                <a:gd name="T12" fmla="*/ 2147483647 w 80"/>
                <a:gd name="T13" fmla="*/ 2147483647 h 56"/>
                <a:gd name="T14" fmla="*/ 2147483647 w 80"/>
                <a:gd name="T15" fmla="*/ 2147483647 h 56"/>
                <a:gd name="T16" fmla="*/ 2147483647 w 80"/>
                <a:gd name="T17" fmla="*/ 2147483647 h 56"/>
                <a:gd name="T18" fmla="*/ 2147483647 w 80"/>
                <a:gd name="T19" fmla="*/ 0 h 56"/>
                <a:gd name="T20" fmla="*/ 2147483647 w 80"/>
                <a:gd name="T21" fmla="*/ 0 h 56"/>
                <a:gd name="T22" fmla="*/ 2147483647 w 80"/>
                <a:gd name="T23" fmla="*/ 0 h 56"/>
                <a:gd name="T24" fmla="*/ 0 w 80"/>
                <a:gd name="T25" fmla="*/ 2147483647 h 56"/>
                <a:gd name="T26" fmla="*/ 2147483647 w 80"/>
                <a:gd name="T27" fmla="*/ 2147483647 h 56"/>
                <a:gd name="T28" fmla="*/ 2147483647 w 80"/>
                <a:gd name="T29" fmla="*/ 2147483647 h 56"/>
                <a:gd name="T30" fmla="*/ 2147483647 w 80"/>
                <a:gd name="T31" fmla="*/ 2147483647 h 5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80"/>
                <a:gd name="T49" fmla="*/ 0 h 56"/>
                <a:gd name="T50" fmla="*/ 80 w 80"/>
                <a:gd name="T51" fmla="*/ 56 h 5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80" h="56">
                  <a:moveTo>
                    <a:pt x="40" y="48"/>
                  </a:moveTo>
                  <a:lnTo>
                    <a:pt x="48" y="48"/>
                  </a:lnTo>
                  <a:lnTo>
                    <a:pt x="56" y="48"/>
                  </a:lnTo>
                  <a:lnTo>
                    <a:pt x="72" y="56"/>
                  </a:lnTo>
                  <a:lnTo>
                    <a:pt x="80" y="56"/>
                  </a:lnTo>
                  <a:lnTo>
                    <a:pt x="72" y="40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24"/>
                  </a:lnTo>
                  <a:lnTo>
                    <a:pt x="8" y="56"/>
                  </a:lnTo>
                  <a:lnTo>
                    <a:pt x="16" y="56"/>
                  </a:lnTo>
                  <a:lnTo>
                    <a:pt x="40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" name="Freeform 638"/>
            <p:cNvSpPr>
              <a:spLocks/>
            </p:cNvSpPr>
            <p:nvPr/>
          </p:nvSpPr>
          <p:spPr bwMode="auto">
            <a:xfrm>
              <a:off x="4869731" y="2316119"/>
              <a:ext cx="75667" cy="64700"/>
            </a:xfrm>
            <a:custGeom>
              <a:avLst/>
              <a:gdLst>
                <a:gd name="T0" fmla="*/ 2147483647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2147483647 h 48"/>
                <a:gd name="T8" fmla="*/ 2147483647 w 56"/>
                <a:gd name="T9" fmla="*/ 0 h 48"/>
                <a:gd name="T10" fmla="*/ 2147483647 w 56"/>
                <a:gd name="T11" fmla="*/ 0 h 48"/>
                <a:gd name="T12" fmla="*/ 2147483647 w 56"/>
                <a:gd name="T13" fmla="*/ 0 h 48"/>
                <a:gd name="T14" fmla="*/ 2147483647 w 56"/>
                <a:gd name="T15" fmla="*/ 0 h 48"/>
                <a:gd name="T16" fmla="*/ 0 w 56"/>
                <a:gd name="T17" fmla="*/ 2147483647 h 48"/>
                <a:gd name="T18" fmla="*/ 0 w 56"/>
                <a:gd name="T19" fmla="*/ 2147483647 h 48"/>
                <a:gd name="T20" fmla="*/ 0 w 56"/>
                <a:gd name="T21" fmla="*/ 2147483647 h 48"/>
                <a:gd name="T22" fmla="*/ 2147483647 w 56"/>
                <a:gd name="T23" fmla="*/ 2147483647 h 48"/>
                <a:gd name="T24" fmla="*/ 2147483647 w 56"/>
                <a:gd name="T25" fmla="*/ 2147483647 h 48"/>
                <a:gd name="T26" fmla="*/ 2147483647 w 56"/>
                <a:gd name="T27" fmla="*/ 2147483647 h 48"/>
                <a:gd name="T28" fmla="*/ 2147483647 w 56"/>
                <a:gd name="T29" fmla="*/ 2147483647 h 48"/>
                <a:gd name="T30" fmla="*/ 2147483647 w 56"/>
                <a:gd name="T31" fmla="*/ 2147483647 h 4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6"/>
                <a:gd name="T49" fmla="*/ 0 h 48"/>
                <a:gd name="T50" fmla="*/ 56 w 56"/>
                <a:gd name="T51" fmla="*/ 48 h 4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6" h="48">
                  <a:moveTo>
                    <a:pt x="32" y="40"/>
                  </a:moveTo>
                  <a:lnTo>
                    <a:pt x="48" y="48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24" y="32"/>
                  </a:lnTo>
                  <a:lnTo>
                    <a:pt x="32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8" name="Freeform 639"/>
            <p:cNvSpPr>
              <a:spLocks/>
            </p:cNvSpPr>
            <p:nvPr/>
          </p:nvSpPr>
          <p:spPr bwMode="auto">
            <a:xfrm>
              <a:off x="4171187" y="3293204"/>
              <a:ext cx="107468" cy="74570"/>
            </a:xfrm>
            <a:custGeom>
              <a:avLst/>
              <a:gdLst>
                <a:gd name="T0" fmla="*/ 2147483647 w 80"/>
                <a:gd name="T1" fmla="*/ 2147483647 h 56"/>
                <a:gd name="T2" fmla="*/ 2147483647 w 80"/>
                <a:gd name="T3" fmla="*/ 2147483647 h 56"/>
                <a:gd name="T4" fmla="*/ 2147483647 w 80"/>
                <a:gd name="T5" fmla="*/ 2147483647 h 56"/>
                <a:gd name="T6" fmla="*/ 2147483647 w 80"/>
                <a:gd name="T7" fmla="*/ 2147483647 h 56"/>
                <a:gd name="T8" fmla="*/ 2147483647 w 80"/>
                <a:gd name="T9" fmla="*/ 2147483647 h 56"/>
                <a:gd name="T10" fmla="*/ 2147483647 w 80"/>
                <a:gd name="T11" fmla="*/ 2147483647 h 56"/>
                <a:gd name="T12" fmla="*/ 2147483647 w 80"/>
                <a:gd name="T13" fmla="*/ 2147483647 h 56"/>
                <a:gd name="T14" fmla="*/ 2147483647 w 80"/>
                <a:gd name="T15" fmla="*/ 2147483647 h 56"/>
                <a:gd name="T16" fmla="*/ 2147483647 w 80"/>
                <a:gd name="T17" fmla="*/ 2147483647 h 56"/>
                <a:gd name="T18" fmla="*/ 2147483647 w 80"/>
                <a:gd name="T19" fmla="*/ 2147483647 h 56"/>
                <a:gd name="T20" fmla="*/ 2147483647 w 80"/>
                <a:gd name="T21" fmla="*/ 2147483647 h 56"/>
                <a:gd name="T22" fmla="*/ 2147483647 w 80"/>
                <a:gd name="T23" fmla="*/ 0 h 56"/>
                <a:gd name="T24" fmla="*/ 2147483647 w 80"/>
                <a:gd name="T25" fmla="*/ 0 h 56"/>
                <a:gd name="T26" fmla="*/ 2147483647 w 80"/>
                <a:gd name="T27" fmla="*/ 0 h 56"/>
                <a:gd name="T28" fmla="*/ 0 w 80"/>
                <a:gd name="T29" fmla="*/ 2147483647 h 56"/>
                <a:gd name="T30" fmla="*/ 2147483647 w 80"/>
                <a:gd name="T31" fmla="*/ 2147483647 h 56"/>
                <a:gd name="T32" fmla="*/ 2147483647 w 80"/>
                <a:gd name="T33" fmla="*/ 2147483647 h 56"/>
                <a:gd name="T34" fmla="*/ 2147483647 w 80"/>
                <a:gd name="T35" fmla="*/ 2147483647 h 56"/>
                <a:gd name="T36" fmla="*/ 2147483647 w 80"/>
                <a:gd name="T37" fmla="*/ 2147483647 h 5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0"/>
                <a:gd name="T58" fmla="*/ 0 h 56"/>
                <a:gd name="T59" fmla="*/ 80 w 80"/>
                <a:gd name="T60" fmla="*/ 56 h 5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0" h="56">
                  <a:moveTo>
                    <a:pt x="40" y="48"/>
                  </a:moveTo>
                  <a:lnTo>
                    <a:pt x="48" y="48"/>
                  </a:lnTo>
                  <a:lnTo>
                    <a:pt x="56" y="48"/>
                  </a:lnTo>
                  <a:lnTo>
                    <a:pt x="72" y="56"/>
                  </a:lnTo>
                  <a:lnTo>
                    <a:pt x="80" y="56"/>
                  </a:lnTo>
                  <a:lnTo>
                    <a:pt x="72" y="40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24"/>
                  </a:lnTo>
                  <a:lnTo>
                    <a:pt x="8" y="56"/>
                  </a:lnTo>
                  <a:lnTo>
                    <a:pt x="16" y="56"/>
                  </a:lnTo>
                  <a:lnTo>
                    <a:pt x="40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9" name="Freeform 640"/>
            <p:cNvSpPr>
              <a:spLocks/>
            </p:cNvSpPr>
            <p:nvPr/>
          </p:nvSpPr>
          <p:spPr bwMode="auto">
            <a:xfrm>
              <a:off x="4182153" y="3100199"/>
              <a:ext cx="203971" cy="224807"/>
            </a:xfrm>
            <a:custGeom>
              <a:avLst/>
              <a:gdLst>
                <a:gd name="T0" fmla="*/ 2147483647 w 152"/>
                <a:gd name="T1" fmla="*/ 2147483647 h 168"/>
                <a:gd name="T2" fmla="*/ 2147483647 w 152"/>
                <a:gd name="T3" fmla="*/ 2147483647 h 168"/>
                <a:gd name="T4" fmla="*/ 2147483647 w 152"/>
                <a:gd name="T5" fmla="*/ 2147483647 h 168"/>
                <a:gd name="T6" fmla="*/ 2147483647 w 152"/>
                <a:gd name="T7" fmla="*/ 2147483647 h 168"/>
                <a:gd name="T8" fmla="*/ 2147483647 w 152"/>
                <a:gd name="T9" fmla="*/ 2147483647 h 168"/>
                <a:gd name="T10" fmla="*/ 2147483647 w 152"/>
                <a:gd name="T11" fmla="*/ 2147483647 h 168"/>
                <a:gd name="T12" fmla="*/ 2147483647 w 152"/>
                <a:gd name="T13" fmla="*/ 2147483647 h 168"/>
                <a:gd name="T14" fmla="*/ 2147483647 w 152"/>
                <a:gd name="T15" fmla="*/ 2147483647 h 168"/>
                <a:gd name="T16" fmla="*/ 2147483647 w 152"/>
                <a:gd name="T17" fmla="*/ 2147483647 h 168"/>
                <a:gd name="T18" fmla="*/ 2147483647 w 152"/>
                <a:gd name="T19" fmla="*/ 2147483647 h 168"/>
                <a:gd name="T20" fmla="*/ 2147483647 w 152"/>
                <a:gd name="T21" fmla="*/ 2147483647 h 168"/>
                <a:gd name="T22" fmla="*/ 2147483647 w 152"/>
                <a:gd name="T23" fmla="*/ 0 h 168"/>
                <a:gd name="T24" fmla="*/ 2147483647 w 152"/>
                <a:gd name="T25" fmla="*/ 2147483647 h 168"/>
                <a:gd name="T26" fmla="*/ 2147483647 w 152"/>
                <a:gd name="T27" fmla="*/ 2147483647 h 168"/>
                <a:gd name="T28" fmla="*/ 2147483647 w 152"/>
                <a:gd name="T29" fmla="*/ 2147483647 h 168"/>
                <a:gd name="T30" fmla="*/ 2147483647 w 152"/>
                <a:gd name="T31" fmla="*/ 2147483647 h 168"/>
                <a:gd name="T32" fmla="*/ 2147483647 w 152"/>
                <a:gd name="T33" fmla="*/ 2147483647 h 168"/>
                <a:gd name="T34" fmla="*/ 0 w 152"/>
                <a:gd name="T35" fmla="*/ 2147483647 h 168"/>
                <a:gd name="T36" fmla="*/ 2147483647 w 152"/>
                <a:gd name="T37" fmla="*/ 2147483647 h 168"/>
                <a:gd name="T38" fmla="*/ 2147483647 w 152"/>
                <a:gd name="T39" fmla="*/ 2147483647 h 168"/>
                <a:gd name="T40" fmla="*/ 0 w 152"/>
                <a:gd name="T41" fmla="*/ 2147483647 h 168"/>
                <a:gd name="T42" fmla="*/ 2147483647 w 152"/>
                <a:gd name="T43" fmla="*/ 2147483647 h 168"/>
                <a:gd name="T44" fmla="*/ 2147483647 w 152"/>
                <a:gd name="T45" fmla="*/ 2147483647 h 16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52"/>
                <a:gd name="T70" fmla="*/ 0 h 168"/>
                <a:gd name="T71" fmla="*/ 152 w 152"/>
                <a:gd name="T72" fmla="*/ 168 h 16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52" h="168">
                  <a:moveTo>
                    <a:pt x="24" y="144"/>
                  </a:moveTo>
                  <a:lnTo>
                    <a:pt x="40" y="152"/>
                  </a:lnTo>
                  <a:lnTo>
                    <a:pt x="48" y="160"/>
                  </a:lnTo>
                  <a:lnTo>
                    <a:pt x="56" y="168"/>
                  </a:lnTo>
                  <a:lnTo>
                    <a:pt x="72" y="152"/>
                  </a:lnTo>
                  <a:lnTo>
                    <a:pt x="80" y="160"/>
                  </a:lnTo>
                  <a:lnTo>
                    <a:pt x="136" y="160"/>
                  </a:lnTo>
                  <a:lnTo>
                    <a:pt x="152" y="152"/>
                  </a:lnTo>
                  <a:lnTo>
                    <a:pt x="144" y="144"/>
                  </a:lnTo>
                  <a:lnTo>
                    <a:pt x="128" y="32"/>
                  </a:lnTo>
                  <a:lnTo>
                    <a:pt x="144" y="32"/>
                  </a:lnTo>
                  <a:lnTo>
                    <a:pt x="104" y="0"/>
                  </a:lnTo>
                  <a:lnTo>
                    <a:pt x="104" y="16"/>
                  </a:lnTo>
                  <a:lnTo>
                    <a:pt x="64" y="16"/>
                  </a:lnTo>
                  <a:lnTo>
                    <a:pt x="64" y="48"/>
                  </a:lnTo>
                  <a:lnTo>
                    <a:pt x="56" y="56"/>
                  </a:lnTo>
                  <a:lnTo>
                    <a:pt x="48" y="80"/>
                  </a:lnTo>
                  <a:lnTo>
                    <a:pt x="0" y="80"/>
                  </a:lnTo>
                  <a:lnTo>
                    <a:pt x="8" y="104"/>
                  </a:lnTo>
                  <a:lnTo>
                    <a:pt x="8" y="136"/>
                  </a:lnTo>
                  <a:lnTo>
                    <a:pt x="0" y="144"/>
                  </a:lnTo>
                  <a:lnTo>
                    <a:pt x="16" y="144"/>
                  </a:lnTo>
                  <a:lnTo>
                    <a:pt x="24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0" name="Freeform 641"/>
            <p:cNvSpPr>
              <a:spLocks/>
            </p:cNvSpPr>
            <p:nvPr/>
          </p:nvSpPr>
          <p:spPr bwMode="auto">
            <a:xfrm>
              <a:off x="4880698" y="3013567"/>
              <a:ext cx="193004" cy="183135"/>
            </a:xfrm>
            <a:custGeom>
              <a:avLst/>
              <a:gdLst>
                <a:gd name="T0" fmla="*/ 0 w 144"/>
                <a:gd name="T1" fmla="*/ 2147483647 h 136"/>
                <a:gd name="T2" fmla="*/ 2147483647 w 144"/>
                <a:gd name="T3" fmla="*/ 2147483647 h 136"/>
                <a:gd name="T4" fmla="*/ 2147483647 w 144"/>
                <a:gd name="T5" fmla="*/ 2147483647 h 136"/>
                <a:gd name="T6" fmla="*/ 2147483647 w 144"/>
                <a:gd name="T7" fmla="*/ 2147483647 h 136"/>
                <a:gd name="T8" fmla="*/ 2147483647 w 144"/>
                <a:gd name="T9" fmla="*/ 2147483647 h 136"/>
                <a:gd name="T10" fmla="*/ 2147483647 w 144"/>
                <a:gd name="T11" fmla="*/ 2147483647 h 136"/>
                <a:gd name="T12" fmla="*/ 2147483647 w 144"/>
                <a:gd name="T13" fmla="*/ 2147483647 h 136"/>
                <a:gd name="T14" fmla="*/ 2147483647 w 144"/>
                <a:gd name="T15" fmla="*/ 2147483647 h 136"/>
                <a:gd name="T16" fmla="*/ 2147483647 w 144"/>
                <a:gd name="T17" fmla="*/ 2147483647 h 136"/>
                <a:gd name="T18" fmla="*/ 2147483647 w 144"/>
                <a:gd name="T19" fmla="*/ 2147483647 h 136"/>
                <a:gd name="T20" fmla="*/ 2147483647 w 144"/>
                <a:gd name="T21" fmla="*/ 2147483647 h 136"/>
                <a:gd name="T22" fmla="*/ 2147483647 w 144"/>
                <a:gd name="T23" fmla="*/ 2147483647 h 136"/>
                <a:gd name="T24" fmla="*/ 2147483647 w 144"/>
                <a:gd name="T25" fmla="*/ 2147483647 h 136"/>
                <a:gd name="T26" fmla="*/ 2147483647 w 144"/>
                <a:gd name="T27" fmla="*/ 0 h 136"/>
                <a:gd name="T28" fmla="*/ 2147483647 w 144"/>
                <a:gd name="T29" fmla="*/ 2147483647 h 136"/>
                <a:gd name="T30" fmla="*/ 2147483647 w 144"/>
                <a:gd name="T31" fmla="*/ 2147483647 h 136"/>
                <a:gd name="T32" fmla="*/ 2147483647 w 144"/>
                <a:gd name="T33" fmla="*/ 0 h 136"/>
                <a:gd name="T34" fmla="*/ 2147483647 w 144"/>
                <a:gd name="T35" fmla="*/ 2147483647 h 136"/>
                <a:gd name="T36" fmla="*/ 2147483647 w 144"/>
                <a:gd name="T37" fmla="*/ 0 h 136"/>
                <a:gd name="T38" fmla="*/ 2147483647 w 144"/>
                <a:gd name="T39" fmla="*/ 0 h 136"/>
                <a:gd name="T40" fmla="*/ 2147483647 w 144"/>
                <a:gd name="T41" fmla="*/ 2147483647 h 136"/>
                <a:gd name="T42" fmla="*/ 0 w 144"/>
                <a:gd name="T43" fmla="*/ 2147483647 h 1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44"/>
                <a:gd name="T67" fmla="*/ 0 h 136"/>
                <a:gd name="T68" fmla="*/ 144 w 144"/>
                <a:gd name="T69" fmla="*/ 136 h 1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44" h="136">
                  <a:moveTo>
                    <a:pt x="0" y="16"/>
                  </a:moveTo>
                  <a:lnTo>
                    <a:pt x="8" y="32"/>
                  </a:lnTo>
                  <a:lnTo>
                    <a:pt x="8" y="40"/>
                  </a:lnTo>
                  <a:lnTo>
                    <a:pt x="8" y="136"/>
                  </a:lnTo>
                  <a:lnTo>
                    <a:pt x="16" y="136"/>
                  </a:lnTo>
                  <a:lnTo>
                    <a:pt x="120" y="136"/>
                  </a:lnTo>
                  <a:lnTo>
                    <a:pt x="136" y="128"/>
                  </a:lnTo>
                  <a:lnTo>
                    <a:pt x="144" y="120"/>
                  </a:lnTo>
                  <a:lnTo>
                    <a:pt x="136" y="88"/>
                  </a:lnTo>
                  <a:lnTo>
                    <a:pt x="120" y="56"/>
                  </a:lnTo>
                  <a:lnTo>
                    <a:pt x="96" y="32"/>
                  </a:lnTo>
                  <a:lnTo>
                    <a:pt x="128" y="48"/>
                  </a:lnTo>
                  <a:lnTo>
                    <a:pt x="136" y="32"/>
                  </a:lnTo>
                  <a:lnTo>
                    <a:pt x="120" y="0"/>
                  </a:lnTo>
                  <a:lnTo>
                    <a:pt x="112" y="8"/>
                  </a:lnTo>
                  <a:lnTo>
                    <a:pt x="88" y="8"/>
                  </a:lnTo>
                  <a:lnTo>
                    <a:pt x="80" y="0"/>
                  </a:lnTo>
                  <a:lnTo>
                    <a:pt x="48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1" name="Freeform 642"/>
            <p:cNvSpPr>
              <a:spLocks/>
            </p:cNvSpPr>
            <p:nvPr/>
          </p:nvSpPr>
          <p:spPr bwMode="auto">
            <a:xfrm>
              <a:off x="4622993" y="2981765"/>
              <a:ext cx="279637" cy="268671"/>
            </a:xfrm>
            <a:custGeom>
              <a:avLst/>
              <a:gdLst>
                <a:gd name="T0" fmla="*/ 2147483647 w 208"/>
                <a:gd name="T1" fmla="*/ 2147483647 h 200"/>
                <a:gd name="T2" fmla="*/ 2147483647 w 208"/>
                <a:gd name="T3" fmla="*/ 2147483647 h 200"/>
                <a:gd name="T4" fmla="*/ 2147483647 w 208"/>
                <a:gd name="T5" fmla="*/ 2147483647 h 200"/>
                <a:gd name="T6" fmla="*/ 0 w 208"/>
                <a:gd name="T7" fmla="*/ 2147483647 h 200"/>
                <a:gd name="T8" fmla="*/ 0 w 208"/>
                <a:gd name="T9" fmla="*/ 2147483647 h 200"/>
                <a:gd name="T10" fmla="*/ 2147483647 w 208"/>
                <a:gd name="T11" fmla="*/ 2147483647 h 200"/>
                <a:gd name="T12" fmla="*/ 2147483647 w 208"/>
                <a:gd name="T13" fmla="*/ 2147483647 h 200"/>
                <a:gd name="T14" fmla="*/ 2147483647 w 208"/>
                <a:gd name="T15" fmla="*/ 2147483647 h 200"/>
                <a:gd name="T16" fmla="*/ 2147483647 w 208"/>
                <a:gd name="T17" fmla="*/ 2147483647 h 200"/>
                <a:gd name="T18" fmla="*/ 2147483647 w 208"/>
                <a:gd name="T19" fmla="*/ 2147483647 h 200"/>
                <a:gd name="T20" fmla="*/ 2147483647 w 208"/>
                <a:gd name="T21" fmla="*/ 2147483647 h 200"/>
                <a:gd name="T22" fmla="*/ 2147483647 w 208"/>
                <a:gd name="T23" fmla="*/ 2147483647 h 200"/>
                <a:gd name="T24" fmla="*/ 2147483647 w 208"/>
                <a:gd name="T25" fmla="*/ 2147483647 h 200"/>
                <a:gd name="T26" fmla="*/ 2147483647 w 208"/>
                <a:gd name="T27" fmla="*/ 2147483647 h 200"/>
                <a:gd name="T28" fmla="*/ 2147483647 w 208"/>
                <a:gd name="T29" fmla="*/ 2147483647 h 200"/>
                <a:gd name="T30" fmla="*/ 2147483647 w 208"/>
                <a:gd name="T31" fmla="*/ 2147483647 h 200"/>
                <a:gd name="T32" fmla="*/ 2147483647 w 208"/>
                <a:gd name="T33" fmla="*/ 2147483647 h 200"/>
                <a:gd name="T34" fmla="*/ 2147483647 w 208"/>
                <a:gd name="T35" fmla="*/ 2147483647 h 200"/>
                <a:gd name="T36" fmla="*/ 2147483647 w 208"/>
                <a:gd name="T37" fmla="*/ 2147483647 h 200"/>
                <a:gd name="T38" fmla="*/ 2147483647 w 208"/>
                <a:gd name="T39" fmla="*/ 2147483647 h 200"/>
                <a:gd name="T40" fmla="*/ 2147483647 w 208"/>
                <a:gd name="T41" fmla="*/ 2147483647 h 200"/>
                <a:gd name="T42" fmla="*/ 2147483647 w 208"/>
                <a:gd name="T43" fmla="*/ 2147483647 h 200"/>
                <a:gd name="T44" fmla="*/ 2147483647 w 208"/>
                <a:gd name="T45" fmla="*/ 2147483647 h 200"/>
                <a:gd name="T46" fmla="*/ 2147483647 w 208"/>
                <a:gd name="T47" fmla="*/ 2147483647 h 200"/>
                <a:gd name="T48" fmla="*/ 2147483647 w 208"/>
                <a:gd name="T49" fmla="*/ 2147483647 h 200"/>
                <a:gd name="T50" fmla="*/ 2147483647 w 208"/>
                <a:gd name="T51" fmla="*/ 2147483647 h 200"/>
                <a:gd name="T52" fmla="*/ 2147483647 w 208"/>
                <a:gd name="T53" fmla="*/ 2147483647 h 200"/>
                <a:gd name="T54" fmla="*/ 2147483647 w 208"/>
                <a:gd name="T55" fmla="*/ 2147483647 h 200"/>
                <a:gd name="T56" fmla="*/ 2147483647 w 208"/>
                <a:gd name="T57" fmla="*/ 2147483647 h 200"/>
                <a:gd name="T58" fmla="*/ 2147483647 w 208"/>
                <a:gd name="T59" fmla="*/ 2147483647 h 200"/>
                <a:gd name="T60" fmla="*/ 2147483647 w 208"/>
                <a:gd name="T61" fmla="*/ 2147483647 h 200"/>
                <a:gd name="T62" fmla="*/ 2147483647 w 208"/>
                <a:gd name="T63" fmla="*/ 0 h 200"/>
                <a:gd name="T64" fmla="*/ 2147483647 w 208"/>
                <a:gd name="T65" fmla="*/ 2147483647 h 200"/>
                <a:gd name="T66" fmla="*/ 2147483647 w 208"/>
                <a:gd name="T67" fmla="*/ 2147483647 h 20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08"/>
                <a:gd name="T103" fmla="*/ 0 h 200"/>
                <a:gd name="T104" fmla="*/ 208 w 208"/>
                <a:gd name="T105" fmla="*/ 200 h 20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08" h="200">
                  <a:moveTo>
                    <a:pt x="16" y="24"/>
                  </a:moveTo>
                  <a:lnTo>
                    <a:pt x="8" y="32"/>
                  </a:lnTo>
                  <a:lnTo>
                    <a:pt x="8" y="40"/>
                  </a:lnTo>
                  <a:lnTo>
                    <a:pt x="0" y="48"/>
                  </a:lnTo>
                  <a:lnTo>
                    <a:pt x="0" y="112"/>
                  </a:lnTo>
                  <a:lnTo>
                    <a:pt x="24" y="136"/>
                  </a:lnTo>
                  <a:lnTo>
                    <a:pt x="32" y="136"/>
                  </a:lnTo>
                  <a:lnTo>
                    <a:pt x="64" y="144"/>
                  </a:lnTo>
                  <a:lnTo>
                    <a:pt x="72" y="152"/>
                  </a:lnTo>
                  <a:lnTo>
                    <a:pt x="88" y="144"/>
                  </a:lnTo>
                  <a:lnTo>
                    <a:pt x="184" y="192"/>
                  </a:lnTo>
                  <a:lnTo>
                    <a:pt x="192" y="200"/>
                  </a:lnTo>
                  <a:lnTo>
                    <a:pt x="192" y="184"/>
                  </a:lnTo>
                  <a:lnTo>
                    <a:pt x="200" y="184"/>
                  </a:lnTo>
                  <a:lnTo>
                    <a:pt x="208" y="160"/>
                  </a:lnTo>
                  <a:lnTo>
                    <a:pt x="200" y="160"/>
                  </a:lnTo>
                  <a:lnTo>
                    <a:pt x="200" y="64"/>
                  </a:lnTo>
                  <a:lnTo>
                    <a:pt x="200" y="56"/>
                  </a:lnTo>
                  <a:lnTo>
                    <a:pt x="192" y="40"/>
                  </a:lnTo>
                  <a:lnTo>
                    <a:pt x="200" y="32"/>
                  </a:lnTo>
                  <a:lnTo>
                    <a:pt x="200" y="24"/>
                  </a:lnTo>
                  <a:lnTo>
                    <a:pt x="192" y="16"/>
                  </a:lnTo>
                  <a:lnTo>
                    <a:pt x="176" y="8"/>
                  </a:lnTo>
                  <a:lnTo>
                    <a:pt x="160" y="8"/>
                  </a:lnTo>
                  <a:lnTo>
                    <a:pt x="136" y="16"/>
                  </a:lnTo>
                  <a:lnTo>
                    <a:pt x="136" y="32"/>
                  </a:lnTo>
                  <a:lnTo>
                    <a:pt x="112" y="40"/>
                  </a:lnTo>
                  <a:lnTo>
                    <a:pt x="96" y="24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32" y="8"/>
                  </a:lnTo>
                  <a:lnTo>
                    <a:pt x="16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2" name="Freeform 643"/>
            <p:cNvSpPr>
              <a:spLocks/>
            </p:cNvSpPr>
            <p:nvPr/>
          </p:nvSpPr>
          <p:spPr bwMode="auto">
            <a:xfrm>
              <a:off x="4591191" y="2896229"/>
              <a:ext cx="74570" cy="139271"/>
            </a:xfrm>
            <a:custGeom>
              <a:avLst/>
              <a:gdLst>
                <a:gd name="T0" fmla="*/ 2147483647 w 56"/>
                <a:gd name="T1" fmla="*/ 2147483647 h 104"/>
                <a:gd name="T2" fmla="*/ 2147483647 w 56"/>
                <a:gd name="T3" fmla="*/ 2147483647 h 104"/>
                <a:gd name="T4" fmla="*/ 2147483647 w 56"/>
                <a:gd name="T5" fmla="*/ 2147483647 h 104"/>
                <a:gd name="T6" fmla="*/ 0 w 56"/>
                <a:gd name="T7" fmla="*/ 2147483647 h 104"/>
                <a:gd name="T8" fmla="*/ 0 w 56"/>
                <a:gd name="T9" fmla="*/ 2147483647 h 104"/>
                <a:gd name="T10" fmla="*/ 2147483647 w 56"/>
                <a:gd name="T11" fmla="*/ 2147483647 h 104"/>
                <a:gd name="T12" fmla="*/ 2147483647 w 56"/>
                <a:gd name="T13" fmla="*/ 2147483647 h 104"/>
                <a:gd name="T14" fmla="*/ 2147483647 w 56"/>
                <a:gd name="T15" fmla="*/ 2147483647 h 104"/>
                <a:gd name="T16" fmla="*/ 2147483647 w 56"/>
                <a:gd name="T17" fmla="*/ 2147483647 h 104"/>
                <a:gd name="T18" fmla="*/ 2147483647 w 56"/>
                <a:gd name="T19" fmla="*/ 2147483647 h 104"/>
                <a:gd name="T20" fmla="*/ 2147483647 w 56"/>
                <a:gd name="T21" fmla="*/ 2147483647 h 104"/>
                <a:gd name="T22" fmla="*/ 2147483647 w 56"/>
                <a:gd name="T23" fmla="*/ 2147483647 h 104"/>
                <a:gd name="T24" fmla="*/ 2147483647 w 56"/>
                <a:gd name="T25" fmla="*/ 2147483647 h 104"/>
                <a:gd name="T26" fmla="*/ 2147483647 w 56"/>
                <a:gd name="T27" fmla="*/ 2147483647 h 104"/>
                <a:gd name="T28" fmla="*/ 2147483647 w 56"/>
                <a:gd name="T29" fmla="*/ 2147483647 h 104"/>
                <a:gd name="T30" fmla="*/ 2147483647 w 56"/>
                <a:gd name="T31" fmla="*/ 2147483647 h 104"/>
                <a:gd name="T32" fmla="*/ 2147483647 w 56"/>
                <a:gd name="T33" fmla="*/ 2147483647 h 104"/>
                <a:gd name="T34" fmla="*/ 2147483647 w 56"/>
                <a:gd name="T35" fmla="*/ 2147483647 h 104"/>
                <a:gd name="T36" fmla="*/ 2147483647 w 56"/>
                <a:gd name="T37" fmla="*/ 0 h 104"/>
                <a:gd name="T38" fmla="*/ 2147483647 w 56"/>
                <a:gd name="T39" fmla="*/ 0 h 104"/>
                <a:gd name="T40" fmla="*/ 2147483647 w 56"/>
                <a:gd name="T41" fmla="*/ 2147483647 h 10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6"/>
                <a:gd name="T64" fmla="*/ 0 h 104"/>
                <a:gd name="T65" fmla="*/ 56 w 56"/>
                <a:gd name="T66" fmla="*/ 104 h 10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6" h="104">
                  <a:moveTo>
                    <a:pt x="16" y="8"/>
                  </a:moveTo>
                  <a:lnTo>
                    <a:pt x="16" y="24"/>
                  </a:lnTo>
                  <a:lnTo>
                    <a:pt x="16" y="40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8" y="72"/>
                  </a:lnTo>
                  <a:lnTo>
                    <a:pt x="16" y="72"/>
                  </a:lnTo>
                  <a:lnTo>
                    <a:pt x="24" y="80"/>
                  </a:lnTo>
                  <a:lnTo>
                    <a:pt x="24" y="96"/>
                  </a:lnTo>
                  <a:lnTo>
                    <a:pt x="32" y="104"/>
                  </a:lnTo>
                  <a:lnTo>
                    <a:pt x="32" y="96"/>
                  </a:lnTo>
                  <a:lnTo>
                    <a:pt x="40" y="88"/>
                  </a:lnTo>
                  <a:lnTo>
                    <a:pt x="56" y="72"/>
                  </a:lnTo>
                  <a:lnTo>
                    <a:pt x="56" y="64"/>
                  </a:lnTo>
                  <a:lnTo>
                    <a:pt x="40" y="56"/>
                  </a:lnTo>
                  <a:lnTo>
                    <a:pt x="32" y="48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16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644"/>
            <p:cNvSpPr>
              <a:spLocks/>
            </p:cNvSpPr>
            <p:nvPr/>
          </p:nvSpPr>
          <p:spPr bwMode="auto">
            <a:xfrm>
              <a:off x="4245757" y="2928031"/>
              <a:ext cx="203971" cy="161202"/>
            </a:xfrm>
            <a:custGeom>
              <a:avLst/>
              <a:gdLst>
                <a:gd name="T0" fmla="*/ 2147483647 w 152"/>
                <a:gd name="T1" fmla="*/ 2147483647 h 120"/>
                <a:gd name="T2" fmla="*/ 2147483647 w 152"/>
                <a:gd name="T3" fmla="*/ 2147483647 h 120"/>
                <a:gd name="T4" fmla="*/ 2147483647 w 152"/>
                <a:gd name="T5" fmla="*/ 2147483647 h 120"/>
                <a:gd name="T6" fmla="*/ 2147483647 w 152"/>
                <a:gd name="T7" fmla="*/ 2147483647 h 120"/>
                <a:gd name="T8" fmla="*/ 2147483647 w 152"/>
                <a:gd name="T9" fmla="*/ 2147483647 h 120"/>
                <a:gd name="T10" fmla="*/ 2147483647 w 152"/>
                <a:gd name="T11" fmla="*/ 2147483647 h 120"/>
                <a:gd name="T12" fmla="*/ 2147483647 w 152"/>
                <a:gd name="T13" fmla="*/ 2147483647 h 120"/>
                <a:gd name="T14" fmla="*/ 2147483647 w 152"/>
                <a:gd name="T15" fmla="*/ 2147483647 h 120"/>
                <a:gd name="T16" fmla="*/ 2147483647 w 152"/>
                <a:gd name="T17" fmla="*/ 2147483647 h 120"/>
                <a:gd name="T18" fmla="*/ 2147483647 w 152"/>
                <a:gd name="T19" fmla="*/ 2147483647 h 120"/>
                <a:gd name="T20" fmla="*/ 2147483647 w 152"/>
                <a:gd name="T21" fmla="*/ 2147483647 h 120"/>
                <a:gd name="T22" fmla="*/ 2147483647 w 152"/>
                <a:gd name="T23" fmla="*/ 2147483647 h 120"/>
                <a:gd name="T24" fmla="*/ 2147483647 w 152"/>
                <a:gd name="T25" fmla="*/ 2147483647 h 120"/>
                <a:gd name="T26" fmla="*/ 2147483647 w 152"/>
                <a:gd name="T27" fmla="*/ 0 h 120"/>
                <a:gd name="T28" fmla="*/ 2147483647 w 152"/>
                <a:gd name="T29" fmla="*/ 2147483647 h 120"/>
                <a:gd name="T30" fmla="*/ 2147483647 w 152"/>
                <a:gd name="T31" fmla="*/ 2147483647 h 120"/>
                <a:gd name="T32" fmla="*/ 2147483647 w 152"/>
                <a:gd name="T33" fmla="*/ 2147483647 h 120"/>
                <a:gd name="T34" fmla="*/ 2147483647 w 152"/>
                <a:gd name="T35" fmla="*/ 2147483647 h 120"/>
                <a:gd name="T36" fmla="*/ 2147483647 w 152"/>
                <a:gd name="T37" fmla="*/ 2147483647 h 120"/>
                <a:gd name="T38" fmla="*/ 0 w 152"/>
                <a:gd name="T39" fmla="*/ 2147483647 h 120"/>
                <a:gd name="T40" fmla="*/ 2147483647 w 152"/>
                <a:gd name="T41" fmla="*/ 2147483647 h 120"/>
                <a:gd name="T42" fmla="*/ 2147483647 w 152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52"/>
                <a:gd name="T67" fmla="*/ 0 h 120"/>
                <a:gd name="T68" fmla="*/ 152 w 152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52" h="120">
                  <a:moveTo>
                    <a:pt x="56" y="104"/>
                  </a:moveTo>
                  <a:lnTo>
                    <a:pt x="72" y="96"/>
                  </a:lnTo>
                  <a:lnTo>
                    <a:pt x="96" y="80"/>
                  </a:lnTo>
                  <a:lnTo>
                    <a:pt x="120" y="72"/>
                  </a:lnTo>
                  <a:lnTo>
                    <a:pt x="120" y="64"/>
                  </a:lnTo>
                  <a:lnTo>
                    <a:pt x="128" y="56"/>
                  </a:lnTo>
                  <a:lnTo>
                    <a:pt x="144" y="56"/>
                  </a:lnTo>
                  <a:lnTo>
                    <a:pt x="152" y="48"/>
                  </a:lnTo>
                  <a:lnTo>
                    <a:pt x="144" y="32"/>
                  </a:lnTo>
                  <a:lnTo>
                    <a:pt x="144" y="8"/>
                  </a:lnTo>
                  <a:lnTo>
                    <a:pt x="136" y="8"/>
                  </a:lnTo>
                  <a:lnTo>
                    <a:pt x="120" y="8"/>
                  </a:lnTo>
                  <a:lnTo>
                    <a:pt x="112" y="8"/>
                  </a:lnTo>
                  <a:lnTo>
                    <a:pt x="96" y="0"/>
                  </a:lnTo>
                  <a:lnTo>
                    <a:pt x="80" y="24"/>
                  </a:lnTo>
                  <a:lnTo>
                    <a:pt x="64" y="40"/>
                  </a:lnTo>
                  <a:lnTo>
                    <a:pt x="48" y="64"/>
                  </a:lnTo>
                  <a:lnTo>
                    <a:pt x="40" y="96"/>
                  </a:lnTo>
                  <a:lnTo>
                    <a:pt x="8" y="112"/>
                  </a:lnTo>
                  <a:lnTo>
                    <a:pt x="0" y="120"/>
                  </a:lnTo>
                  <a:lnTo>
                    <a:pt x="56" y="120"/>
                  </a:lnTo>
                  <a:lnTo>
                    <a:pt x="56" y="1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Freeform 645"/>
            <p:cNvSpPr>
              <a:spLocks/>
            </p:cNvSpPr>
            <p:nvPr/>
          </p:nvSpPr>
          <p:spPr bwMode="auto">
            <a:xfrm>
              <a:off x="4591191" y="2896229"/>
              <a:ext cx="74570" cy="139271"/>
            </a:xfrm>
            <a:custGeom>
              <a:avLst/>
              <a:gdLst>
                <a:gd name="T0" fmla="*/ 2147483647 w 56"/>
                <a:gd name="T1" fmla="*/ 2147483647 h 104"/>
                <a:gd name="T2" fmla="*/ 2147483647 w 56"/>
                <a:gd name="T3" fmla="*/ 2147483647 h 104"/>
                <a:gd name="T4" fmla="*/ 2147483647 w 56"/>
                <a:gd name="T5" fmla="*/ 2147483647 h 104"/>
                <a:gd name="T6" fmla="*/ 0 w 56"/>
                <a:gd name="T7" fmla="*/ 2147483647 h 104"/>
                <a:gd name="T8" fmla="*/ 0 w 56"/>
                <a:gd name="T9" fmla="*/ 2147483647 h 104"/>
                <a:gd name="T10" fmla="*/ 2147483647 w 56"/>
                <a:gd name="T11" fmla="*/ 2147483647 h 104"/>
                <a:gd name="T12" fmla="*/ 2147483647 w 56"/>
                <a:gd name="T13" fmla="*/ 2147483647 h 104"/>
                <a:gd name="T14" fmla="*/ 2147483647 w 56"/>
                <a:gd name="T15" fmla="*/ 2147483647 h 104"/>
                <a:gd name="T16" fmla="*/ 2147483647 w 56"/>
                <a:gd name="T17" fmla="*/ 2147483647 h 104"/>
                <a:gd name="T18" fmla="*/ 2147483647 w 56"/>
                <a:gd name="T19" fmla="*/ 2147483647 h 104"/>
                <a:gd name="T20" fmla="*/ 2147483647 w 56"/>
                <a:gd name="T21" fmla="*/ 2147483647 h 104"/>
                <a:gd name="T22" fmla="*/ 2147483647 w 56"/>
                <a:gd name="T23" fmla="*/ 2147483647 h 104"/>
                <a:gd name="T24" fmla="*/ 2147483647 w 56"/>
                <a:gd name="T25" fmla="*/ 2147483647 h 104"/>
                <a:gd name="T26" fmla="*/ 2147483647 w 56"/>
                <a:gd name="T27" fmla="*/ 2147483647 h 104"/>
                <a:gd name="T28" fmla="*/ 2147483647 w 56"/>
                <a:gd name="T29" fmla="*/ 2147483647 h 104"/>
                <a:gd name="T30" fmla="*/ 2147483647 w 56"/>
                <a:gd name="T31" fmla="*/ 2147483647 h 104"/>
                <a:gd name="T32" fmla="*/ 2147483647 w 56"/>
                <a:gd name="T33" fmla="*/ 2147483647 h 104"/>
                <a:gd name="T34" fmla="*/ 2147483647 w 56"/>
                <a:gd name="T35" fmla="*/ 2147483647 h 104"/>
                <a:gd name="T36" fmla="*/ 2147483647 w 56"/>
                <a:gd name="T37" fmla="*/ 0 h 104"/>
                <a:gd name="T38" fmla="*/ 2147483647 w 56"/>
                <a:gd name="T39" fmla="*/ 0 h 104"/>
                <a:gd name="T40" fmla="*/ 2147483647 w 56"/>
                <a:gd name="T41" fmla="*/ 2147483647 h 104"/>
                <a:gd name="T42" fmla="*/ 2147483647 w 56"/>
                <a:gd name="T43" fmla="*/ 2147483647 h 10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56"/>
                <a:gd name="T67" fmla="*/ 0 h 104"/>
                <a:gd name="T68" fmla="*/ 56 w 56"/>
                <a:gd name="T69" fmla="*/ 104 h 10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56" h="104">
                  <a:moveTo>
                    <a:pt x="16" y="8"/>
                  </a:moveTo>
                  <a:lnTo>
                    <a:pt x="16" y="24"/>
                  </a:lnTo>
                  <a:lnTo>
                    <a:pt x="16" y="40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8" y="72"/>
                  </a:lnTo>
                  <a:lnTo>
                    <a:pt x="16" y="72"/>
                  </a:lnTo>
                  <a:lnTo>
                    <a:pt x="24" y="80"/>
                  </a:lnTo>
                  <a:lnTo>
                    <a:pt x="24" y="96"/>
                  </a:lnTo>
                  <a:lnTo>
                    <a:pt x="32" y="104"/>
                  </a:lnTo>
                  <a:lnTo>
                    <a:pt x="32" y="96"/>
                  </a:lnTo>
                  <a:lnTo>
                    <a:pt x="40" y="88"/>
                  </a:lnTo>
                  <a:lnTo>
                    <a:pt x="56" y="72"/>
                  </a:lnTo>
                  <a:lnTo>
                    <a:pt x="56" y="64"/>
                  </a:lnTo>
                  <a:lnTo>
                    <a:pt x="40" y="56"/>
                  </a:lnTo>
                  <a:lnTo>
                    <a:pt x="32" y="48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16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Freeform 646"/>
            <p:cNvSpPr>
              <a:spLocks/>
            </p:cNvSpPr>
            <p:nvPr/>
          </p:nvSpPr>
          <p:spPr bwMode="auto">
            <a:xfrm>
              <a:off x="4245757" y="2928031"/>
              <a:ext cx="203971" cy="161202"/>
            </a:xfrm>
            <a:custGeom>
              <a:avLst/>
              <a:gdLst>
                <a:gd name="T0" fmla="*/ 2147483647 w 152"/>
                <a:gd name="T1" fmla="*/ 2147483647 h 120"/>
                <a:gd name="T2" fmla="*/ 2147483647 w 152"/>
                <a:gd name="T3" fmla="*/ 2147483647 h 120"/>
                <a:gd name="T4" fmla="*/ 2147483647 w 152"/>
                <a:gd name="T5" fmla="*/ 2147483647 h 120"/>
                <a:gd name="T6" fmla="*/ 2147483647 w 152"/>
                <a:gd name="T7" fmla="*/ 2147483647 h 120"/>
                <a:gd name="T8" fmla="*/ 2147483647 w 152"/>
                <a:gd name="T9" fmla="*/ 2147483647 h 120"/>
                <a:gd name="T10" fmla="*/ 2147483647 w 152"/>
                <a:gd name="T11" fmla="*/ 2147483647 h 120"/>
                <a:gd name="T12" fmla="*/ 2147483647 w 152"/>
                <a:gd name="T13" fmla="*/ 2147483647 h 120"/>
                <a:gd name="T14" fmla="*/ 2147483647 w 152"/>
                <a:gd name="T15" fmla="*/ 2147483647 h 120"/>
                <a:gd name="T16" fmla="*/ 2147483647 w 152"/>
                <a:gd name="T17" fmla="*/ 2147483647 h 120"/>
                <a:gd name="T18" fmla="*/ 2147483647 w 152"/>
                <a:gd name="T19" fmla="*/ 2147483647 h 120"/>
                <a:gd name="T20" fmla="*/ 2147483647 w 152"/>
                <a:gd name="T21" fmla="*/ 2147483647 h 120"/>
                <a:gd name="T22" fmla="*/ 2147483647 w 152"/>
                <a:gd name="T23" fmla="*/ 2147483647 h 120"/>
                <a:gd name="T24" fmla="*/ 2147483647 w 152"/>
                <a:gd name="T25" fmla="*/ 2147483647 h 120"/>
                <a:gd name="T26" fmla="*/ 2147483647 w 152"/>
                <a:gd name="T27" fmla="*/ 0 h 120"/>
                <a:gd name="T28" fmla="*/ 2147483647 w 152"/>
                <a:gd name="T29" fmla="*/ 2147483647 h 120"/>
                <a:gd name="T30" fmla="*/ 2147483647 w 152"/>
                <a:gd name="T31" fmla="*/ 2147483647 h 120"/>
                <a:gd name="T32" fmla="*/ 2147483647 w 152"/>
                <a:gd name="T33" fmla="*/ 2147483647 h 120"/>
                <a:gd name="T34" fmla="*/ 2147483647 w 152"/>
                <a:gd name="T35" fmla="*/ 2147483647 h 120"/>
                <a:gd name="T36" fmla="*/ 2147483647 w 152"/>
                <a:gd name="T37" fmla="*/ 2147483647 h 120"/>
                <a:gd name="T38" fmla="*/ 0 w 152"/>
                <a:gd name="T39" fmla="*/ 2147483647 h 120"/>
                <a:gd name="T40" fmla="*/ 2147483647 w 152"/>
                <a:gd name="T41" fmla="*/ 2147483647 h 120"/>
                <a:gd name="T42" fmla="*/ 2147483647 w 152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52"/>
                <a:gd name="T67" fmla="*/ 0 h 120"/>
                <a:gd name="T68" fmla="*/ 152 w 152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52" h="120">
                  <a:moveTo>
                    <a:pt x="56" y="104"/>
                  </a:moveTo>
                  <a:lnTo>
                    <a:pt x="72" y="96"/>
                  </a:lnTo>
                  <a:lnTo>
                    <a:pt x="96" y="80"/>
                  </a:lnTo>
                  <a:lnTo>
                    <a:pt x="120" y="72"/>
                  </a:lnTo>
                  <a:lnTo>
                    <a:pt x="120" y="64"/>
                  </a:lnTo>
                  <a:lnTo>
                    <a:pt x="128" y="56"/>
                  </a:lnTo>
                  <a:lnTo>
                    <a:pt x="144" y="56"/>
                  </a:lnTo>
                  <a:lnTo>
                    <a:pt x="152" y="48"/>
                  </a:lnTo>
                  <a:lnTo>
                    <a:pt x="144" y="32"/>
                  </a:lnTo>
                  <a:lnTo>
                    <a:pt x="144" y="8"/>
                  </a:lnTo>
                  <a:lnTo>
                    <a:pt x="136" y="8"/>
                  </a:lnTo>
                  <a:lnTo>
                    <a:pt x="120" y="8"/>
                  </a:lnTo>
                  <a:lnTo>
                    <a:pt x="112" y="8"/>
                  </a:lnTo>
                  <a:lnTo>
                    <a:pt x="96" y="0"/>
                  </a:lnTo>
                  <a:lnTo>
                    <a:pt x="80" y="24"/>
                  </a:lnTo>
                  <a:lnTo>
                    <a:pt x="64" y="40"/>
                  </a:lnTo>
                  <a:lnTo>
                    <a:pt x="48" y="64"/>
                  </a:lnTo>
                  <a:lnTo>
                    <a:pt x="40" y="96"/>
                  </a:lnTo>
                  <a:lnTo>
                    <a:pt x="8" y="112"/>
                  </a:lnTo>
                  <a:lnTo>
                    <a:pt x="0" y="120"/>
                  </a:lnTo>
                  <a:lnTo>
                    <a:pt x="56" y="120"/>
                  </a:lnTo>
                  <a:lnTo>
                    <a:pt x="56" y="1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Freeform 647"/>
            <p:cNvSpPr>
              <a:spLocks/>
            </p:cNvSpPr>
            <p:nvPr/>
          </p:nvSpPr>
          <p:spPr bwMode="auto">
            <a:xfrm>
              <a:off x="4182153" y="3089233"/>
              <a:ext cx="139270" cy="118435"/>
            </a:xfrm>
            <a:custGeom>
              <a:avLst/>
              <a:gdLst>
                <a:gd name="T0" fmla="*/ 2147483647 w 104"/>
                <a:gd name="T1" fmla="*/ 2147483647 h 88"/>
                <a:gd name="T2" fmla="*/ 2147483647 w 104"/>
                <a:gd name="T3" fmla="*/ 2147483647 h 88"/>
                <a:gd name="T4" fmla="*/ 2147483647 w 104"/>
                <a:gd name="T5" fmla="*/ 2147483647 h 88"/>
                <a:gd name="T6" fmla="*/ 2147483647 w 104"/>
                <a:gd name="T7" fmla="*/ 2147483647 h 88"/>
                <a:gd name="T8" fmla="*/ 2147483647 w 104"/>
                <a:gd name="T9" fmla="*/ 2147483647 h 88"/>
                <a:gd name="T10" fmla="*/ 2147483647 w 104"/>
                <a:gd name="T11" fmla="*/ 0 h 88"/>
                <a:gd name="T12" fmla="*/ 2147483647 w 104"/>
                <a:gd name="T13" fmla="*/ 0 h 88"/>
                <a:gd name="T14" fmla="*/ 2147483647 w 104"/>
                <a:gd name="T15" fmla="*/ 2147483647 h 88"/>
                <a:gd name="T16" fmla="*/ 2147483647 w 104"/>
                <a:gd name="T17" fmla="*/ 2147483647 h 88"/>
                <a:gd name="T18" fmla="*/ 0 w 104"/>
                <a:gd name="T19" fmla="*/ 2147483647 h 88"/>
                <a:gd name="T20" fmla="*/ 2147483647 w 104"/>
                <a:gd name="T21" fmla="*/ 2147483647 h 88"/>
                <a:gd name="T22" fmla="*/ 2147483647 w 104"/>
                <a:gd name="T23" fmla="*/ 2147483647 h 8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88"/>
                <a:gd name="T38" fmla="*/ 104 w 104"/>
                <a:gd name="T39" fmla="*/ 88 h 8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88">
                  <a:moveTo>
                    <a:pt x="56" y="64"/>
                  </a:moveTo>
                  <a:lnTo>
                    <a:pt x="64" y="56"/>
                  </a:lnTo>
                  <a:lnTo>
                    <a:pt x="64" y="24"/>
                  </a:lnTo>
                  <a:lnTo>
                    <a:pt x="104" y="24"/>
                  </a:lnTo>
                  <a:lnTo>
                    <a:pt x="104" y="8"/>
                  </a:lnTo>
                  <a:lnTo>
                    <a:pt x="104" y="0"/>
                  </a:lnTo>
                  <a:lnTo>
                    <a:pt x="48" y="0"/>
                  </a:lnTo>
                  <a:lnTo>
                    <a:pt x="40" y="8"/>
                  </a:lnTo>
                  <a:lnTo>
                    <a:pt x="16" y="48"/>
                  </a:lnTo>
                  <a:lnTo>
                    <a:pt x="0" y="88"/>
                  </a:lnTo>
                  <a:lnTo>
                    <a:pt x="48" y="88"/>
                  </a:lnTo>
                  <a:lnTo>
                    <a:pt x="56" y="6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Freeform 648"/>
            <p:cNvSpPr>
              <a:spLocks/>
            </p:cNvSpPr>
            <p:nvPr/>
          </p:nvSpPr>
          <p:spPr bwMode="auto">
            <a:xfrm>
              <a:off x="4192022" y="3357905"/>
              <a:ext cx="42768" cy="31802"/>
            </a:xfrm>
            <a:custGeom>
              <a:avLst/>
              <a:gdLst>
                <a:gd name="T0" fmla="*/ 2147483647 w 32"/>
                <a:gd name="T1" fmla="*/ 2147483647 h 24"/>
                <a:gd name="T2" fmla="*/ 2147483647 w 32"/>
                <a:gd name="T3" fmla="*/ 2147483647 h 24"/>
                <a:gd name="T4" fmla="*/ 2147483647 w 32"/>
                <a:gd name="T5" fmla="*/ 0 h 24"/>
                <a:gd name="T6" fmla="*/ 2147483647 w 32"/>
                <a:gd name="T7" fmla="*/ 0 h 24"/>
                <a:gd name="T8" fmla="*/ 0 w 32"/>
                <a:gd name="T9" fmla="*/ 2147483647 h 24"/>
                <a:gd name="T10" fmla="*/ 2147483647 w 32"/>
                <a:gd name="T11" fmla="*/ 2147483647 h 24"/>
                <a:gd name="T12" fmla="*/ 2147483647 w 32"/>
                <a:gd name="T13" fmla="*/ 2147483647 h 24"/>
                <a:gd name="T14" fmla="*/ 2147483647 w 32"/>
                <a:gd name="T15" fmla="*/ 2147483647 h 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2"/>
                <a:gd name="T25" fmla="*/ 0 h 24"/>
                <a:gd name="T26" fmla="*/ 32 w 32"/>
                <a:gd name="T27" fmla="*/ 24 h 2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2" h="24">
                  <a:moveTo>
                    <a:pt x="32" y="16"/>
                  </a:moveTo>
                  <a:lnTo>
                    <a:pt x="32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0" y="8"/>
                  </a:lnTo>
                  <a:lnTo>
                    <a:pt x="8" y="24"/>
                  </a:lnTo>
                  <a:lnTo>
                    <a:pt x="24" y="16"/>
                  </a:lnTo>
                  <a:lnTo>
                    <a:pt x="32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Freeform 649"/>
            <p:cNvSpPr>
              <a:spLocks/>
            </p:cNvSpPr>
            <p:nvPr/>
          </p:nvSpPr>
          <p:spPr bwMode="auto">
            <a:xfrm>
              <a:off x="4837930" y="3174769"/>
              <a:ext cx="278541" cy="344338"/>
            </a:xfrm>
            <a:custGeom>
              <a:avLst/>
              <a:gdLst>
                <a:gd name="T0" fmla="*/ 2147483647 w 208"/>
                <a:gd name="T1" fmla="*/ 2147483647 h 256"/>
                <a:gd name="T2" fmla="*/ 2147483647 w 208"/>
                <a:gd name="T3" fmla="*/ 2147483647 h 256"/>
                <a:gd name="T4" fmla="*/ 2147483647 w 208"/>
                <a:gd name="T5" fmla="*/ 2147483647 h 256"/>
                <a:gd name="T6" fmla="*/ 2147483647 w 208"/>
                <a:gd name="T7" fmla="*/ 2147483647 h 256"/>
                <a:gd name="T8" fmla="*/ 2147483647 w 208"/>
                <a:gd name="T9" fmla="*/ 2147483647 h 256"/>
                <a:gd name="T10" fmla="*/ 2147483647 w 208"/>
                <a:gd name="T11" fmla="*/ 2147483647 h 256"/>
                <a:gd name="T12" fmla="*/ 2147483647 w 208"/>
                <a:gd name="T13" fmla="*/ 2147483647 h 256"/>
                <a:gd name="T14" fmla="*/ 2147483647 w 208"/>
                <a:gd name="T15" fmla="*/ 2147483647 h 256"/>
                <a:gd name="T16" fmla="*/ 2147483647 w 208"/>
                <a:gd name="T17" fmla="*/ 2147483647 h 256"/>
                <a:gd name="T18" fmla="*/ 0 w 208"/>
                <a:gd name="T19" fmla="*/ 2147483647 h 256"/>
                <a:gd name="T20" fmla="*/ 2147483647 w 208"/>
                <a:gd name="T21" fmla="*/ 2147483647 h 256"/>
                <a:gd name="T22" fmla="*/ 2147483647 w 208"/>
                <a:gd name="T23" fmla="*/ 2147483647 h 256"/>
                <a:gd name="T24" fmla="*/ 2147483647 w 208"/>
                <a:gd name="T25" fmla="*/ 2147483647 h 256"/>
                <a:gd name="T26" fmla="*/ 2147483647 w 208"/>
                <a:gd name="T27" fmla="*/ 2147483647 h 256"/>
                <a:gd name="T28" fmla="*/ 2147483647 w 208"/>
                <a:gd name="T29" fmla="*/ 2147483647 h 256"/>
                <a:gd name="T30" fmla="*/ 2147483647 w 208"/>
                <a:gd name="T31" fmla="*/ 2147483647 h 256"/>
                <a:gd name="T32" fmla="*/ 2147483647 w 208"/>
                <a:gd name="T33" fmla="*/ 2147483647 h 256"/>
                <a:gd name="T34" fmla="*/ 2147483647 w 208"/>
                <a:gd name="T35" fmla="*/ 2147483647 h 256"/>
                <a:gd name="T36" fmla="*/ 2147483647 w 208"/>
                <a:gd name="T37" fmla="*/ 2147483647 h 256"/>
                <a:gd name="T38" fmla="*/ 2147483647 w 208"/>
                <a:gd name="T39" fmla="*/ 2147483647 h 256"/>
                <a:gd name="T40" fmla="*/ 2147483647 w 208"/>
                <a:gd name="T41" fmla="*/ 2147483647 h 256"/>
                <a:gd name="T42" fmla="*/ 2147483647 w 208"/>
                <a:gd name="T43" fmla="*/ 2147483647 h 256"/>
                <a:gd name="T44" fmla="*/ 2147483647 w 208"/>
                <a:gd name="T45" fmla="*/ 2147483647 h 256"/>
                <a:gd name="T46" fmla="*/ 2147483647 w 208"/>
                <a:gd name="T47" fmla="*/ 2147483647 h 256"/>
                <a:gd name="T48" fmla="*/ 2147483647 w 208"/>
                <a:gd name="T49" fmla="*/ 2147483647 h 256"/>
                <a:gd name="T50" fmla="*/ 2147483647 w 208"/>
                <a:gd name="T51" fmla="*/ 2147483647 h 256"/>
                <a:gd name="T52" fmla="*/ 2147483647 w 208"/>
                <a:gd name="T53" fmla="*/ 2147483647 h 256"/>
                <a:gd name="T54" fmla="*/ 2147483647 w 208"/>
                <a:gd name="T55" fmla="*/ 2147483647 h 256"/>
                <a:gd name="T56" fmla="*/ 2147483647 w 208"/>
                <a:gd name="T57" fmla="*/ 2147483647 h 256"/>
                <a:gd name="T58" fmla="*/ 2147483647 w 208"/>
                <a:gd name="T59" fmla="*/ 2147483647 h 256"/>
                <a:gd name="T60" fmla="*/ 2147483647 w 208"/>
                <a:gd name="T61" fmla="*/ 2147483647 h 256"/>
                <a:gd name="T62" fmla="*/ 2147483647 w 208"/>
                <a:gd name="T63" fmla="*/ 2147483647 h 256"/>
                <a:gd name="T64" fmla="*/ 2147483647 w 208"/>
                <a:gd name="T65" fmla="*/ 2147483647 h 256"/>
                <a:gd name="T66" fmla="*/ 2147483647 w 208"/>
                <a:gd name="T67" fmla="*/ 2147483647 h 256"/>
                <a:gd name="T68" fmla="*/ 2147483647 w 208"/>
                <a:gd name="T69" fmla="*/ 2147483647 h 256"/>
                <a:gd name="T70" fmla="*/ 2147483647 w 208"/>
                <a:gd name="T71" fmla="*/ 0 h 256"/>
                <a:gd name="T72" fmla="*/ 2147483647 w 208"/>
                <a:gd name="T73" fmla="*/ 2147483647 h 256"/>
                <a:gd name="T74" fmla="*/ 2147483647 w 208"/>
                <a:gd name="T75" fmla="*/ 2147483647 h 25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08"/>
                <a:gd name="T115" fmla="*/ 0 h 256"/>
                <a:gd name="T116" fmla="*/ 208 w 208"/>
                <a:gd name="T117" fmla="*/ 256 h 25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08" h="256">
                  <a:moveTo>
                    <a:pt x="152" y="16"/>
                  </a:moveTo>
                  <a:lnTo>
                    <a:pt x="48" y="16"/>
                  </a:lnTo>
                  <a:lnTo>
                    <a:pt x="40" y="40"/>
                  </a:lnTo>
                  <a:lnTo>
                    <a:pt x="32" y="40"/>
                  </a:lnTo>
                  <a:lnTo>
                    <a:pt x="32" y="56"/>
                  </a:lnTo>
                  <a:lnTo>
                    <a:pt x="24" y="48"/>
                  </a:lnTo>
                  <a:lnTo>
                    <a:pt x="24" y="96"/>
                  </a:lnTo>
                  <a:lnTo>
                    <a:pt x="8" y="104"/>
                  </a:lnTo>
                  <a:lnTo>
                    <a:pt x="8" y="128"/>
                  </a:lnTo>
                  <a:lnTo>
                    <a:pt x="0" y="136"/>
                  </a:lnTo>
                  <a:lnTo>
                    <a:pt x="16" y="160"/>
                  </a:lnTo>
                  <a:lnTo>
                    <a:pt x="24" y="176"/>
                  </a:lnTo>
                  <a:lnTo>
                    <a:pt x="32" y="200"/>
                  </a:lnTo>
                  <a:lnTo>
                    <a:pt x="48" y="208"/>
                  </a:lnTo>
                  <a:lnTo>
                    <a:pt x="72" y="232"/>
                  </a:lnTo>
                  <a:lnTo>
                    <a:pt x="80" y="240"/>
                  </a:lnTo>
                  <a:lnTo>
                    <a:pt x="104" y="240"/>
                  </a:lnTo>
                  <a:lnTo>
                    <a:pt x="120" y="256"/>
                  </a:lnTo>
                  <a:lnTo>
                    <a:pt x="144" y="248"/>
                  </a:lnTo>
                  <a:lnTo>
                    <a:pt x="168" y="240"/>
                  </a:lnTo>
                  <a:lnTo>
                    <a:pt x="176" y="240"/>
                  </a:lnTo>
                  <a:lnTo>
                    <a:pt x="176" y="232"/>
                  </a:lnTo>
                  <a:lnTo>
                    <a:pt x="168" y="224"/>
                  </a:lnTo>
                  <a:lnTo>
                    <a:pt x="160" y="216"/>
                  </a:lnTo>
                  <a:lnTo>
                    <a:pt x="144" y="200"/>
                  </a:lnTo>
                  <a:lnTo>
                    <a:pt x="144" y="192"/>
                  </a:lnTo>
                  <a:lnTo>
                    <a:pt x="152" y="192"/>
                  </a:lnTo>
                  <a:lnTo>
                    <a:pt x="160" y="168"/>
                  </a:lnTo>
                  <a:lnTo>
                    <a:pt x="176" y="152"/>
                  </a:lnTo>
                  <a:lnTo>
                    <a:pt x="184" y="128"/>
                  </a:lnTo>
                  <a:lnTo>
                    <a:pt x="192" y="80"/>
                  </a:lnTo>
                  <a:lnTo>
                    <a:pt x="200" y="72"/>
                  </a:lnTo>
                  <a:lnTo>
                    <a:pt x="208" y="72"/>
                  </a:lnTo>
                  <a:lnTo>
                    <a:pt x="200" y="48"/>
                  </a:lnTo>
                  <a:lnTo>
                    <a:pt x="192" y="16"/>
                  </a:lnTo>
                  <a:lnTo>
                    <a:pt x="176" y="0"/>
                  </a:lnTo>
                  <a:lnTo>
                    <a:pt x="168" y="8"/>
                  </a:lnTo>
                  <a:lnTo>
                    <a:pt x="152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Freeform 650"/>
            <p:cNvSpPr>
              <a:spLocks/>
            </p:cNvSpPr>
            <p:nvPr/>
          </p:nvSpPr>
          <p:spPr bwMode="auto">
            <a:xfrm>
              <a:off x="4321423" y="3400672"/>
              <a:ext cx="107468" cy="96502"/>
            </a:xfrm>
            <a:custGeom>
              <a:avLst/>
              <a:gdLst>
                <a:gd name="T0" fmla="*/ 2147483647 w 80"/>
                <a:gd name="T1" fmla="*/ 2147483647 h 72"/>
                <a:gd name="T2" fmla="*/ 2147483647 w 80"/>
                <a:gd name="T3" fmla="*/ 2147483647 h 72"/>
                <a:gd name="T4" fmla="*/ 2147483647 w 80"/>
                <a:gd name="T5" fmla="*/ 2147483647 h 72"/>
                <a:gd name="T6" fmla="*/ 2147483647 w 80"/>
                <a:gd name="T7" fmla="*/ 2147483647 h 72"/>
                <a:gd name="T8" fmla="*/ 2147483647 w 80"/>
                <a:gd name="T9" fmla="*/ 0 h 72"/>
                <a:gd name="T10" fmla="*/ 2147483647 w 80"/>
                <a:gd name="T11" fmla="*/ 0 h 72"/>
                <a:gd name="T12" fmla="*/ 2147483647 w 80"/>
                <a:gd name="T13" fmla="*/ 0 h 72"/>
                <a:gd name="T14" fmla="*/ 2147483647 w 80"/>
                <a:gd name="T15" fmla="*/ 0 h 72"/>
                <a:gd name="T16" fmla="*/ 2147483647 w 80"/>
                <a:gd name="T17" fmla="*/ 0 h 72"/>
                <a:gd name="T18" fmla="*/ 2147483647 w 80"/>
                <a:gd name="T19" fmla="*/ 2147483647 h 72"/>
                <a:gd name="T20" fmla="*/ 2147483647 w 80"/>
                <a:gd name="T21" fmla="*/ 2147483647 h 72"/>
                <a:gd name="T22" fmla="*/ 0 w 80"/>
                <a:gd name="T23" fmla="*/ 2147483647 h 72"/>
                <a:gd name="T24" fmla="*/ 2147483647 w 80"/>
                <a:gd name="T25" fmla="*/ 2147483647 h 72"/>
                <a:gd name="T26" fmla="*/ 2147483647 w 80"/>
                <a:gd name="T27" fmla="*/ 2147483647 h 72"/>
                <a:gd name="T28" fmla="*/ 2147483647 w 80"/>
                <a:gd name="T29" fmla="*/ 2147483647 h 72"/>
                <a:gd name="T30" fmla="*/ 2147483647 w 80"/>
                <a:gd name="T31" fmla="*/ 2147483647 h 72"/>
                <a:gd name="T32" fmla="*/ 2147483647 w 80"/>
                <a:gd name="T33" fmla="*/ 2147483647 h 72"/>
                <a:gd name="T34" fmla="*/ 2147483647 w 80"/>
                <a:gd name="T35" fmla="*/ 2147483647 h 72"/>
                <a:gd name="T36" fmla="*/ 2147483647 w 80"/>
                <a:gd name="T37" fmla="*/ 2147483647 h 72"/>
                <a:gd name="T38" fmla="*/ 2147483647 w 80"/>
                <a:gd name="T39" fmla="*/ 2147483647 h 72"/>
                <a:gd name="T40" fmla="*/ 2147483647 w 80"/>
                <a:gd name="T41" fmla="*/ 2147483647 h 7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0"/>
                <a:gd name="T64" fmla="*/ 0 h 72"/>
                <a:gd name="T65" fmla="*/ 80 w 80"/>
                <a:gd name="T66" fmla="*/ 72 h 7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0" h="72">
                  <a:moveTo>
                    <a:pt x="72" y="40"/>
                  </a:moveTo>
                  <a:lnTo>
                    <a:pt x="80" y="24"/>
                  </a:lnTo>
                  <a:lnTo>
                    <a:pt x="72" y="8"/>
                  </a:lnTo>
                  <a:lnTo>
                    <a:pt x="48" y="8"/>
                  </a:ln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16"/>
                  </a:lnTo>
                  <a:lnTo>
                    <a:pt x="8" y="32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8" y="56"/>
                  </a:lnTo>
                  <a:lnTo>
                    <a:pt x="16" y="64"/>
                  </a:lnTo>
                  <a:lnTo>
                    <a:pt x="16" y="72"/>
                  </a:lnTo>
                  <a:lnTo>
                    <a:pt x="32" y="72"/>
                  </a:lnTo>
                  <a:lnTo>
                    <a:pt x="64" y="64"/>
                  </a:lnTo>
                  <a:lnTo>
                    <a:pt x="72" y="64"/>
                  </a:lnTo>
                  <a:lnTo>
                    <a:pt x="72" y="48"/>
                  </a:lnTo>
                  <a:lnTo>
                    <a:pt x="72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Freeform 651"/>
            <p:cNvSpPr>
              <a:spLocks/>
            </p:cNvSpPr>
            <p:nvPr/>
          </p:nvSpPr>
          <p:spPr bwMode="auto">
            <a:xfrm>
              <a:off x="4267689" y="3432474"/>
              <a:ext cx="74570" cy="64700"/>
            </a:xfrm>
            <a:custGeom>
              <a:avLst/>
              <a:gdLst>
                <a:gd name="T0" fmla="*/ 2147483647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2147483647 h 48"/>
                <a:gd name="T8" fmla="*/ 2147483647 w 56"/>
                <a:gd name="T9" fmla="*/ 2147483647 h 48"/>
                <a:gd name="T10" fmla="*/ 2147483647 w 56"/>
                <a:gd name="T11" fmla="*/ 0 h 48"/>
                <a:gd name="T12" fmla="*/ 2147483647 w 56"/>
                <a:gd name="T13" fmla="*/ 2147483647 h 48"/>
                <a:gd name="T14" fmla="*/ 2147483647 w 56"/>
                <a:gd name="T15" fmla="*/ 2147483647 h 48"/>
                <a:gd name="T16" fmla="*/ 0 w 56"/>
                <a:gd name="T17" fmla="*/ 2147483647 h 48"/>
                <a:gd name="T18" fmla="*/ 2147483647 w 56"/>
                <a:gd name="T19" fmla="*/ 2147483647 h 48"/>
                <a:gd name="T20" fmla="*/ 2147483647 w 56"/>
                <a:gd name="T21" fmla="*/ 2147483647 h 48"/>
                <a:gd name="T22" fmla="*/ 2147483647 w 56"/>
                <a:gd name="T23" fmla="*/ 2147483647 h 48"/>
                <a:gd name="T24" fmla="*/ 2147483647 w 56"/>
                <a:gd name="T25" fmla="*/ 2147483647 h 48"/>
                <a:gd name="T26" fmla="*/ 2147483647 w 56"/>
                <a:gd name="T27" fmla="*/ 2147483647 h 4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6"/>
                <a:gd name="T43" fmla="*/ 0 h 48"/>
                <a:gd name="T44" fmla="*/ 56 w 56"/>
                <a:gd name="T45" fmla="*/ 48 h 4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6" h="48">
                  <a:moveTo>
                    <a:pt x="48" y="32"/>
                  </a:moveTo>
                  <a:lnTo>
                    <a:pt x="48" y="16"/>
                  </a:lnTo>
                  <a:lnTo>
                    <a:pt x="40" y="16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16" y="8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40" y="48"/>
                  </a:lnTo>
                  <a:lnTo>
                    <a:pt x="56" y="48"/>
                  </a:lnTo>
                  <a:lnTo>
                    <a:pt x="56" y="40"/>
                  </a:lnTo>
                  <a:lnTo>
                    <a:pt x="48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Freeform 652"/>
            <p:cNvSpPr>
              <a:spLocks/>
            </p:cNvSpPr>
            <p:nvPr/>
          </p:nvSpPr>
          <p:spPr bwMode="auto">
            <a:xfrm>
              <a:off x="4234791" y="3411638"/>
              <a:ext cx="53734" cy="53735"/>
            </a:xfrm>
            <a:custGeom>
              <a:avLst/>
              <a:gdLst>
                <a:gd name="T0" fmla="*/ 2147483647 w 40"/>
                <a:gd name="T1" fmla="*/ 2147483647 h 40"/>
                <a:gd name="T2" fmla="*/ 2147483647 w 40"/>
                <a:gd name="T3" fmla="*/ 2147483647 h 40"/>
                <a:gd name="T4" fmla="*/ 2147483647 w 40"/>
                <a:gd name="T5" fmla="*/ 0 h 40"/>
                <a:gd name="T6" fmla="*/ 2147483647 w 40"/>
                <a:gd name="T7" fmla="*/ 0 h 40"/>
                <a:gd name="T8" fmla="*/ 2147483647 w 40"/>
                <a:gd name="T9" fmla="*/ 2147483647 h 40"/>
                <a:gd name="T10" fmla="*/ 0 w 40"/>
                <a:gd name="T11" fmla="*/ 2147483647 h 40"/>
                <a:gd name="T12" fmla="*/ 2147483647 w 40"/>
                <a:gd name="T13" fmla="*/ 2147483647 h 40"/>
                <a:gd name="T14" fmla="*/ 2147483647 w 40"/>
                <a:gd name="T15" fmla="*/ 2147483647 h 40"/>
                <a:gd name="T16" fmla="*/ 2147483647 w 40"/>
                <a:gd name="T17" fmla="*/ 2147483647 h 40"/>
                <a:gd name="T18" fmla="*/ 2147483647 w 40"/>
                <a:gd name="T19" fmla="*/ 2147483647 h 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"/>
                <a:gd name="T31" fmla="*/ 0 h 40"/>
                <a:gd name="T32" fmla="*/ 40 w 40"/>
                <a:gd name="T33" fmla="*/ 40 h 4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" h="40">
                  <a:moveTo>
                    <a:pt x="40" y="24"/>
                  </a:moveTo>
                  <a:lnTo>
                    <a:pt x="40" y="16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24" y="40"/>
                  </a:lnTo>
                  <a:lnTo>
                    <a:pt x="32" y="32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Freeform 653"/>
            <p:cNvSpPr>
              <a:spLocks/>
            </p:cNvSpPr>
            <p:nvPr/>
          </p:nvSpPr>
          <p:spPr bwMode="auto">
            <a:xfrm>
              <a:off x="4196409" y="3357905"/>
              <a:ext cx="42768" cy="31802"/>
            </a:xfrm>
            <a:custGeom>
              <a:avLst/>
              <a:gdLst>
                <a:gd name="T0" fmla="*/ 2147483647 w 32"/>
                <a:gd name="T1" fmla="*/ 2147483647 h 24"/>
                <a:gd name="T2" fmla="*/ 2147483647 w 32"/>
                <a:gd name="T3" fmla="*/ 2147483647 h 24"/>
                <a:gd name="T4" fmla="*/ 2147483647 w 32"/>
                <a:gd name="T5" fmla="*/ 0 h 24"/>
                <a:gd name="T6" fmla="*/ 2147483647 w 32"/>
                <a:gd name="T7" fmla="*/ 0 h 24"/>
                <a:gd name="T8" fmla="*/ 0 w 32"/>
                <a:gd name="T9" fmla="*/ 2147483647 h 24"/>
                <a:gd name="T10" fmla="*/ 0 w 32"/>
                <a:gd name="T11" fmla="*/ 2147483647 h 24"/>
                <a:gd name="T12" fmla="*/ 2147483647 w 32"/>
                <a:gd name="T13" fmla="*/ 2147483647 h 24"/>
                <a:gd name="T14" fmla="*/ 2147483647 w 32"/>
                <a:gd name="T15" fmla="*/ 2147483647 h 24"/>
                <a:gd name="T16" fmla="*/ 2147483647 w 32"/>
                <a:gd name="T17" fmla="*/ 2147483647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2"/>
                <a:gd name="T28" fmla="*/ 0 h 24"/>
                <a:gd name="T29" fmla="*/ 32 w 32"/>
                <a:gd name="T30" fmla="*/ 24 h 2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2" h="24">
                  <a:moveTo>
                    <a:pt x="32" y="16"/>
                  </a:moveTo>
                  <a:lnTo>
                    <a:pt x="32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0" y="8"/>
                  </a:lnTo>
                  <a:lnTo>
                    <a:pt x="8" y="24"/>
                  </a:lnTo>
                  <a:lnTo>
                    <a:pt x="24" y="16"/>
                  </a:lnTo>
                  <a:lnTo>
                    <a:pt x="32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Freeform 654"/>
            <p:cNvSpPr>
              <a:spLocks/>
            </p:cNvSpPr>
            <p:nvPr/>
          </p:nvSpPr>
          <p:spPr bwMode="auto">
            <a:xfrm>
              <a:off x="4239177" y="3411638"/>
              <a:ext cx="53734" cy="53735"/>
            </a:xfrm>
            <a:custGeom>
              <a:avLst/>
              <a:gdLst>
                <a:gd name="T0" fmla="*/ 2147483647 w 40"/>
                <a:gd name="T1" fmla="*/ 2147483647 h 40"/>
                <a:gd name="T2" fmla="*/ 2147483647 w 40"/>
                <a:gd name="T3" fmla="*/ 2147483647 h 40"/>
                <a:gd name="T4" fmla="*/ 2147483647 w 40"/>
                <a:gd name="T5" fmla="*/ 2147483647 h 40"/>
                <a:gd name="T6" fmla="*/ 2147483647 w 40"/>
                <a:gd name="T7" fmla="*/ 0 h 40"/>
                <a:gd name="T8" fmla="*/ 2147483647 w 40"/>
                <a:gd name="T9" fmla="*/ 0 h 40"/>
                <a:gd name="T10" fmla="*/ 2147483647 w 40"/>
                <a:gd name="T11" fmla="*/ 2147483647 h 40"/>
                <a:gd name="T12" fmla="*/ 0 w 40"/>
                <a:gd name="T13" fmla="*/ 2147483647 h 40"/>
                <a:gd name="T14" fmla="*/ 2147483647 w 40"/>
                <a:gd name="T15" fmla="*/ 2147483647 h 40"/>
                <a:gd name="T16" fmla="*/ 2147483647 w 40"/>
                <a:gd name="T17" fmla="*/ 2147483647 h 40"/>
                <a:gd name="T18" fmla="*/ 2147483647 w 40"/>
                <a:gd name="T19" fmla="*/ 2147483647 h 40"/>
                <a:gd name="T20" fmla="*/ 2147483647 w 40"/>
                <a:gd name="T21" fmla="*/ 2147483647 h 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0"/>
                <a:gd name="T34" fmla="*/ 0 h 40"/>
                <a:gd name="T35" fmla="*/ 40 w 40"/>
                <a:gd name="T36" fmla="*/ 40 h 4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0" h="40">
                  <a:moveTo>
                    <a:pt x="40" y="24"/>
                  </a:moveTo>
                  <a:lnTo>
                    <a:pt x="40" y="16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24" y="40"/>
                  </a:lnTo>
                  <a:lnTo>
                    <a:pt x="32" y="32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4" name="Freeform 655"/>
            <p:cNvSpPr>
              <a:spLocks/>
            </p:cNvSpPr>
            <p:nvPr/>
          </p:nvSpPr>
          <p:spPr bwMode="auto">
            <a:xfrm>
              <a:off x="4321423" y="3089233"/>
              <a:ext cx="1097" cy="10966"/>
            </a:xfrm>
            <a:custGeom>
              <a:avLst/>
              <a:gdLst>
                <a:gd name="T0" fmla="*/ 0 w 1942"/>
                <a:gd name="T1" fmla="*/ 0 h 8"/>
                <a:gd name="T2" fmla="*/ 0 w 1942"/>
                <a:gd name="T3" fmla="*/ 2147483647 h 8"/>
                <a:gd name="T4" fmla="*/ 0 w 1942"/>
                <a:gd name="T5" fmla="*/ 0 h 8"/>
                <a:gd name="T6" fmla="*/ 0 60000 65536"/>
                <a:gd name="T7" fmla="*/ 0 60000 65536"/>
                <a:gd name="T8" fmla="*/ 0 60000 65536"/>
                <a:gd name="T9" fmla="*/ 0 w 1942"/>
                <a:gd name="T10" fmla="*/ 0 h 8"/>
                <a:gd name="T11" fmla="*/ 1942 w 1942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2" h="8">
                  <a:moveTo>
                    <a:pt x="0" y="0"/>
                  </a:move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5" name="Freeform 656"/>
            <p:cNvSpPr>
              <a:spLocks/>
            </p:cNvSpPr>
            <p:nvPr/>
          </p:nvSpPr>
          <p:spPr bwMode="auto">
            <a:xfrm>
              <a:off x="4321423" y="2896229"/>
              <a:ext cx="344338" cy="354207"/>
            </a:xfrm>
            <a:custGeom>
              <a:avLst/>
              <a:gdLst>
                <a:gd name="T0" fmla="*/ 2147483647 w 257"/>
                <a:gd name="T1" fmla="*/ 2147483647 h 264"/>
                <a:gd name="T2" fmla="*/ 2147483647 w 257"/>
                <a:gd name="T3" fmla="*/ 2147483647 h 264"/>
                <a:gd name="T4" fmla="*/ 2147483647 w 257"/>
                <a:gd name="T5" fmla="*/ 2147483647 h 264"/>
                <a:gd name="T6" fmla="*/ 2147483647 w 257"/>
                <a:gd name="T7" fmla="*/ 2147483647 h 264"/>
                <a:gd name="T8" fmla="*/ 2147483647 w 257"/>
                <a:gd name="T9" fmla="*/ 2147483647 h 264"/>
                <a:gd name="T10" fmla="*/ 2147483647 w 257"/>
                <a:gd name="T11" fmla="*/ 2147483647 h 264"/>
                <a:gd name="T12" fmla="*/ 2147483647 w 257"/>
                <a:gd name="T13" fmla="*/ 2147483647 h 264"/>
                <a:gd name="T14" fmla="*/ 2147483647 w 257"/>
                <a:gd name="T15" fmla="*/ 2147483647 h 264"/>
                <a:gd name="T16" fmla="*/ 2147483647 w 257"/>
                <a:gd name="T17" fmla="*/ 2147483647 h 264"/>
                <a:gd name="T18" fmla="*/ 2147483647 w 257"/>
                <a:gd name="T19" fmla="*/ 2147483647 h 264"/>
                <a:gd name="T20" fmla="*/ 2147483647 w 257"/>
                <a:gd name="T21" fmla="*/ 2147483647 h 264"/>
                <a:gd name="T22" fmla="*/ 2147483647 w 257"/>
                <a:gd name="T23" fmla="*/ 2147483647 h 264"/>
                <a:gd name="T24" fmla="*/ 2147483647 w 257"/>
                <a:gd name="T25" fmla="*/ 2147483647 h 264"/>
                <a:gd name="T26" fmla="*/ 2147483647 w 257"/>
                <a:gd name="T27" fmla="*/ 2147483647 h 264"/>
                <a:gd name="T28" fmla="*/ 2147483647 w 257"/>
                <a:gd name="T29" fmla="*/ 2147483647 h 264"/>
                <a:gd name="T30" fmla="*/ 2147483647 w 257"/>
                <a:gd name="T31" fmla="*/ 2147483647 h 264"/>
                <a:gd name="T32" fmla="*/ 2147483647 w 257"/>
                <a:gd name="T33" fmla="*/ 2147483647 h 264"/>
                <a:gd name="T34" fmla="*/ 2147483647 w 257"/>
                <a:gd name="T35" fmla="*/ 2147483647 h 264"/>
                <a:gd name="T36" fmla="*/ 2147483647 w 257"/>
                <a:gd name="T37" fmla="*/ 2147483647 h 264"/>
                <a:gd name="T38" fmla="*/ 2147483647 w 257"/>
                <a:gd name="T39" fmla="*/ 2147483647 h 264"/>
                <a:gd name="T40" fmla="*/ 2147483647 w 257"/>
                <a:gd name="T41" fmla="*/ 2147483647 h 264"/>
                <a:gd name="T42" fmla="*/ 2147483647 w 257"/>
                <a:gd name="T43" fmla="*/ 2147483647 h 264"/>
                <a:gd name="T44" fmla="*/ 2147483647 w 257"/>
                <a:gd name="T45" fmla="*/ 0 h 264"/>
                <a:gd name="T46" fmla="*/ 2147483647 w 257"/>
                <a:gd name="T47" fmla="*/ 2147483647 h 264"/>
                <a:gd name="T48" fmla="*/ 2147483647 w 257"/>
                <a:gd name="T49" fmla="*/ 2147483647 h 264"/>
                <a:gd name="T50" fmla="*/ 2147483647 w 257"/>
                <a:gd name="T51" fmla="*/ 2147483647 h 264"/>
                <a:gd name="T52" fmla="*/ 2147483647 w 257"/>
                <a:gd name="T53" fmla="*/ 2147483647 h 264"/>
                <a:gd name="T54" fmla="*/ 2147483647 w 257"/>
                <a:gd name="T55" fmla="*/ 2147483647 h 264"/>
                <a:gd name="T56" fmla="*/ 2147483647 w 257"/>
                <a:gd name="T57" fmla="*/ 2147483647 h 264"/>
                <a:gd name="T58" fmla="*/ 2147483647 w 257"/>
                <a:gd name="T59" fmla="*/ 2147483647 h 264"/>
                <a:gd name="T60" fmla="*/ 2147483647 w 257"/>
                <a:gd name="T61" fmla="*/ 2147483647 h 264"/>
                <a:gd name="T62" fmla="*/ 2147483647 w 257"/>
                <a:gd name="T63" fmla="*/ 2147483647 h 264"/>
                <a:gd name="T64" fmla="*/ 2147483647 w 257"/>
                <a:gd name="T65" fmla="*/ 2147483647 h 264"/>
                <a:gd name="T66" fmla="*/ 2147483647 w 257"/>
                <a:gd name="T67" fmla="*/ 2147483647 h 264"/>
                <a:gd name="T68" fmla="*/ 2147483647 w 257"/>
                <a:gd name="T69" fmla="*/ 2147483647 h 264"/>
                <a:gd name="T70" fmla="*/ 2147483647 w 257"/>
                <a:gd name="T71" fmla="*/ 2147483647 h 264"/>
                <a:gd name="T72" fmla="*/ 0 w 257"/>
                <a:gd name="T73" fmla="*/ 2147483647 h 264"/>
                <a:gd name="T74" fmla="*/ 0 w 257"/>
                <a:gd name="T75" fmla="*/ 2147483647 h 264"/>
                <a:gd name="T76" fmla="*/ 0 w 257"/>
                <a:gd name="T77" fmla="*/ 2147483647 h 264"/>
                <a:gd name="T78" fmla="*/ 2147483647 w 257"/>
                <a:gd name="T79" fmla="*/ 2147483647 h 26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57"/>
                <a:gd name="T121" fmla="*/ 0 h 264"/>
                <a:gd name="T122" fmla="*/ 257 w 257"/>
                <a:gd name="T123" fmla="*/ 264 h 264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57" h="264">
                  <a:moveTo>
                    <a:pt x="40" y="184"/>
                  </a:moveTo>
                  <a:lnTo>
                    <a:pt x="144" y="256"/>
                  </a:lnTo>
                  <a:lnTo>
                    <a:pt x="152" y="264"/>
                  </a:lnTo>
                  <a:lnTo>
                    <a:pt x="160" y="264"/>
                  </a:lnTo>
                  <a:lnTo>
                    <a:pt x="185" y="248"/>
                  </a:lnTo>
                  <a:lnTo>
                    <a:pt x="257" y="200"/>
                  </a:lnTo>
                  <a:lnTo>
                    <a:pt x="241" y="184"/>
                  </a:lnTo>
                  <a:lnTo>
                    <a:pt x="233" y="184"/>
                  </a:lnTo>
                  <a:lnTo>
                    <a:pt x="225" y="168"/>
                  </a:lnTo>
                  <a:lnTo>
                    <a:pt x="233" y="160"/>
                  </a:lnTo>
                  <a:lnTo>
                    <a:pt x="233" y="120"/>
                  </a:lnTo>
                  <a:lnTo>
                    <a:pt x="225" y="112"/>
                  </a:lnTo>
                  <a:lnTo>
                    <a:pt x="233" y="104"/>
                  </a:lnTo>
                  <a:lnTo>
                    <a:pt x="225" y="96"/>
                  </a:lnTo>
                  <a:lnTo>
                    <a:pt x="225" y="80"/>
                  </a:lnTo>
                  <a:lnTo>
                    <a:pt x="217" y="72"/>
                  </a:lnTo>
                  <a:lnTo>
                    <a:pt x="209" y="72"/>
                  </a:lnTo>
                  <a:lnTo>
                    <a:pt x="201" y="64"/>
                  </a:lnTo>
                  <a:lnTo>
                    <a:pt x="201" y="56"/>
                  </a:lnTo>
                  <a:lnTo>
                    <a:pt x="217" y="40"/>
                  </a:lnTo>
                  <a:lnTo>
                    <a:pt x="217" y="24"/>
                  </a:lnTo>
                  <a:lnTo>
                    <a:pt x="217" y="8"/>
                  </a:lnTo>
                  <a:lnTo>
                    <a:pt x="217" y="0"/>
                  </a:lnTo>
                  <a:lnTo>
                    <a:pt x="209" y="8"/>
                  </a:lnTo>
                  <a:lnTo>
                    <a:pt x="193" y="8"/>
                  </a:lnTo>
                  <a:lnTo>
                    <a:pt x="144" y="8"/>
                  </a:lnTo>
                  <a:lnTo>
                    <a:pt x="104" y="24"/>
                  </a:lnTo>
                  <a:lnTo>
                    <a:pt x="88" y="32"/>
                  </a:lnTo>
                  <a:lnTo>
                    <a:pt x="88" y="56"/>
                  </a:lnTo>
                  <a:lnTo>
                    <a:pt x="96" y="72"/>
                  </a:lnTo>
                  <a:lnTo>
                    <a:pt x="88" y="80"/>
                  </a:lnTo>
                  <a:lnTo>
                    <a:pt x="72" y="80"/>
                  </a:lnTo>
                  <a:lnTo>
                    <a:pt x="64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16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0" y="152"/>
                  </a:lnTo>
                  <a:lnTo>
                    <a:pt x="40" y="18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6" name="Rectangle 657"/>
            <p:cNvSpPr>
              <a:spLocks noChangeArrowheads="1"/>
            </p:cNvSpPr>
            <p:nvPr/>
          </p:nvSpPr>
          <p:spPr bwMode="auto">
            <a:xfrm>
              <a:off x="4321423" y="3089233"/>
              <a:ext cx="0" cy="10966"/>
            </a:xfrm>
            <a:prstGeom prst="rect">
              <a:avLst/>
            </a:prstGeom>
            <a:grpFill/>
            <a:ln w="6350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</a:pPr>
              <a:endParaRPr lang="en-US">
                <a:solidFill>
                  <a:srgbClr val="4D4D4D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117" name="Freeform 658"/>
            <p:cNvSpPr>
              <a:spLocks/>
            </p:cNvSpPr>
            <p:nvPr/>
          </p:nvSpPr>
          <p:spPr bwMode="auto">
            <a:xfrm>
              <a:off x="4321423" y="2896229"/>
              <a:ext cx="344338" cy="354207"/>
            </a:xfrm>
            <a:custGeom>
              <a:avLst/>
              <a:gdLst>
                <a:gd name="T0" fmla="*/ 2147483647 w 257"/>
                <a:gd name="T1" fmla="*/ 2147483647 h 264"/>
                <a:gd name="T2" fmla="*/ 2147483647 w 257"/>
                <a:gd name="T3" fmla="*/ 2147483647 h 264"/>
                <a:gd name="T4" fmla="*/ 2147483647 w 257"/>
                <a:gd name="T5" fmla="*/ 2147483647 h 264"/>
                <a:gd name="T6" fmla="*/ 2147483647 w 257"/>
                <a:gd name="T7" fmla="*/ 2147483647 h 264"/>
                <a:gd name="T8" fmla="*/ 2147483647 w 257"/>
                <a:gd name="T9" fmla="*/ 2147483647 h 264"/>
                <a:gd name="T10" fmla="*/ 2147483647 w 257"/>
                <a:gd name="T11" fmla="*/ 2147483647 h 264"/>
                <a:gd name="T12" fmla="*/ 2147483647 w 257"/>
                <a:gd name="T13" fmla="*/ 2147483647 h 264"/>
                <a:gd name="T14" fmla="*/ 2147483647 w 257"/>
                <a:gd name="T15" fmla="*/ 2147483647 h 264"/>
                <a:gd name="T16" fmla="*/ 2147483647 w 257"/>
                <a:gd name="T17" fmla="*/ 2147483647 h 264"/>
                <a:gd name="T18" fmla="*/ 2147483647 w 257"/>
                <a:gd name="T19" fmla="*/ 2147483647 h 264"/>
                <a:gd name="T20" fmla="*/ 2147483647 w 257"/>
                <a:gd name="T21" fmla="*/ 2147483647 h 264"/>
                <a:gd name="T22" fmla="*/ 2147483647 w 257"/>
                <a:gd name="T23" fmla="*/ 2147483647 h 264"/>
                <a:gd name="T24" fmla="*/ 2147483647 w 257"/>
                <a:gd name="T25" fmla="*/ 2147483647 h 264"/>
                <a:gd name="T26" fmla="*/ 2147483647 w 257"/>
                <a:gd name="T27" fmla="*/ 2147483647 h 264"/>
                <a:gd name="T28" fmla="*/ 2147483647 w 257"/>
                <a:gd name="T29" fmla="*/ 2147483647 h 264"/>
                <a:gd name="T30" fmla="*/ 2147483647 w 257"/>
                <a:gd name="T31" fmla="*/ 2147483647 h 264"/>
                <a:gd name="T32" fmla="*/ 2147483647 w 257"/>
                <a:gd name="T33" fmla="*/ 2147483647 h 264"/>
                <a:gd name="T34" fmla="*/ 2147483647 w 257"/>
                <a:gd name="T35" fmla="*/ 2147483647 h 264"/>
                <a:gd name="T36" fmla="*/ 2147483647 w 257"/>
                <a:gd name="T37" fmla="*/ 2147483647 h 264"/>
                <a:gd name="T38" fmla="*/ 0 w 257"/>
                <a:gd name="T39" fmla="*/ 2147483647 h 264"/>
                <a:gd name="T40" fmla="*/ 0 w 257"/>
                <a:gd name="T41" fmla="*/ 2147483647 h 264"/>
                <a:gd name="T42" fmla="*/ 2147483647 w 257"/>
                <a:gd name="T43" fmla="*/ 2147483647 h 264"/>
                <a:gd name="T44" fmla="*/ 2147483647 w 257"/>
                <a:gd name="T45" fmla="*/ 2147483647 h 264"/>
                <a:gd name="T46" fmla="*/ 2147483647 w 257"/>
                <a:gd name="T47" fmla="*/ 2147483647 h 264"/>
                <a:gd name="T48" fmla="*/ 2147483647 w 257"/>
                <a:gd name="T49" fmla="*/ 2147483647 h 264"/>
                <a:gd name="T50" fmla="*/ 2147483647 w 257"/>
                <a:gd name="T51" fmla="*/ 2147483647 h 264"/>
                <a:gd name="T52" fmla="*/ 2147483647 w 257"/>
                <a:gd name="T53" fmla="*/ 2147483647 h 264"/>
                <a:gd name="T54" fmla="*/ 2147483647 w 257"/>
                <a:gd name="T55" fmla="*/ 2147483647 h 264"/>
                <a:gd name="T56" fmla="*/ 2147483647 w 257"/>
                <a:gd name="T57" fmla="*/ 2147483647 h 264"/>
                <a:gd name="T58" fmla="*/ 2147483647 w 257"/>
                <a:gd name="T59" fmla="*/ 2147483647 h 264"/>
                <a:gd name="T60" fmla="*/ 2147483647 w 257"/>
                <a:gd name="T61" fmla="*/ 2147483647 h 264"/>
                <a:gd name="T62" fmla="*/ 2147483647 w 257"/>
                <a:gd name="T63" fmla="*/ 2147483647 h 264"/>
                <a:gd name="T64" fmla="*/ 2147483647 w 257"/>
                <a:gd name="T65" fmla="*/ 2147483647 h 264"/>
                <a:gd name="T66" fmla="*/ 2147483647 w 257"/>
                <a:gd name="T67" fmla="*/ 2147483647 h 264"/>
                <a:gd name="T68" fmla="*/ 2147483647 w 257"/>
                <a:gd name="T69" fmla="*/ 2147483647 h 264"/>
                <a:gd name="T70" fmla="*/ 2147483647 w 257"/>
                <a:gd name="T71" fmla="*/ 2147483647 h 264"/>
                <a:gd name="T72" fmla="*/ 2147483647 w 257"/>
                <a:gd name="T73" fmla="*/ 2147483647 h 264"/>
                <a:gd name="T74" fmla="*/ 2147483647 w 257"/>
                <a:gd name="T75" fmla="*/ 2147483647 h 264"/>
                <a:gd name="T76" fmla="*/ 2147483647 w 257"/>
                <a:gd name="T77" fmla="*/ 2147483647 h 264"/>
                <a:gd name="T78" fmla="*/ 2147483647 w 257"/>
                <a:gd name="T79" fmla="*/ 2147483647 h 264"/>
                <a:gd name="T80" fmla="*/ 0 w 257"/>
                <a:gd name="T81" fmla="*/ 2147483647 h 264"/>
                <a:gd name="T82" fmla="*/ 0 w 257"/>
                <a:gd name="T83" fmla="*/ 2147483647 h 26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57"/>
                <a:gd name="T127" fmla="*/ 0 h 264"/>
                <a:gd name="T128" fmla="*/ 257 w 257"/>
                <a:gd name="T129" fmla="*/ 264 h 26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57" h="264">
                  <a:moveTo>
                    <a:pt x="40" y="184"/>
                  </a:moveTo>
                  <a:lnTo>
                    <a:pt x="144" y="256"/>
                  </a:lnTo>
                  <a:lnTo>
                    <a:pt x="152" y="264"/>
                  </a:lnTo>
                  <a:lnTo>
                    <a:pt x="160" y="264"/>
                  </a:lnTo>
                  <a:lnTo>
                    <a:pt x="185" y="248"/>
                  </a:lnTo>
                  <a:lnTo>
                    <a:pt x="257" y="200"/>
                  </a:lnTo>
                  <a:lnTo>
                    <a:pt x="241" y="184"/>
                  </a:lnTo>
                  <a:lnTo>
                    <a:pt x="233" y="184"/>
                  </a:lnTo>
                  <a:lnTo>
                    <a:pt x="225" y="168"/>
                  </a:lnTo>
                  <a:lnTo>
                    <a:pt x="233" y="160"/>
                  </a:lnTo>
                  <a:lnTo>
                    <a:pt x="233" y="120"/>
                  </a:lnTo>
                  <a:lnTo>
                    <a:pt x="225" y="112"/>
                  </a:lnTo>
                  <a:lnTo>
                    <a:pt x="233" y="104"/>
                  </a:lnTo>
                  <a:lnTo>
                    <a:pt x="225" y="96"/>
                  </a:lnTo>
                  <a:lnTo>
                    <a:pt x="225" y="80"/>
                  </a:lnTo>
                  <a:lnTo>
                    <a:pt x="217" y="72"/>
                  </a:lnTo>
                  <a:lnTo>
                    <a:pt x="209" y="72"/>
                  </a:lnTo>
                  <a:lnTo>
                    <a:pt x="201" y="64"/>
                  </a:lnTo>
                  <a:lnTo>
                    <a:pt x="201" y="56"/>
                  </a:lnTo>
                  <a:lnTo>
                    <a:pt x="217" y="40"/>
                  </a:lnTo>
                  <a:lnTo>
                    <a:pt x="217" y="24"/>
                  </a:lnTo>
                  <a:lnTo>
                    <a:pt x="217" y="8"/>
                  </a:lnTo>
                  <a:lnTo>
                    <a:pt x="217" y="0"/>
                  </a:lnTo>
                  <a:lnTo>
                    <a:pt x="209" y="8"/>
                  </a:lnTo>
                  <a:lnTo>
                    <a:pt x="193" y="8"/>
                  </a:lnTo>
                  <a:lnTo>
                    <a:pt x="144" y="8"/>
                  </a:lnTo>
                  <a:lnTo>
                    <a:pt x="104" y="24"/>
                  </a:lnTo>
                  <a:lnTo>
                    <a:pt x="88" y="32"/>
                  </a:lnTo>
                  <a:lnTo>
                    <a:pt x="88" y="56"/>
                  </a:lnTo>
                  <a:lnTo>
                    <a:pt x="96" y="72"/>
                  </a:lnTo>
                  <a:lnTo>
                    <a:pt x="88" y="80"/>
                  </a:lnTo>
                  <a:lnTo>
                    <a:pt x="72" y="80"/>
                  </a:lnTo>
                  <a:lnTo>
                    <a:pt x="64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16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0" y="152"/>
                  </a:lnTo>
                  <a:lnTo>
                    <a:pt x="40" y="184"/>
                  </a:lnTo>
                  <a:lnTo>
                    <a:pt x="144" y="256"/>
                  </a:lnTo>
                  <a:lnTo>
                    <a:pt x="152" y="264"/>
                  </a:lnTo>
                  <a:lnTo>
                    <a:pt x="160" y="264"/>
                  </a:lnTo>
                  <a:lnTo>
                    <a:pt x="185" y="248"/>
                  </a:lnTo>
                  <a:lnTo>
                    <a:pt x="257" y="200"/>
                  </a:lnTo>
                  <a:lnTo>
                    <a:pt x="241" y="184"/>
                  </a:lnTo>
                  <a:lnTo>
                    <a:pt x="233" y="184"/>
                  </a:lnTo>
                  <a:lnTo>
                    <a:pt x="225" y="168"/>
                  </a:lnTo>
                  <a:lnTo>
                    <a:pt x="233" y="160"/>
                  </a:lnTo>
                  <a:lnTo>
                    <a:pt x="233" y="120"/>
                  </a:lnTo>
                  <a:lnTo>
                    <a:pt x="225" y="112"/>
                  </a:lnTo>
                  <a:lnTo>
                    <a:pt x="233" y="104"/>
                  </a:lnTo>
                  <a:lnTo>
                    <a:pt x="225" y="96"/>
                  </a:lnTo>
                  <a:lnTo>
                    <a:pt x="225" y="80"/>
                  </a:lnTo>
                  <a:lnTo>
                    <a:pt x="217" y="72"/>
                  </a:lnTo>
                  <a:lnTo>
                    <a:pt x="209" y="72"/>
                  </a:lnTo>
                  <a:lnTo>
                    <a:pt x="201" y="64"/>
                  </a:lnTo>
                  <a:lnTo>
                    <a:pt x="201" y="56"/>
                  </a:lnTo>
                  <a:lnTo>
                    <a:pt x="217" y="40"/>
                  </a:lnTo>
                  <a:lnTo>
                    <a:pt x="217" y="24"/>
                  </a:lnTo>
                  <a:lnTo>
                    <a:pt x="217" y="8"/>
                  </a:lnTo>
                  <a:lnTo>
                    <a:pt x="217" y="0"/>
                  </a:lnTo>
                  <a:lnTo>
                    <a:pt x="209" y="8"/>
                  </a:lnTo>
                  <a:lnTo>
                    <a:pt x="193" y="8"/>
                  </a:lnTo>
                  <a:lnTo>
                    <a:pt x="144" y="8"/>
                  </a:lnTo>
                  <a:lnTo>
                    <a:pt x="104" y="24"/>
                  </a:lnTo>
                  <a:lnTo>
                    <a:pt x="88" y="32"/>
                  </a:lnTo>
                  <a:lnTo>
                    <a:pt x="88" y="56"/>
                  </a:lnTo>
                  <a:lnTo>
                    <a:pt x="96" y="72"/>
                  </a:lnTo>
                  <a:lnTo>
                    <a:pt x="88" y="80"/>
                  </a:lnTo>
                  <a:lnTo>
                    <a:pt x="72" y="80"/>
                  </a:lnTo>
                  <a:lnTo>
                    <a:pt x="64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16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0" y="152"/>
                  </a:lnTo>
                  <a:lnTo>
                    <a:pt x="40" y="18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8" name="Freeform 659"/>
            <p:cNvSpPr>
              <a:spLocks/>
            </p:cNvSpPr>
            <p:nvPr/>
          </p:nvSpPr>
          <p:spPr bwMode="auto">
            <a:xfrm>
              <a:off x="4342259" y="2874296"/>
              <a:ext cx="10966" cy="1097"/>
            </a:xfrm>
            <a:custGeom>
              <a:avLst/>
              <a:gdLst>
                <a:gd name="T0" fmla="*/ 2147483647 w 8"/>
                <a:gd name="T1" fmla="*/ 0 h 1943"/>
                <a:gd name="T2" fmla="*/ 0 w 8"/>
                <a:gd name="T3" fmla="*/ 0 h 1943"/>
                <a:gd name="T4" fmla="*/ 2147483647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8" y="0"/>
                  </a:moveTo>
                  <a:lnTo>
                    <a:pt x="0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9" name="Freeform 660"/>
            <p:cNvSpPr>
              <a:spLocks/>
            </p:cNvSpPr>
            <p:nvPr/>
          </p:nvSpPr>
          <p:spPr bwMode="auto">
            <a:xfrm>
              <a:off x="4353225" y="2799726"/>
              <a:ext cx="10966" cy="1097"/>
            </a:xfrm>
            <a:custGeom>
              <a:avLst/>
              <a:gdLst>
                <a:gd name="T0" fmla="*/ 0 w 8"/>
                <a:gd name="T1" fmla="*/ 0 h 1943"/>
                <a:gd name="T2" fmla="*/ 2147483647 w 8"/>
                <a:gd name="T3" fmla="*/ 0 h 1943"/>
                <a:gd name="T4" fmla="*/ 0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0" name="Rectangle 661"/>
            <p:cNvSpPr>
              <a:spLocks noChangeArrowheads="1"/>
            </p:cNvSpPr>
            <p:nvPr/>
          </p:nvSpPr>
          <p:spPr bwMode="auto">
            <a:xfrm>
              <a:off x="4342259" y="2874296"/>
              <a:ext cx="10966" cy="0"/>
            </a:xfrm>
            <a:prstGeom prst="rect">
              <a:avLst/>
            </a:prstGeom>
            <a:grpFill/>
            <a:ln w="6350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</a:pPr>
              <a:endParaRPr lang="en-US">
                <a:solidFill>
                  <a:srgbClr val="4D4D4D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121" name="Freeform 662"/>
            <p:cNvSpPr>
              <a:spLocks/>
            </p:cNvSpPr>
            <p:nvPr/>
          </p:nvSpPr>
          <p:spPr bwMode="auto">
            <a:xfrm>
              <a:off x="4353225" y="2799726"/>
              <a:ext cx="10966" cy="1097"/>
            </a:xfrm>
            <a:custGeom>
              <a:avLst/>
              <a:gdLst>
                <a:gd name="T0" fmla="*/ 0 w 8"/>
                <a:gd name="T1" fmla="*/ 0 h 1943"/>
                <a:gd name="T2" fmla="*/ 0 w 8"/>
                <a:gd name="T3" fmla="*/ 0 h 1943"/>
                <a:gd name="T4" fmla="*/ 2147483647 w 8"/>
                <a:gd name="T5" fmla="*/ 0 h 1943"/>
                <a:gd name="T6" fmla="*/ 0 w 8"/>
                <a:gd name="T7" fmla="*/ 0 h 19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943"/>
                <a:gd name="T14" fmla="*/ 8 w 8"/>
                <a:gd name="T15" fmla="*/ 1943 h 19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943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2" name="Freeform 663"/>
            <p:cNvSpPr>
              <a:spLocks/>
            </p:cNvSpPr>
            <p:nvPr/>
          </p:nvSpPr>
          <p:spPr bwMode="auto">
            <a:xfrm>
              <a:off x="4310457" y="2755862"/>
              <a:ext cx="203971" cy="161203"/>
            </a:xfrm>
            <a:custGeom>
              <a:avLst/>
              <a:gdLst>
                <a:gd name="T0" fmla="*/ 2147483647 w 152"/>
                <a:gd name="T1" fmla="*/ 2147483647 h 120"/>
                <a:gd name="T2" fmla="*/ 2147483647 w 152"/>
                <a:gd name="T3" fmla="*/ 2147483647 h 120"/>
                <a:gd name="T4" fmla="*/ 2147483647 w 152"/>
                <a:gd name="T5" fmla="*/ 2147483647 h 120"/>
                <a:gd name="T6" fmla="*/ 2147483647 w 152"/>
                <a:gd name="T7" fmla="*/ 2147483647 h 120"/>
                <a:gd name="T8" fmla="*/ 2147483647 w 152"/>
                <a:gd name="T9" fmla="*/ 2147483647 h 120"/>
                <a:gd name="T10" fmla="*/ 2147483647 w 152"/>
                <a:gd name="T11" fmla="*/ 0 h 120"/>
                <a:gd name="T12" fmla="*/ 2147483647 w 152"/>
                <a:gd name="T13" fmla="*/ 0 h 120"/>
                <a:gd name="T14" fmla="*/ 2147483647 w 152"/>
                <a:gd name="T15" fmla="*/ 0 h 120"/>
                <a:gd name="T16" fmla="*/ 2147483647 w 152"/>
                <a:gd name="T17" fmla="*/ 0 h 120"/>
                <a:gd name="T18" fmla="*/ 0 w 152"/>
                <a:gd name="T19" fmla="*/ 2147483647 h 120"/>
                <a:gd name="T20" fmla="*/ 2147483647 w 152"/>
                <a:gd name="T21" fmla="*/ 2147483647 h 120"/>
                <a:gd name="T22" fmla="*/ 2147483647 w 152"/>
                <a:gd name="T23" fmla="*/ 2147483647 h 120"/>
                <a:gd name="T24" fmla="*/ 2147483647 w 152"/>
                <a:gd name="T25" fmla="*/ 2147483647 h 120"/>
                <a:gd name="T26" fmla="*/ 2147483647 w 152"/>
                <a:gd name="T27" fmla="*/ 2147483647 h 120"/>
                <a:gd name="T28" fmla="*/ 2147483647 w 152"/>
                <a:gd name="T29" fmla="*/ 2147483647 h 120"/>
                <a:gd name="T30" fmla="*/ 2147483647 w 152"/>
                <a:gd name="T31" fmla="*/ 2147483647 h 120"/>
                <a:gd name="T32" fmla="*/ 2147483647 w 152"/>
                <a:gd name="T33" fmla="*/ 2147483647 h 120"/>
                <a:gd name="T34" fmla="*/ 2147483647 w 152"/>
                <a:gd name="T35" fmla="*/ 2147483647 h 120"/>
                <a:gd name="T36" fmla="*/ 2147483647 w 152"/>
                <a:gd name="T37" fmla="*/ 2147483647 h 120"/>
                <a:gd name="T38" fmla="*/ 2147483647 w 152"/>
                <a:gd name="T39" fmla="*/ 2147483647 h 120"/>
                <a:gd name="T40" fmla="*/ 2147483647 w 152"/>
                <a:gd name="T41" fmla="*/ 2147483647 h 120"/>
                <a:gd name="T42" fmla="*/ 2147483647 w 152"/>
                <a:gd name="T43" fmla="*/ 2147483647 h 120"/>
                <a:gd name="T44" fmla="*/ 2147483647 w 152"/>
                <a:gd name="T45" fmla="*/ 2147483647 h 120"/>
                <a:gd name="T46" fmla="*/ 2147483647 w 152"/>
                <a:gd name="T47" fmla="*/ 2147483647 h 120"/>
                <a:gd name="T48" fmla="*/ 2147483647 w 152"/>
                <a:gd name="T49" fmla="*/ 2147483647 h 120"/>
                <a:gd name="T50" fmla="*/ 2147483647 w 152"/>
                <a:gd name="T51" fmla="*/ 2147483647 h 120"/>
                <a:gd name="T52" fmla="*/ 2147483647 w 152"/>
                <a:gd name="T53" fmla="*/ 2147483647 h 120"/>
                <a:gd name="T54" fmla="*/ 2147483647 w 152"/>
                <a:gd name="T55" fmla="*/ 2147483647 h 120"/>
                <a:gd name="T56" fmla="*/ 2147483647 w 152"/>
                <a:gd name="T57" fmla="*/ 2147483647 h 120"/>
                <a:gd name="T58" fmla="*/ 2147483647 w 152"/>
                <a:gd name="T59" fmla="*/ 2147483647 h 120"/>
                <a:gd name="T60" fmla="*/ 2147483647 w 152"/>
                <a:gd name="T61" fmla="*/ 2147483647 h 120"/>
                <a:gd name="T62" fmla="*/ 2147483647 w 152"/>
                <a:gd name="T63" fmla="*/ 2147483647 h 120"/>
                <a:gd name="T64" fmla="*/ 2147483647 w 152"/>
                <a:gd name="T65" fmla="*/ 2147483647 h 120"/>
                <a:gd name="T66" fmla="*/ 2147483647 w 152"/>
                <a:gd name="T67" fmla="*/ 2147483647 h 12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52"/>
                <a:gd name="T103" fmla="*/ 0 h 120"/>
                <a:gd name="T104" fmla="*/ 152 w 152"/>
                <a:gd name="T105" fmla="*/ 120 h 12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52" h="120">
                  <a:moveTo>
                    <a:pt x="136" y="16"/>
                  </a:moveTo>
                  <a:lnTo>
                    <a:pt x="128" y="16"/>
                  </a:lnTo>
                  <a:lnTo>
                    <a:pt x="112" y="16"/>
                  </a:lnTo>
                  <a:lnTo>
                    <a:pt x="104" y="16"/>
                  </a:lnTo>
                  <a:lnTo>
                    <a:pt x="96" y="8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8" y="32"/>
                  </a:lnTo>
                  <a:lnTo>
                    <a:pt x="16" y="24"/>
                  </a:lnTo>
                  <a:lnTo>
                    <a:pt x="32" y="24"/>
                  </a:lnTo>
                  <a:lnTo>
                    <a:pt x="32" y="32"/>
                  </a:lnTo>
                  <a:lnTo>
                    <a:pt x="40" y="32"/>
                  </a:lnTo>
                  <a:lnTo>
                    <a:pt x="32" y="48"/>
                  </a:lnTo>
                  <a:lnTo>
                    <a:pt x="32" y="64"/>
                  </a:lnTo>
                  <a:lnTo>
                    <a:pt x="24" y="80"/>
                  </a:lnTo>
                  <a:lnTo>
                    <a:pt x="24" y="88"/>
                  </a:lnTo>
                  <a:lnTo>
                    <a:pt x="32" y="88"/>
                  </a:lnTo>
                  <a:lnTo>
                    <a:pt x="24" y="88"/>
                  </a:lnTo>
                  <a:lnTo>
                    <a:pt x="24" y="96"/>
                  </a:lnTo>
                  <a:lnTo>
                    <a:pt x="24" y="104"/>
                  </a:lnTo>
                  <a:lnTo>
                    <a:pt x="32" y="104"/>
                  </a:lnTo>
                  <a:lnTo>
                    <a:pt x="48" y="120"/>
                  </a:lnTo>
                  <a:lnTo>
                    <a:pt x="72" y="112"/>
                  </a:lnTo>
                  <a:lnTo>
                    <a:pt x="96" y="104"/>
                  </a:lnTo>
                  <a:lnTo>
                    <a:pt x="104" y="88"/>
                  </a:lnTo>
                  <a:lnTo>
                    <a:pt x="120" y="72"/>
                  </a:lnTo>
                  <a:lnTo>
                    <a:pt x="120" y="64"/>
                  </a:lnTo>
                  <a:lnTo>
                    <a:pt x="128" y="40"/>
                  </a:lnTo>
                  <a:lnTo>
                    <a:pt x="152" y="24"/>
                  </a:lnTo>
                  <a:lnTo>
                    <a:pt x="144" y="24"/>
                  </a:lnTo>
                  <a:lnTo>
                    <a:pt x="136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" name="Freeform 664"/>
            <p:cNvSpPr>
              <a:spLocks/>
            </p:cNvSpPr>
            <p:nvPr/>
          </p:nvSpPr>
          <p:spPr bwMode="auto">
            <a:xfrm>
              <a:off x="4310457" y="2788760"/>
              <a:ext cx="53735" cy="107468"/>
            </a:xfrm>
            <a:custGeom>
              <a:avLst/>
              <a:gdLst>
                <a:gd name="T0" fmla="*/ 2147483647 w 40"/>
                <a:gd name="T1" fmla="*/ 2147483647 h 80"/>
                <a:gd name="T2" fmla="*/ 2147483647 w 40"/>
                <a:gd name="T3" fmla="*/ 2147483647 h 80"/>
                <a:gd name="T4" fmla="*/ 2147483647 w 40"/>
                <a:gd name="T5" fmla="*/ 2147483647 h 80"/>
                <a:gd name="T6" fmla="*/ 2147483647 w 40"/>
                <a:gd name="T7" fmla="*/ 2147483647 h 80"/>
                <a:gd name="T8" fmla="*/ 2147483647 w 40"/>
                <a:gd name="T9" fmla="*/ 2147483647 h 80"/>
                <a:gd name="T10" fmla="*/ 2147483647 w 40"/>
                <a:gd name="T11" fmla="*/ 2147483647 h 80"/>
                <a:gd name="T12" fmla="*/ 2147483647 w 40"/>
                <a:gd name="T13" fmla="*/ 2147483647 h 80"/>
                <a:gd name="T14" fmla="*/ 2147483647 w 40"/>
                <a:gd name="T15" fmla="*/ 2147483647 h 80"/>
                <a:gd name="T16" fmla="*/ 2147483647 w 40"/>
                <a:gd name="T17" fmla="*/ 2147483647 h 80"/>
                <a:gd name="T18" fmla="*/ 2147483647 w 40"/>
                <a:gd name="T19" fmla="*/ 0 h 80"/>
                <a:gd name="T20" fmla="*/ 2147483647 w 40"/>
                <a:gd name="T21" fmla="*/ 0 h 80"/>
                <a:gd name="T22" fmla="*/ 2147483647 w 40"/>
                <a:gd name="T23" fmla="*/ 0 h 80"/>
                <a:gd name="T24" fmla="*/ 2147483647 w 40"/>
                <a:gd name="T25" fmla="*/ 2147483647 h 80"/>
                <a:gd name="T26" fmla="*/ 0 w 40"/>
                <a:gd name="T27" fmla="*/ 2147483647 h 80"/>
                <a:gd name="T28" fmla="*/ 2147483647 w 40"/>
                <a:gd name="T29" fmla="*/ 2147483647 h 80"/>
                <a:gd name="T30" fmla="*/ 2147483647 w 40"/>
                <a:gd name="T31" fmla="*/ 2147483647 h 80"/>
                <a:gd name="T32" fmla="*/ 0 w 40"/>
                <a:gd name="T33" fmla="*/ 2147483647 h 80"/>
                <a:gd name="T34" fmla="*/ 2147483647 w 40"/>
                <a:gd name="T35" fmla="*/ 2147483647 h 80"/>
                <a:gd name="T36" fmla="*/ 2147483647 w 40"/>
                <a:gd name="T37" fmla="*/ 2147483647 h 80"/>
                <a:gd name="T38" fmla="*/ 2147483647 w 40"/>
                <a:gd name="T39" fmla="*/ 2147483647 h 80"/>
                <a:gd name="T40" fmla="*/ 2147483647 w 40"/>
                <a:gd name="T41" fmla="*/ 2147483647 h 80"/>
                <a:gd name="T42" fmla="*/ 2147483647 w 40"/>
                <a:gd name="T43" fmla="*/ 2147483647 h 8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0"/>
                <a:gd name="T67" fmla="*/ 0 h 80"/>
                <a:gd name="T68" fmla="*/ 40 w 40"/>
                <a:gd name="T69" fmla="*/ 80 h 8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0" h="80">
                  <a:moveTo>
                    <a:pt x="24" y="64"/>
                  </a:moveTo>
                  <a:lnTo>
                    <a:pt x="24" y="56"/>
                  </a:lnTo>
                  <a:lnTo>
                    <a:pt x="32" y="48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8"/>
                  </a:lnTo>
                  <a:lnTo>
                    <a:pt x="8" y="24"/>
                  </a:lnTo>
                  <a:lnTo>
                    <a:pt x="8" y="40"/>
                  </a:lnTo>
                  <a:lnTo>
                    <a:pt x="0" y="56"/>
                  </a:lnTo>
                  <a:lnTo>
                    <a:pt x="8" y="64"/>
                  </a:lnTo>
                  <a:lnTo>
                    <a:pt x="8" y="80"/>
                  </a:lnTo>
                  <a:lnTo>
                    <a:pt x="24" y="80"/>
                  </a:lnTo>
                  <a:lnTo>
                    <a:pt x="24" y="72"/>
                  </a:lnTo>
                  <a:lnTo>
                    <a:pt x="24" y="6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4" name="Freeform 665"/>
            <p:cNvSpPr>
              <a:spLocks/>
            </p:cNvSpPr>
            <p:nvPr/>
          </p:nvSpPr>
          <p:spPr bwMode="auto">
            <a:xfrm>
              <a:off x="4353225" y="2799726"/>
              <a:ext cx="10966" cy="42768"/>
            </a:xfrm>
            <a:custGeom>
              <a:avLst/>
              <a:gdLst>
                <a:gd name="T0" fmla="*/ 0 w 8"/>
                <a:gd name="T1" fmla="*/ 2147483647 h 32"/>
                <a:gd name="T2" fmla="*/ 0 w 8"/>
                <a:gd name="T3" fmla="*/ 2147483647 h 32"/>
                <a:gd name="T4" fmla="*/ 0 w 8"/>
                <a:gd name="T5" fmla="*/ 2147483647 h 32"/>
                <a:gd name="T6" fmla="*/ 0 w 8"/>
                <a:gd name="T7" fmla="*/ 2147483647 h 32"/>
                <a:gd name="T8" fmla="*/ 2147483647 w 8"/>
                <a:gd name="T9" fmla="*/ 0 h 32"/>
                <a:gd name="T10" fmla="*/ 0 w 8"/>
                <a:gd name="T11" fmla="*/ 2147483647 h 32"/>
                <a:gd name="T12" fmla="*/ 0 w 8"/>
                <a:gd name="T13" fmla="*/ 214748364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32"/>
                <a:gd name="T23" fmla="*/ 8 w 8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32">
                  <a:moveTo>
                    <a:pt x="0" y="16"/>
                  </a:moveTo>
                  <a:lnTo>
                    <a:pt x="0" y="24"/>
                  </a:lnTo>
                  <a:lnTo>
                    <a:pt x="0" y="32"/>
                  </a:lnTo>
                  <a:lnTo>
                    <a:pt x="0" y="16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5" name="Freeform 666"/>
            <p:cNvSpPr>
              <a:spLocks/>
            </p:cNvSpPr>
            <p:nvPr/>
          </p:nvSpPr>
          <p:spPr bwMode="auto">
            <a:xfrm>
              <a:off x="4310457" y="2788760"/>
              <a:ext cx="53735" cy="107468"/>
            </a:xfrm>
            <a:custGeom>
              <a:avLst/>
              <a:gdLst>
                <a:gd name="T0" fmla="*/ 2147483647 w 40"/>
                <a:gd name="T1" fmla="*/ 2147483647 h 80"/>
                <a:gd name="T2" fmla="*/ 2147483647 w 40"/>
                <a:gd name="T3" fmla="*/ 2147483647 h 80"/>
                <a:gd name="T4" fmla="*/ 2147483647 w 40"/>
                <a:gd name="T5" fmla="*/ 2147483647 h 80"/>
                <a:gd name="T6" fmla="*/ 2147483647 w 40"/>
                <a:gd name="T7" fmla="*/ 2147483647 h 80"/>
                <a:gd name="T8" fmla="*/ 2147483647 w 40"/>
                <a:gd name="T9" fmla="*/ 2147483647 h 80"/>
                <a:gd name="T10" fmla="*/ 2147483647 w 40"/>
                <a:gd name="T11" fmla="*/ 2147483647 h 80"/>
                <a:gd name="T12" fmla="*/ 2147483647 w 40"/>
                <a:gd name="T13" fmla="*/ 2147483647 h 80"/>
                <a:gd name="T14" fmla="*/ 2147483647 w 40"/>
                <a:gd name="T15" fmla="*/ 2147483647 h 80"/>
                <a:gd name="T16" fmla="*/ 2147483647 w 40"/>
                <a:gd name="T17" fmla="*/ 2147483647 h 80"/>
                <a:gd name="T18" fmla="*/ 2147483647 w 40"/>
                <a:gd name="T19" fmla="*/ 2147483647 h 80"/>
                <a:gd name="T20" fmla="*/ 2147483647 w 40"/>
                <a:gd name="T21" fmla="*/ 2147483647 h 80"/>
                <a:gd name="T22" fmla="*/ 2147483647 w 40"/>
                <a:gd name="T23" fmla="*/ 0 h 80"/>
                <a:gd name="T24" fmla="*/ 2147483647 w 40"/>
                <a:gd name="T25" fmla="*/ 0 h 80"/>
                <a:gd name="T26" fmla="*/ 2147483647 w 40"/>
                <a:gd name="T27" fmla="*/ 0 h 80"/>
                <a:gd name="T28" fmla="*/ 2147483647 w 40"/>
                <a:gd name="T29" fmla="*/ 2147483647 h 80"/>
                <a:gd name="T30" fmla="*/ 2147483647 w 40"/>
                <a:gd name="T31" fmla="*/ 2147483647 h 80"/>
                <a:gd name="T32" fmla="*/ 0 w 40"/>
                <a:gd name="T33" fmla="*/ 2147483647 h 80"/>
                <a:gd name="T34" fmla="*/ 2147483647 w 40"/>
                <a:gd name="T35" fmla="*/ 2147483647 h 80"/>
                <a:gd name="T36" fmla="*/ 2147483647 w 40"/>
                <a:gd name="T37" fmla="*/ 2147483647 h 80"/>
                <a:gd name="T38" fmla="*/ 0 w 40"/>
                <a:gd name="T39" fmla="*/ 2147483647 h 80"/>
                <a:gd name="T40" fmla="*/ 2147483647 w 40"/>
                <a:gd name="T41" fmla="*/ 2147483647 h 80"/>
                <a:gd name="T42" fmla="*/ 2147483647 w 40"/>
                <a:gd name="T43" fmla="*/ 2147483647 h 80"/>
                <a:gd name="T44" fmla="*/ 2147483647 w 40"/>
                <a:gd name="T45" fmla="*/ 2147483647 h 80"/>
                <a:gd name="T46" fmla="*/ 2147483647 w 40"/>
                <a:gd name="T47" fmla="*/ 2147483647 h 80"/>
                <a:gd name="T48" fmla="*/ 2147483647 w 40"/>
                <a:gd name="T49" fmla="*/ 2147483647 h 8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0"/>
                <a:gd name="T76" fmla="*/ 0 h 80"/>
                <a:gd name="T77" fmla="*/ 40 w 40"/>
                <a:gd name="T78" fmla="*/ 80 h 8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0" h="80">
                  <a:moveTo>
                    <a:pt x="24" y="64"/>
                  </a:moveTo>
                  <a:lnTo>
                    <a:pt x="24" y="64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8"/>
                  </a:lnTo>
                  <a:lnTo>
                    <a:pt x="8" y="24"/>
                  </a:lnTo>
                  <a:lnTo>
                    <a:pt x="8" y="40"/>
                  </a:lnTo>
                  <a:lnTo>
                    <a:pt x="0" y="56"/>
                  </a:lnTo>
                  <a:lnTo>
                    <a:pt x="8" y="64"/>
                  </a:lnTo>
                  <a:lnTo>
                    <a:pt x="8" y="80"/>
                  </a:lnTo>
                  <a:lnTo>
                    <a:pt x="24" y="80"/>
                  </a:lnTo>
                  <a:lnTo>
                    <a:pt x="24" y="72"/>
                  </a:lnTo>
                  <a:lnTo>
                    <a:pt x="24" y="6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6" name="Freeform 667"/>
            <p:cNvSpPr>
              <a:spLocks/>
            </p:cNvSpPr>
            <p:nvPr/>
          </p:nvSpPr>
          <p:spPr bwMode="auto">
            <a:xfrm>
              <a:off x="4353225" y="2799726"/>
              <a:ext cx="10966" cy="42768"/>
            </a:xfrm>
            <a:custGeom>
              <a:avLst/>
              <a:gdLst>
                <a:gd name="T0" fmla="*/ 0 w 8"/>
                <a:gd name="T1" fmla="*/ 2147483647 h 32"/>
                <a:gd name="T2" fmla="*/ 0 w 8"/>
                <a:gd name="T3" fmla="*/ 2147483647 h 32"/>
                <a:gd name="T4" fmla="*/ 0 w 8"/>
                <a:gd name="T5" fmla="*/ 2147483647 h 32"/>
                <a:gd name="T6" fmla="*/ 0 w 8"/>
                <a:gd name="T7" fmla="*/ 2147483647 h 32"/>
                <a:gd name="T8" fmla="*/ 2147483647 w 8"/>
                <a:gd name="T9" fmla="*/ 0 h 32"/>
                <a:gd name="T10" fmla="*/ 0 w 8"/>
                <a:gd name="T11" fmla="*/ 2147483647 h 32"/>
                <a:gd name="T12" fmla="*/ 0 w 8"/>
                <a:gd name="T13" fmla="*/ 214748364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32"/>
                <a:gd name="T23" fmla="*/ 8 w 8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32">
                  <a:moveTo>
                    <a:pt x="0" y="16"/>
                  </a:moveTo>
                  <a:lnTo>
                    <a:pt x="0" y="24"/>
                  </a:lnTo>
                  <a:lnTo>
                    <a:pt x="0" y="32"/>
                  </a:lnTo>
                  <a:lnTo>
                    <a:pt x="0" y="16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7" name="Freeform 668"/>
            <p:cNvSpPr>
              <a:spLocks/>
            </p:cNvSpPr>
            <p:nvPr/>
          </p:nvSpPr>
          <p:spPr bwMode="auto">
            <a:xfrm>
              <a:off x="4342259" y="2874296"/>
              <a:ext cx="2193" cy="21932"/>
            </a:xfrm>
            <a:custGeom>
              <a:avLst/>
              <a:gdLst>
                <a:gd name="T0" fmla="*/ 0 w 1942"/>
                <a:gd name="T1" fmla="*/ 0 h 16"/>
                <a:gd name="T2" fmla="*/ 0 w 1942"/>
                <a:gd name="T3" fmla="*/ 2147483647 h 16"/>
                <a:gd name="T4" fmla="*/ 0 w 1942"/>
                <a:gd name="T5" fmla="*/ 2147483647 h 16"/>
                <a:gd name="T6" fmla="*/ 0 w 1942"/>
                <a:gd name="T7" fmla="*/ 2147483647 h 16"/>
                <a:gd name="T8" fmla="*/ 0 w 1942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2"/>
                <a:gd name="T16" fmla="*/ 0 h 16"/>
                <a:gd name="T17" fmla="*/ 1942 w 1942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2" h="16">
                  <a:moveTo>
                    <a:pt x="0" y="0"/>
                  </a:moveTo>
                  <a:lnTo>
                    <a:pt x="0" y="8"/>
                  </a:lnTo>
                  <a:lnTo>
                    <a:pt x="0" y="16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8" name="Freeform 669"/>
            <p:cNvSpPr>
              <a:spLocks/>
            </p:cNvSpPr>
            <p:nvPr/>
          </p:nvSpPr>
          <p:spPr bwMode="auto">
            <a:xfrm>
              <a:off x="4342259" y="2842495"/>
              <a:ext cx="10966" cy="20835"/>
            </a:xfrm>
            <a:custGeom>
              <a:avLst/>
              <a:gdLst>
                <a:gd name="T0" fmla="*/ 0 w 8"/>
                <a:gd name="T1" fmla="*/ 2147483647 h 16"/>
                <a:gd name="T2" fmla="*/ 2147483647 w 8"/>
                <a:gd name="T3" fmla="*/ 0 h 16"/>
                <a:gd name="T4" fmla="*/ 2147483647 w 8"/>
                <a:gd name="T5" fmla="*/ 2147483647 h 16"/>
                <a:gd name="T6" fmla="*/ 0 w 8"/>
                <a:gd name="T7" fmla="*/ 2147483647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0" y="16"/>
                  </a:move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9" name="Freeform 670"/>
            <p:cNvSpPr>
              <a:spLocks/>
            </p:cNvSpPr>
            <p:nvPr/>
          </p:nvSpPr>
          <p:spPr bwMode="auto">
            <a:xfrm>
              <a:off x="4342259" y="2863330"/>
              <a:ext cx="2193" cy="10966"/>
            </a:xfrm>
            <a:custGeom>
              <a:avLst/>
              <a:gdLst>
                <a:gd name="T0" fmla="*/ 0 w 1942"/>
                <a:gd name="T1" fmla="*/ 2147483647 h 8"/>
                <a:gd name="T2" fmla="*/ 0 w 1942"/>
                <a:gd name="T3" fmla="*/ 0 h 8"/>
                <a:gd name="T4" fmla="*/ 0 w 1942"/>
                <a:gd name="T5" fmla="*/ 2147483647 h 8"/>
                <a:gd name="T6" fmla="*/ 0 60000 65536"/>
                <a:gd name="T7" fmla="*/ 0 60000 65536"/>
                <a:gd name="T8" fmla="*/ 0 60000 65536"/>
                <a:gd name="T9" fmla="*/ 0 w 1942"/>
                <a:gd name="T10" fmla="*/ 0 h 8"/>
                <a:gd name="T11" fmla="*/ 1942 w 1942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2" h="8">
                  <a:moveTo>
                    <a:pt x="0" y="8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0" name="Freeform 671"/>
            <p:cNvSpPr>
              <a:spLocks/>
            </p:cNvSpPr>
            <p:nvPr/>
          </p:nvSpPr>
          <p:spPr bwMode="auto">
            <a:xfrm>
              <a:off x="4342259" y="2842495"/>
              <a:ext cx="10966" cy="20835"/>
            </a:xfrm>
            <a:custGeom>
              <a:avLst/>
              <a:gdLst>
                <a:gd name="T0" fmla="*/ 0 w 8"/>
                <a:gd name="T1" fmla="*/ 2147483647 h 16"/>
                <a:gd name="T2" fmla="*/ 2147483647 w 8"/>
                <a:gd name="T3" fmla="*/ 0 h 16"/>
                <a:gd name="T4" fmla="*/ 2147483647 w 8"/>
                <a:gd name="T5" fmla="*/ 2147483647 h 16"/>
                <a:gd name="T6" fmla="*/ 0 w 8"/>
                <a:gd name="T7" fmla="*/ 2147483647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0" y="16"/>
                  </a:move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1" name="Freeform 672"/>
            <p:cNvSpPr>
              <a:spLocks/>
            </p:cNvSpPr>
            <p:nvPr/>
          </p:nvSpPr>
          <p:spPr bwMode="auto">
            <a:xfrm>
              <a:off x="4342259" y="2863330"/>
              <a:ext cx="2193" cy="10966"/>
            </a:xfrm>
            <a:custGeom>
              <a:avLst/>
              <a:gdLst>
                <a:gd name="T0" fmla="*/ 0 w 1942"/>
                <a:gd name="T1" fmla="*/ 2147483647 h 8"/>
                <a:gd name="T2" fmla="*/ 0 w 1942"/>
                <a:gd name="T3" fmla="*/ 0 h 8"/>
                <a:gd name="T4" fmla="*/ 0 w 1942"/>
                <a:gd name="T5" fmla="*/ 2147483647 h 8"/>
                <a:gd name="T6" fmla="*/ 0 w 1942"/>
                <a:gd name="T7" fmla="*/ 2147483647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42"/>
                <a:gd name="T13" fmla="*/ 0 h 8"/>
                <a:gd name="T14" fmla="*/ 1942 w 1942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42" h="8">
                  <a:moveTo>
                    <a:pt x="0" y="8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2" name="Freeform 673"/>
            <p:cNvSpPr>
              <a:spLocks/>
            </p:cNvSpPr>
            <p:nvPr/>
          </p:nvSpPr>
          <p:spPr bwMode="auto">
            <a:xfrm>
              <a:off x="5320441" y="2896229"/>
              <a:ext cx="10966" cy="10966"/>
            </a:xfrm>
            <a:custGeom>
              <a:avLst/>
              <a:gdLst>
                <a:gd name="T0" fmla="*/ 0 w 8"/>
                <a:gd name="T1" fmla="*/ 0 h 8"/>
                <a:gd name="T2" fmla="*/ 2147483647 w 8"/>
                <a:gd name="T3" fmla="*/ 2147483647 h 8"/>
                <a:gd name="T4" fmla="*/ 0 w 8"/>
                <a:gd name="T5" fmla="*/ 0 h 8"/>
                <a:gd name="T6" fmla="*/ 0 60000 65536"/>
                <a:gd name="T7" fmla="*/ 0 60000 65536"/>
                <a:gd name="T8" fmla="*/ 0 60000 65536"/>
                <a:gd name="T9" fmla="*/ 0 w 8"/>
                <a:gd name="T10" fmla="*/ 0 h 8"/>
                <a:gd name="T11" fmla="*/ 8 w 8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8">
                  <a:moveTo>
                    <a:pt x="0" y="0"/>
                  </a:move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" name="Freeform 674"/>
            <p:cNvSpPr>
              <a:spLocks/>
            </p:cNvSpPr>
            <p:nvPr/>
          </p:nvSpPr>
          <p:spPr bwMode="auto">
            <a:xfrm>
              <a:off x="5288639" y="2863330"/>
              <a:ext cx="10966" cy="21932"/>
            </a:xfrm>
            <a:custGeom>
              <a:avLst/>
              <a:gdLst>
                <a:gd name="T0" fmla="*/ 0 w 8"/>
                <a:gd name="T1" fmla="*/ 0 h 16"/>
                <a:gd name="T2" fmla="*/ 2147483647 w 8"/>
                <a:gd name="T3" fmla="*/ 2147483647 h 16"/>
                <a:gd name="T4" fmla="*/ 2147483647 w 8"/>
                <a:gd name="T5" fmla="*/ 2147483647 h 16"/>
                <a:gd name="T6" fmla="*/ 0 w 8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0" y="0"/>
                  </a:moveTo>
                  <a:lnTo>
                    <a:pt x="8" y="16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75"/>
            <p:cNvSpPr>
              <a:spLocks/>
            </p:cNvSpPr>
            <p:nvPr/>
          </p:nvSpPr>
          <p:spPr bwMode="auto">
            <a:xfrm>
              <a:off x="5320441" y="2896229"/>
              <a:ext cx="10966" cy="10966"/>
            </a:xfrm>
            <a:custGeom>
              <a:avLst/>
              <a:gdLst>
                <a:gd name="T0" fmla="*/ 0 w 8"/>
                <a:gd name="T1" fmla="*/ 0 h 8"/>
                <a:gd name="T2" fmla="*/ 2147483647 w 8"/>
                <a:gd name="T3" fmla="*/ 2147483647 h 8"/>
                <a:gd name="T4" fmla="*/ 2147483647 w 8"/>
                <a:gd name="T5" fmla="*/ 2147483647 h 8"/>
                <a:gd name="T6" fmla="*/ 0 w 8"/>
                <a:gd name="T7" fmla="*/ 0 h 8"/>
                <a:gd name="T8" fmla="*/ 0 w 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0"/>
                  </a:move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Freeform 676"/>
            <p:cNvSpPr>
              <a:spLocks/>
            </p:cNvSpPr>
            <p:nvPr/>
          </p:nvSpPr>
          <p:spPr bwMode="auto">
            <a:xfrm>
              <a:off x="5288639" y="2863330"/>
              <a:ext cx="10966" cy="21932"/>
            </a:xfrm>
            <a:custGeom>
              <a:avLst/>
              <a:gdLst>
                <a:gd name="T0" fmla="*/ 0 w 8"/>
                <a:gd name="T1" fmla="*/ 0 h 16"/>
                <a:gd name="T2" fmla="*/ 2147483647 w 8"/>
                <a:gd name="T3" fmla="*/ 2147483647 h 16"/>
                <a:gd name="T4" fmla="*/ 2147483647 w 8"/>
                <a:gd name="T5" fmla="*/ 2147483647 h 16"/>
                <a:gd name="T6" fmla="*/ 0 w 8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0" y="0"/>
                  </a:moveTo>
                  <a:lnTo>
                    <a:pt x="8" y="16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Freeform 677"/>
            <p:cNvSpPr>
              <a:spLocks/>
            </p:cNvSpPr>
            <p:nvPr/>
          </p:nvSpPr>
          <p:spPr bwMode="auto">
            <a:xfrm>
              <a:off x="6169222" y="3196702"/>
              <a:ext cx="128304" cy="203971"/>
            </a:xfrm>
            <a:custGeom>
              <a:avLst/>
              <a:gdLst>
                <a:gd name="T0" fmla="*/ 2147483647 w 96"/>
                <a:gd name="T1" fmla="*/ 2147483647 h 152"/>
                <a:gd name="T2" fmla="*/ 2147483647 w 96"/>
                <a:gd name="T3" fmla="*/ 2147483647 h 152"/>
                <a:gd name="T4" fmla="*/ 2147483647 w 96"/>
                <a:gd name="T5" fmla="*/ 2147483647 h 152"/>
                <a:gd name="T6" fmla="*/ 2147483647 w 96"/>
                <a:gd name="T7" fmla="*/ 2147483647 h 152"/>
                <a:gd name="T8" fmla="*/ 2147483647 w 96"/>
                <a:gd name="T9" fmla="*/ 2147483647 h 152"/>
                <a:gd name="T10" fmla="*/ 2147483647 w 96"/>
                <a:gd name="T11" fmla="*/ 2147483647 h 152"/>
                <a:gd name="T12" fmla="*/ 2147483647 w 96"/>
                <a:gd name="T13" fmla="*/ 2147483647 h 152"/>
                <a:gd name="T14" fmla="*/ 2147483647 w 96"/>
                <a:gd name="T15" fmla="*/ 2147483647 h 152"/>
                <a:gd name="T16" fmla="*/ 2147483647 w 96"/>
                <a:gd name="T17" fmla="*/ 2147483647 h 152"/>
                <a:gd name="T18" fmla="*/ 2147483647 w 96"/>
                <a:gd name="T19" fmla="*/ 2147483647 h 152"/>
                <a:gd name="T20" fmla="*/ 2147483647 w 96"/>
                <a:gd name="T21" fmla="*/ 2147483647 h 152"/>
                <a:gd name="T22" fmla="*/ 2147483647 w 96"/>
                <a:gd name="T23" fmla="*/ 0 h 152"/>
                <a:gd name="T24" fmla="*/ 2147483647 w 96"/>
                <a:gd name="T25" fmla="*/ 2147483647 h 152"/>
                <a:gd name="T26" fmla="*/ 0 w 96"/>
                <a:gd name="T27" fmla="*/ 2147483647 h 152"/>
                <a:gd name="T28" fmla="*/ 2147483647 w 96"/>
                <a:gd name="T29" fmla="*/ 2147483647 h 152"/>
                <a:gd name="T30" fmla="*/ 2147483647 w 96"/>
                <a:gd name="T31" fmla="*/ 2147483647 h 152"/>
                <a:gd name="T32" fmla="*/ 2147483647 w 96"/>
                <a:gd name="T33" fmla="*/ 2147483647 h 152"/>
                <a:gd name="T34" fmla="*/ 2147483647 w 96"/>
                <a:gd name="T35" fmla="*/ 2147483647 h 152"/>
                <a:gd name="T36" fmla="*/ 2147483647 w 96"/>
                <a:gd name="T37" fmla="*/ 2147483647 h 152"/>
                <a:gd name="T38" fmla="*/ 2147483647 w 96"/>
                <a:gd name="T39" fmla="*/ 2147483647 h 152"/>
                <a:gd name="T40" fmla="*/ 2147483647 w 96"/>
                <a:gd name="T41" fmla="*/ 2147483647 h 152"/>
                <a:gd name="T42" fmla="*/ 2147483647 w 96"/>
                <a:gd name="T43" fmla="*/ 2147483647 h 152"/>
                <a:gd name="T44" fmla="*/ 2147483647 w 96"/>
                <a:gd name="T45" fmla="*/ 2147483647 h 152"/>
                <a:gd name="T46" fmla="*/ 2147483647 w 96"/>
                <a:gd name="T47" fmla="*/ 2147483647 h 152"/>
                <a:gd name="T48" fmla="*/ 2147483647 w 96"/>
                <a:gd name="T49" fmla="*/ 2147483647 h 152"/>
                <a:gd name="T50" fmla="*/ 2147483647 w 96"/>
                <a:gd name="T51" fmla="*/ 2147483647 h 152"/>
                <a:gd name="T52" fmla="*/ 2147483647 w 96"/>
                <a:gd name="T53" fmla="*/ 2147483647 h 15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96"/>
                <a:gd name="T82" fmla="*/ 0 h 152"/>
                <a:gd name="T83" fmla="*/ 96 w 96"/>
                <a:gd name="T84" fmla="*/ 152 h 15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96" h="152">
                  <a:moveTo>
                    <a:pt x="72" y="136"/>
                  </a:moveTo>
                  <a:lnTo>
                    <a:pt x="80" y="136"/>
                  </a:lnTo>
                  <a:lnTo>
                    <a:pt x="96" y="128"/>
                  </a:lnTo>
                  <a:lnTo>
                    <a:pt x="96" y="104"/>
                  </a:lnTo>
                  <a:lnTo>
                    <a:pt x="96" y="80"/>
                  </a:lnTo>
                  <a:lnTo>
                    <a:pt x="80" y="72"/>
                  </a:lnTo>
                  <a:lnTo>
                    <a:pt x="64" y="48"/>
                  </a:lnTo>
                  <a:lnTo>
                    <a:pt x="56" y="32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40" y="16"/>
                  </a:lnTo>
                  <a:lnTo>
                    <a:pt x="32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8" y="48"/>
                  </a:lnTo>
                  <a:lnTo>
                    <a:pt x="40" y="48"/>
                  </a:lnTo>
                  <a:lnTo>
                    <a:pt x="48" y="56"/>
                  </a:lnTo>
                  <a:lnTo>
                    <a:pt x="72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32" y="112"/>
                  </a:lnTo>
                  <a:lnTo>
                    <a:pt x="32" y="128"/>
                  </a:lnTo>
                  <a:lnTo>
                    <a:pt x="48" y="144"/>
                  </a:lnTo>
                  <a:lnTo>
                    <a:pt x="56" y="152"/>
                  </a:lnTo>
                  <a:lnTo>
                    <a:pt x="64" y="144"/>
                  </a:lnTo>
                  <a:lnTo>
                    <a:pt x="72" y="13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Freeform 678"/>
            <p:cNvSpPr>
              <a:spLocks/>
            </p:cNvSpPr>
            <p:nvPr/>
          </p:nvSpPr>
          <p:spPr bwMode="auto">
            <a:xfrm>
              <a:off x="6211990" y="3174769"/>
              <a:ext cx="118435" cy="246739"/>
            </a:xfrm>
            <a:custGeom>
              <a:avLst/>
              <a:gdLst>
                <a:gd name="T0" fmla="*/ 2147483647 w 88"/>
                <a:gd name="T1" fmla="*/ 0 h 184"/>
                <a:gd name="T2" fmla="*/ 0 w 88"/>
                <a:gd name="T3" fmla="*/ 0 h 184"/>
                <a:gd name="T4" fmla="*/ 0 w 88"/>
                <a:gd name="T5" fmla="*/ 2147483647 h 184"/>
                <a:gd name="T6" fmla="*/ 2147483647 w 88"/>
                <a:gd name="T7" fmla="*/ 2147483647 h 184"/>
                <a:gd name="T8" fmla="*/ 2147483647 w 88"/>
                <a:gd name="T9" fmla="*/ 2147483647 h 184"/>
                <a:gd name="T10" fmla="*/ 2147483647 w 88"/>
                <a:gd name="T11" fmla="*/ 2147483647 h 184"/>
                <a:gd name="T12" fmla="*/ 2147483647 w 88"/>
                <a:gd name="T13" fmla="*/ 2147483647 h 184"/>
                <a:gd name="T14" fmla="*/ 2147483647 w 88"/>
                <a:gd name="T15" fmla="*/ 2147483647 h 184"/>
                <a:gd name="T16" fmla="*/ 2147483647 w 88"/>
                <a:gd name="T17" fmla="*/ 2147483647 h 184"/>
                <a:gd name="T18" fmla="*/ 2147483647 w 88"/>
                <a:gd name="T19" fmla="*/ 2147483647 h 184"/>
                <a:gd name="T20" fmla="*/ 2147483647 w 88"/>
                <a:gd name="T21" fmla="*/ 2147483647 h 184"/>
                <a:gd name="T22" fmla="*/ 2147483647 w 88"/>
                <a:gd name="T23" fmla="*/ 2147483647 h 184"/>
                <a:gd name="T24" fmla="*/ 2147483647 w 88"/>
                <a:gd name="T25" fmla="*/ 2147483647 h 184"/>
                <a:gd name="T26" fmla="*/ 2147483647 w 88"/>
                <a:gd name="T27" fmla="*/ 2147483647 h 184"/>
                <a:gd name="T28" fmla="*/ 2147483647 w 88"/>
                <a:gd name="T29" fmla="*/ 2147483647 h 184"/>
                <a:gd name="T30" fmla="*/ 2147483647 w 88"/>
                <a:gd name="T31" fmla="*/ 2147483647 h 184"/>
                <a:gd name="T32" fmla="*/ 2147483647 w 88"/>
                <a:gd name="T33" fmla="*/ 2147483647 h 184"/>
                <a:gd name="T34" fmla="*/ 2147483647 w 88"/>
                <a:gd name="T35" fmla="*/ 2147483647 h 184"/>
                <a:gd name="T36" fmla="*/ 2147483647 w 88"/>
                <a:gd name="T37" fmla="*/ 2147483647 h 184"/>
                <a:gd name="T38" fmla="*/ 2147483647 w 88"/>
                <a:gd name="T39" fmla="*/ 2147483647 h 184"/>
                <a:gd name="T40" fmla="*/ 2147483647 w 88"/>
                <a:gd name="T41" fmla="*/ 2147483647 h 184"/>
                <a:gd name="T42" fmla="*/ 2147483647 w 88"/>
                <a:gd name="T43" fmla="*/ 2147483647 h 184"/>
                <a:gd name="T44" fmla="*/ 2147483647 w 88"/>
                <a:gd name="T45" fmla="*/ 2147483647 h 184"/>
                <a:gd name="T46" fmla="*/ 2147483647 w 88"/>
                <a:gd name="T47" fmla="*/ 2147483647 h 184"/>
                <a:gd name="T48" fmla="*/ 2147483647 w 88"/>
                <a:gd name="T49" fmla="*/ 2147483647 h 184"/>
                <a:gd name="T50" fmla="*/ 2147483647 w 88"/>
                <a:gd name="T51" fmla="*/ 2147483647 h 184"/>
                <a:gd name="T52" fmla="*/ 2147483647 w 88"/>
                <a:gd name="T53" fmla="*/ 2147483647 h 184"/>
                <a:gd name="T54" fmla="*/ 2147483647 w 88"/>
                <a:gd name="T55" fmla="*/ 0 h 1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88"/>
                <a:gd name="T85" fmla="*/ 0 h 184"/>
                <a:gd name="T86" fmla="*/ 88 w 88"/>
                <a:gd name="T87" fmla="*/ 184 h 1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88" h="184">
                  <a:moveTo>
                    <a:pt x="4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24" y="32"/>
                  </a:lnTo>
                  <a:lnTo>
                    <a:pt x="24" y="40"/>
                  </a:lnTo>
                  <a:lnTo>
                    <a:pt x="24" y="48"/>
                  </a:lnTo>
                  <a:lnTo>
                    <a:pt x="32" y="64"/>
                  </a:lnTo>
                  <a:lnTo>
                    <a:pt x="48" y="88"/>
                  </a:lnTo>
                  <a:lnTo>
                    <a:pt x="64" y="96"/>
                  </a:lnTo>
                  <a:lnTo>
                    <a:pt x="64" y="120"/>
                  </a:lnTo>
                  <a:lnTo>
                    <a:pt x="64" y="144"/>
                  </a:lnTo>
                  <a:lnTo>
                    <a:pt x="48" y="152"/>
                  </a:lnTo>
                  <a:lnTo>
                    <a:pt x="40" y="152"/>
                  </a:lnTo>
                  <a:lnTo>
                    <a:pt x="32" y="160"/>
                  </a:lnTo>
                  <a:lnTo>
                    <a:pt x="24" y="168"/>
                  </a:lnTo>
                  <a:lnTo>
                    <a:pt x="32" y="168"/>
                  </a:lnTo>
                  <a:lnTo>
                    <a:pt x="40" y="184"/>
                  </a:lnTo>
                  <a:lnTo>
                    <a:pt x="72" y="160"/>
                  </a:lnTo>
                  <a:lnTo>
                    <a:pt x="88" y="144"/>
                  </a:lnTo>
                  <a:lnTo>
                    <a:pt x="72" y="88"/>
                  </a:lnTo>
                  <a:lnTo>
                    <a:pt x="64" y="80"/>
                  </a:lnTo>
                  <a:lnTo>
                    <a:pt x="48" y="56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Freeform 679"/>
            <p:cNvSpPr>
              <a:spLocks/>
            </p:cNvSpPr>
            <p:nvPr/>
          </p:nvSpPr>
          <p:spPr bwMode="auto">
            <a:xfrm>
              <a:off x="6169222" y="3196702"/>
              <a:ext cx="128304" cy="203971"/>
            </a:xfrm>
            <a:custGeom>
              <a:avLst/>
              <a:gdLst>
                <a:gd name="T0" fmla="*/ 2147483647 w 96"/>
                <a:gd name="T1" fmla="*/ 2147483647 h 152"/>
                <a:gd name="T2" fmla="*/ 2147483647 w 96"/>
                <a:gd name="T3" fmla="*/ 2147483647 h 152"/>
                <a:gd name="T4" fmla="*/ 2147483647 w 96"/>
                <a:gd name="T5" fmla="*/ 2147483647 h 152"/>
                <a:gd name="T6" fmla="*/ 2147483647 w 96"/>
                <a:gd name="T7" fmla="*/ 2147483647 h 152"/>
                <a:gd name="T8" fmla="*/ 2147483647 w 96"/>
                <a:gd name="T9" fmla="*/ 2147483647 h 152"/>
                <a:gd name="T10" fmla="*/ 2147483647 w 96"/>
                <a:gd name="T11" fmla="*/ 2147483647 h 152"/>
                <a:gd name="T12" fmla="*/ 2147483647 w 96"/>
                <a:gd name="T13" fmla="*/ 2147483647 h 152"/>
                <a:gd name="T14" fmla="*/ 2147483647 w 96"/>
                <a:gd name="T15" fmla="*/ 2147483647 h 152"/>
                <a:gd name="T16" fmla="*/ 2147483647 w 96"/>
                <a:gd name="T17" fmla="*/ 2147483647 h 152"/>
                <a:gd name="T18" fmla="*/ 2147483647 w 96"/>
                <a:gd name="T19" fmla="*/ 2147483647 h 152"/>
                <a:gd name="T20" fmla="*/ 2147483647 w 96"/>
                <a:gd name="T21" fmla="*/ 2147483647 h 152"/>
                <a:gd name="T22" fmla="*/ 2147483647 w 96"/>
                <a:gd name="T23" fmla="*/ 0 h 152"/>
                <a:gd name="T24" fmla="*/ 2147483647 w 96"/>
                <a:gd name="T25" fmla="*/ 0 h 152"/>
                <a:gd name="T26" fmla="*/ 2147483647 w 96"/>
                <a:gd name="T27" fmla="*/ 2147483647 h 152"/>
                <a:gd name="T28" fmla="*/ 0 w 96"/>
                <a:gd name="T29" fmla="*/ 2147483647 h 152"/>
                <a:gd name="T30" fmla="*/ 0 w 96"/>
                <a:gd name="T31" fmla="*/ 2147483647 h 152"/>
                <a:gd name="T32" fmla="*/ 2147483647 w 96"/>
                <a:gd name="T33" fmla="*/ 2147483647 h 152"/>
                <a:gd name="T34" fmla="*/ 2147483647 w 96"/>
                <a:gd name="T35" fmla="*/ 2147483647 h 152"/>
                <a:gd name="T36" fmla="*/ 2147483647 w 96"/>
                <a:gd name="T37" fmla="*/ 2147483647 h 152"/>
                <a:gd name="T38" fmla="*/ 2147483647 w 96"/>
                <a:gd name="T39" fmla="*/ 2147483647 h 152"/>
                <a:gd name="T40" fmla="*/ 2147483647 w 96"/>
                <a:gd name="T41" fmla="*/ 2147483647 h 152"/>
                <a:gd name="T42" fmla="*/ 2147483647 w 96"/>
                <a:gd name="T43" fmla="*/ 2147483647 h 152"/>
                <a:gd name="T44" fmla="*/ 2147483647 w 96"/>
                <a:gd name="T45" fmla="*/ 2147483647 h 152"/>
                <a:gd name="T46" fmla="*/ 2147483647 w 96"/>
                <a:gd name="T47" fmla="*/ 2147483647 h 152"/>
                <a:gd name="T48" fmla="*/ 2147483647 w 96"/>
                <a:gd name="T49" fmla="*/ 2147483647 h 152"/>
                <a:gd name="T50" fmla="*/ 2147483647 w 96"/>
                <a:gd name="T51" fmla="*/ 2147483647 h 152"/>
                <a:gd name="T52" fmla="*/ 2147483647 w 96"/>
                <a:gd name="T53" fmla="*/ 2147483647 h 152"/>
                <a:gd name="T54" fmla="*/ 2147483647 w 96"/>
                <a:gd name="T55" fmla="*/ 2147483647 h 152"/>
                <a:gd name="T56" fmla="*/ 2147483647 w 96"/>
                <a:gd name="T57" fmla="*/ 2147483647 h 1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96"/>
                <a:gd name="T88" fmla="*/ 0 h 152"/>
                <a:gd name="T89" fmla="*/ 96 w 96"/>
                <a:gd name="T90" fmla="*/ 152 h 15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96" h="152">
                  <a:moveTo>
                    <a:pt x="72" y="136"/>
                  </a:moveTo>
                  <a:lnTo>
                    <a:pt x="80" y="136"/>
                  </a:lnTo>
                  <a:lnTo>
                    <a:pt x="96" y="128"/>
                  </a:lnTo>
                  <a:lnTo>
                    <a:pt x="96" y="104"/>
                  </a:lnTo>
                  <a:lnTo>
                    <a:pt x="96" y="80"/>
                  </a:lnTo>
                  <a:lnTo>
                    <a:pt x="80" y="72"/>
                  </a:lnTo>
                  <a:lnTo>
                    <a:pt x="64" y="48"/>
                  </a:lnTo>
                  <a:lnTo>
                    <a:pt x="56" y="32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40" y="16"/>
                  </a:lnTo>
                  <a:lnTo>
                    <a:pt x="32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8" y="48"/>
                  </a:lnTo>
                  <a:lnTo>
                    <a:pt x="40" y="48"/>
                  </a:lnTo>
                  <a:lnTo>
                    <a:pt x="48" y="56"/>
                  </a:lnTo>
                  <a:lnTo>
                    <a:pt x="72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32" y="112"/>
                  </a:lnTo>
                  <a:lnTo>
                    <a:pt x="32" y="128"/>
                  </a:lnTo>
                  <a:lnTo>
                    <a:pt x="48" y="144"/>
                  </a:lnTo>
                  <a:lnTo>
                    <a:pt x="56" y="152"/>
                  </a:lnTo>
                  <a:lnTo>
                    <a:pt x="64" y="144"/>
                  </a:lnTo>
                  <a:lnTo>
                    <a:pt x="72" y="13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Freeform 680"/>
            <p:cNvSpPr>
              <a:spLocks/>
            </p:cNvSpPr>
            <p:nvPr/>
          </p:nvSpPr>
          <p:spPr bwMode="auto">
            <a:xfrm>
              <a:off x="6216376" y="3174769"/>
              <a:ext cx="118435" cy="246739"/>
            </a:xfrm>
            <a:custGeom>
              <a:avLst/>
              <a:gdLst>
                <a:gd name="T0" fmla="*/ 2147483647 w 88"/>
                <a:gd name="T1" fmla="*/ 0 h 184"/>
                <a:gd name="T2" fmla="*/ 0 w 88"/>
                <a:gd name="T3" fmla="*/ 0 h 184"/>
                <a:gd name="T4" fmla="*/ 0 w 88"/>
                <a:gd name="T5" fmla="*/ 2147483647 h 184"/>
                <a:gd name="T6" fmla="*/ 0 w 88"/>
                <a:gd name="T7" fmla="*/ 2147483647 h 184"/>
                <a:gd name="T8" fmla="*/ 2147483647 w 88"/>
                <a:gd name="T9" fmla="*/ 2147483647 h 184"/>
                <a:gd name="T10" fmla="*/ 2147483647 w 88"/>
                <a:gd name="T11" fmla="*/ 2147483647 h 184"/>
                <a:gd name="T12" fmla="*/ 2147483647 w 88"/>
                <a:gd name="T13" fmla="*/ 2147483647 h 184"/>
                <a:gd name="T14" fmla="*/ 2147483647 w 88"/>
                <a:gd name="T15" fmla="*/ 2147483647 h 184"/>
                <a:gd name="T16" fmla="*/ 2147483647 w 88"/>
                <a:gd name="T17" fmla="*/ 2147483647 h 184"/>
                <a:gd name="T18" fmla="*/ 2147483647 w 88"/>
                <a:gd name="T19" fmla="*/ 2147483647 h 184"/>
                <a:gd name="T20" fmla="*/ 2147483647 w 88"/>
                <a:gd name="T21" fmla="*/ 2147483647 h 184"/>
                <a:gd name="T22" fmla="*/ 2147483647 w 88"/>
                <a:gd name="T23" fmla="*/ 2147483647 h 184"/>
                <a:gd name="T24" fmla="*/ 2147483647 w 88"/>
                <a:gd name="T25" fmla="*/ 2147483647 h 184"/>
                <a:gd name="T26" fmla="*/ 2147483647 w 88"/>
                <a:gd name="T27" fmla="*/ 2147483647 h 184"/>
                <a:gd name="T28" fmla="*/ 2147483647 w 88"/>
                <a:gd name="T29" fmla="*/ 2147483647 h 184"/>
                <a:gd name="T30" fmla="*/ 2147483647 w 88"/>
                <a:gd name="T31" fmla="*/ 2147483647 h 184"/>
                <a:gd name="T32" fmla="*/ 2147483647 w 88"/>
                <a:gd name="T33" fmla="*/ 2147483647 h 184"/>
                <a:gd name="T34" fmla="*/ 2147483647 w 88"/>
                <a:gd name="T35" fmla="*/ 2147483647 h 184"/>
                <a:gd name="T36" fmla="*/ 2147483647 w 88"/>
                <a:gd name="T37" fmla="*/ 2147483647 h 184"/>
                <a:gd name="T38" fmla="*/ 2147483647 w 88"/>
                <a:gd name="T39" fmla="*/ 2147483647 h 184"/>
                <a:gd name="T40" fmla="*/ 2147483647 w 88"/>
                <a:gd name="T41" fmla="*/ 2147483647 h 184"/>
                <a:gd name="T42" fmla="*/ 2147483647 w 88"/>
                <a:gd name="T43" fmla="*/ 2147483647 h 184"/>
                <a:gd name="T44" fmla="*/ 2147483647 w 88"/>
                <a:gd name="T45" fmla="*/ 2147483647 h 184"/>
                <a:gd name="T46" fmla="*/ 2147483647 w 88"/>
                <a:gd name="T47" fmla="*/ 2147483647 h 184"/>
                <a:gd name="T48" fmla="*/ 2147483647 w 88"/>
                <a:gd name="T49" fmla="*/ 2147483647 h 184"/>
                <a:gd name="T50" fmla="*/ 2147483647 w 88"/>
                <a:gd name="T51" fmla="*/ 2147483647 h 184"/>
                <a:gd name="T52" fmla="*/ 2147483647 w 88"/>
                <a:gd name="T53" fmla="*/ 2147483647 h 184"/>
                <a:gd name="T54" fmla="*/ 2147483647 w 88"/>
                <a:gd name="T55" fmla="*/ 2147483647 h 184"/>
                <a:gd name="T56" fmla="*/ 2147483647 w 88"/>
                <a:gd name="T57" fmla="*/ 0 h 18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8"/>
                <a:gd name="T88" fmla="*/ 0 h 184"/>
                <a:gd name="T89" fmla="*/ 88 w 88"/>
                <a:gd name="T90" fmla="*/ 184 h 184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8" h="184">
                  <a:moveTo>
                    <a:pt x="4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24" y="32"/>
                  </a:lnTo>
                  <a:lnTo>
                    <a:pt x="24" y="40"/>
                  </a:lnTo>
                  <a:lnTo>
                    <a:pt x="24" y="48"/>
                  </a:lnTo>
                  <a:lnTo>
                    <a:pt x="32" y="64"/>
                  </a:lnTo>
                  <a:lnTo>
                    <a:pt x="48" y="88"/>
                  </a:lnTo>
                  <a:lnTo>
                    <a:pt x="64" y="96"/>
                  </a:lnTo>
                  <a:lnTo>
                    <a:pt x="64" y="120"/>
                  </a:lnTo>
                  <a:lnTo>
                    <a:pt x="64" y="144"/>
                  </a:lnTo>
                  <a:lnTo>
                    <a:pt x="48" y="152"/>
                  </a:lnTo>
                  <a:lnTo>
                    <a:pt x="40" y="152"/>
                  </a:lnTo>
                  <a:lnTo>
                    <a:pt x="32" y="160"/>
                  </a:lnTo>
                  <a:lnTo>
                    <a:pt x="24" y="168"/>
                  </a:lnTo>
                  <a:lnTo>
                    <a:pt x="32" y="168"/>
                  </a:lnTo>
                  <a:lnTo>
                    <a:pt x="40" y="184"/>
                  </a:lnTo>
                  <a:lnTo>
                    <a:pt x="72" y="160"/>
                  </a:lnTo>
                  <a:lnTo>
                    <a:pt x="88" y="144"/>
                  </a:lnTo>
                  <a:lnTo>
                    <a:pt x="72" y="88"/>
                  </a:lnTo>
                  <a:lnTo>
                    <a:pt x="64" y="80"/>
                  </a:lnTo>
                  <a:lnTo>
                    <a:pt x="48" y="56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Freeform 681"/>
            <p:cNvSpPr>
              <a:spLocks/>
            </p:cNvSpPr>
            <p:nvPr/>
          </p:nvSpPr>
          <p:spPr bwMode="auto">
            <a:xfrm>
              <a:off x="5825981" y="3046465"/>
              <a:ext cx="139271" cy="64700"/>
            </a:xfrm>
            <a:custGeom>
              <a:avLst/>
              <a:gdLst>
                <a:gd name="T0" fmla="*/ 2147483647 w 104"/>
                <a:gd name="T1" fmla="*/ 2147483647 h 48"/>
                <a:gd name="T2" fmla="*/ 2147483647 w 104"/>
                <a:gd name="T3" fmla="*/ 2147483647 h 48"/>
                <a:gd name="T4" fmla="*/ 2147483647 w 104"/>
                <a:gd name="T5" fmla="*/ 0 h 48"/>
                <a:gd name="T6" fmla="*/ 2147483647 w 104"/>
                <a:gd name="T7" fmla="*/ 0 h 48"/>
                <a:gd name="T8" fmla="*/ 0 w 104"/>
                <a:gd name="T9" fmla="*/ 2147483647 h 48"/>
                <a:gd name="T10" fmla="*/ 2147483647 w 104"/>
                <a:gd name="T11" fmla="*/ 2147483647 h 48"/>
                <a:gd name="T12" fmla="*/ 2147483647 w 104"/>
                <a:gd name="T13" fmla="*/ 2147483647 h 48"/>
                <a:gd name="T14" fmla="*/ 2147483647 w 104"/>
                <a:gd name="T15" fmla="*/ 2147483647 h 48"/>
                <a:gd name="T16" fmla="*/ 2147483647 w 104"/>
                <a:gd name="T17" fmla="*/ 2147483647 h 48"/>
                <a:gd name="T18" fmla="*/ 2147483647 w 104"/>
                <a:gd name="T19" fmla="*/ 2147483647 h 48"/>
                <a:gd name="T20" fmla="*/ 2147483647 w 104"/>
                <a:gd name="T21" fmla="*/ 2147483647 h 48"/>
                <a:gd name="T22" fmla="*/ 2147483647 w 104"/>
                <a:gd name="T23" fmla="*/ 2147483647 h 4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48"/>
                <a:gd name="T38" fmla="*/ 104 w 104"/>
                <a:gd name="T39" fmla="*/ 48 h 4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48">
                  <a:moveTo>
                    <a:pt x="72" y="24"/>
                  </a:moveTo>
                  <a:lnTo>
                    <a:pt x="48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40" y="40"/>
                  </a:lnTo>
                  <a:lnTo>
                    <a:pt x="72" y="40"/>
                  </a:lnTo>
                  <a:lnTo>
                    <a:pt x="88" y="48"/>
                  </a:lnTo>
                  <a:lnTo>
                    <a:pt x="96" y="48"/>
                  </a:lnTo>
                  <a:lnTo>
                    <a:pt x="104" y="32"/>
                  </a:lnTo>
                  <a:lnTo>
                    <a:pt x="96" y="24"/>
                  </a:lnTo>
                  <a:lnTo>
                    <a:pt x="72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Freeform 682"/>
            <p:cNvSpPr>
              <a:spLocks/>
            </p:cNvSpPr>
            <p:nvPr/>
          </p:nvSpPr>
          <p:spPr bwMode="auto">
            <a:xfrm>
              <a:off x="5728382" y="2509124"/>
              <a:ext cx="1030819" cy="719380"/>
            </a:xfrm>
            <a:custGeom>
              <a:avLst/>
              <a:gdLst>
                <a:gd name="T0" fmla="*/ 2147483647 w 768"/>
                <a:gd name="T1" fmla="*/ 2147483647 h 536"/>
                <a:gd name="T2" fmla="*/ 2147483647 w 768"/>
                <a:gd name="T3" fmla="*/ 0 h 536"/>
                <a:gd name="T4" fmla="*/ 2147483647 w 768"/>
                <a:gd name="T5" fmla="*/ 2147483647 h 536"/>
                <a:gd name="T6" fmla="*/ 2147483647 w 768"/>
                <a:gd name="T7" fmla="*/ 2147483647 h 536"/>
                <a:gd name="T8" fmla="*/ 2147483647 w 768"/>
                <a:gd name="T9" fmla="*/ 2147483647 h 536"/>
                <a:gd name="T10" fmla="*/ 2147483647 w 768"/>
                <a:gd name="T11" fmla="*/ 2147483647 h 536"/>
                <a:gd name="T12" fmla="*/ 2147483647 w 768"/>
                <a:gd name="T13" fmla="*/ 2147483647 h 536"/>
                <a:gd name="T14" fmla="*/ 2147483647 w 768"/>
                <a:gd name="T15" fmla="*/ 2147483647 h 536"/>
                <a:gd name="T16" fmla="*/ 2147483647 w 768"/>
                <a:gd name="T17" fmla="*/ 2147483647 h 536"/>
                <a:gd name="T18" fmla="*/ 2147483647 w 768"/>
                <a:gd name="T19" fmla="*/ 2147483647 h 536"/>
                <a:gd name="T20" fmla="*/ 2147483647 w 768"/>
                <a:gd name="T21" fmla="*/ 2147483647 h 536"/>
                <a:gd name="T22" fmla="*/ 2147483647 w 768"/>
                <a:gd name="T23" fmla="*/ 2147483647 h 536"/>
                <a:gd name="T24" fmla="*/ 2147483647 w 768"/>
                <a:gd name="T25" fmla="*/ 2147483647 h 536"/>
                <a:gd name="T26" fmla="*/ 2147483647 w 768"/>
                <a:gd name="T27" fmla="*/ 2147483647 h 536"/>
                <a:gd name="T28" fmla="*/ 0 w 768"/>
                <a:gd name="T29" fmla="*/ 2147483647 h 536"/>
                <a:gd name="T30" fmla="*/ 0 w 768"/>
                <a:gd name="T31" fmla="*/ 2147483647 h 536"/>
                <a:gd name="T32" fmla="*/ 2147483647 w 768"/>
                <a:gd name="T33" fmla="*/ 2147483647 h 536"/>
                <a:gd name="T34" fmla="*/ 2147483647 w 768"/>
                <a:gd name="T35" fmla="*/ 2147483647 h 536"/>
                <a:gd name="T36" fmla="*/ 2147483647 w 768"/>
                <a:gd name="T37" fmla="*/ 2147483647 h 536"/>
                <a:gd name="T38" fmla="*/ 2147483647 w 768"/>
                <a:gd name="T39" fmla="*/ 2147483647 h 536"/>
                <a:gd name="T40" fmla="*/ 2147483647 w 768"/>
                <a:gd name="T41" fmla="*/ 2147483647 h 536"/>
                <a:gd name="T42" fmla="*/ 2147483647 w 768"/>
                <a:gd name="T43" fmla="*/ 2147483647 h 536"/>
                <a:gd name="T44" fmla="*/ 2147483647 w 768"/>
                <a:gd name="T45" fmla="*/ 2147483647 h 536"/>
                <a:gd name="T46" fmla="*/ 2147483647 w 768"/>
                <a:gd name="T47" fmla="*/ 2147483647 h 536"/>
                <a:gd name="T48" fmla="*/ 2147483647 w 768"/>
                <a:gd name="T49" fmla="*/ 2147483647 h 536"/>
                <a:gd name="T50" fmla="*/ 2147483647 w 768"/>
                <a:gd name="T51" fmla="*/ 2147483647 h 536"/>
                <a:gd name="T52" fmla="*/ 2147483647 w 768"/>
                <a:gd name="T53" fmla="*/ 2147483647 h 536"/>
                <a:gd name="T54" fmla="*/ 2147483647 w 768"/>
                <a:gd name="T55" fmla="*/ 2147483647 h 536"/>
                <a:gd name="T56" fmla="*/ 2147483647 w 768"/>
                <a:gd name="T57" fmla="*/ 2147483647 h 536"/>
                <a:gd name="T58" fmla="*/ 2147483647 w 768"/>
                <a:gd name="T59" fmla="*/ 2147483647 h 536"/>
                <a:gd name="T60" fmla="*/ 2147483647 w 768"/>
                <a:gd name="T61" fmla="*/ 2147483647 h 536"/>
                <a:gd name="T62" fmla="*/ 2147483647 w 768"/>
                <a:gd name="T63" fmla="*/ 2147483647 h 536"/>
                <a:gd name="T64" fmla="*/ 2147483647 w 768"/>
                <a:gd name="T65" fmla="*/ 2147483647 h 536"/>
                <a:gd name="T66" fmla="*/ 2147483647 w 768"/>
                <a:gd name="T67" fmla="*/ 2147483647 h 536"/>
                <a:gd name="T68" fmla="*/ 2147483647 w 768"/>
                <a:gd name="T69" fmla="*/ 2147483647 h 536"/>
                <a:gd name="T70" fmla="*/ 2147483647 w 768"/>
                <a:gd name="T71" fmla="*/ 2147483647 h 536"/>
                <a:gd name="T72" fmla="*/ 2147483647 w 768"/>
                <a:gd name="T73" fmla="*/ 2147483647 h 536"/>
                <a:gd name="T74" fmla="*/ 2147483647 w 768"/>
                <a:gd name="T75" fmla="*/ 2147483647 h 536"/>
                <a:gd name="T76" fmla="*/ 2147483647 w 768"/>
                <a:gd name="T77" fmla="*/ 2147483647 h 536"/>
                <a:gd name="T78" fmla="*/ 2147483647 w 768"/>
                <a:gd name="T79" fmla="*/ 2147483647 h 536"/>
                <a:gd name="T80" fmla="*/ 2147483647 w 768"/>
                <a:gd name="T81" fmla="*/ 2147483647 h 536"/>
                <a:gd name="T82" fmla="*/ 2147483647 w 768"/>
                <a:gd name="T83" fmla="*/ 2147483647 h 536"/>
                <a:gd name="T84" fmla="*/ 2147483647 w 768"/>
                <a:gd name="T85" fmla="*/ 2147483647 h 536"/>
                <a:gd name="T86" fmla="*/ 2147483647 w 768"/>
                <a:gd name="T87" fmla="*/ 2147483647 h 536"/>
                <a:gd name="T88" fmla="*/ 2147483647 w 768"/>
                <a:gd name="T89" fmla="*/ 2147483647 h 536"/>
                <a:gd name="T90" fmla="*/ 2147483647 w 768"/>
                <a:gd name="T91" fmla="*/ 2147483647 h 536"/>
                <a:gd name="T92" fmla="*/ 2147483647 w 768"/>
                <a:gd name="T93" fmla="*/ 2147483647 h 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768"/>
                <a:gd name="T142" fmla="*/ 0 h 536"/>
                <a:gd name="T143" fmla="*/ 768 w 768"/>
                <a:gd name="T144" fmla="*/ 536 h 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768" h="536">
                  <a:moveTo>
                    <a:pt x="744" y="152"/>
                  </a:moveTo>
                  <a:lnTo>
                    <a:pt x="768" y="96"/>
                  </a:lnTo>
                  <a:lnTo>
                    <a:pt x="720" y="96"/>
                  </a:lnTo>
                  <a:lnTo>
                    <a:pt x="712" y="80"/>
                  </a:lnTo>
                  <a:lnTo>
                    <a:pt x="680" y="72"/>
                  </a:lnTo>
                  <a:lnTo>
                    <a:pt x="640" y="0"/>
                  </a:lnTo>
                  <a:lnTo>
                    <a:pt x="600" y="0"/>
                  </a:lnTo>
                  <a:lnTo>
                    <a:pt x="592" y="16"/>
                  </a:lnTo>
                  <a:lnTo>
                    <a:pt x="568" y="64"/>
                  </a:lnTo>
                  <a:lnTo>
                    <a:pt x="544" y="64"/>
                  </a:lnTo>
                  <a:lnTo>
                    <a:pt x="536" y="72"/>
                  </a:lnTo>
                  <a:lnTo>
                    <a:pt x="544" y="72"/>
                  </a:lnTo>
                  <a:lnTo>
                    <a:pt x="536" y="72"/>
                  </a:lnTo>
                  <a:lnTo>
                    <a:pt x="528" y="88"/>
                  </a:lnTo>
                  <a:lnTo>
                    <a:pt x="528" y="104"/>
                  </a:lnTo>
                  <a:lnTo>
                    <a:pt x="568" y="112"/>
                  </a:lnTo>
                  <a:lnTo>
                    <a:pt x="576" y="128"/>
                  </a:lnTo>
                  <a:lnTo>
                    <a:pt x="536" y="136"/>
                  </a:lnTo>
                  <a:lnTo>
                    <a:pt x="512" y="152"/>
                  </a:lnTo>
                  <a:lnTo>
                    <a:pt x="480" y="160"/>
                  </a:lnTo>
                  <a:lnTo>
                    <a:pt x="472" y="192"/>
                  </a:lnTo>
                  <a:lnTo>
                    <a:pt x="432" y="192"/>
                  </a:lnTo>
                  <a:lnTo>
                    <a:pt x="384" y="224"/>
                  </a:lnTo>
                  <a:lnTo>
                    <a:pt x="344" y="200"/>
                  </a:lnTo>
                  <a:lnTo>
                    <a:pt x="296" y="200"/>
                  </a:lnTo>
                  <a:lnTo>
                    <a:pt x="264" y="160"/>
                  </a:lnTo>
                  <a:lnTo>
                    <a:pt x="208" y="144"/>
                  </a:lnTo>
                  <a:lnTo>
                    <a:pt x="208" y="104"/>
                  </a:lnTo>
                  <a:lnTo>
                    <a:pt x="184" y="96"/>
                  </a:lnTo>
                  <a:lnTo>
                    <a:pt x="176" y="88"/>
                  </a:lnTo>
                  <a:lnTo>
                    <a:pt x="176" y="96"/>
                  </a:lnTo>
                  <a:lnTo>
                    <a:pt x="176" y="88"/>
                  </a:lnTo>
                  <a:lnTo>
                    <a:pt x="168" y="88"/>
                  </a:lnTo>
                  <a:lnTo>
                    <a:pt x="168" y="96"/>
                  </a:lnTo>
                  <a:lnTo>
                    <a:pt x="168" y="88"/>
                  </a:lnTo>
                  <a:lnTo>
                    <a:pt x="152" y="96"/>
                  </a:lnTo>
                  <a:lnTo>
                    <a:pt x="144" y="120"/>
                  </a:lnTo>
                  <a:lnTo>
                    <a:pt x="112" y="112"/>
                  </a:lnTo>
                  <a:lnTo>
                    <a:pt x="104" y="152"/>
                  </a:lnTo>
                  <a:lnTo>
                    <a:pt x="80" y="160"/>
                  </a:lnTo>
                  <a:lnTo>
                    <a:pt x="72" y="208"/>
                  </a:lnTo>
                  <a:lnTo>
                    <a:pt x="56" y="224"/>
                  </a:lnTo>
                  <a:lnTo>
                    <a:pt x="32" y="240"/>
                  </a:lnTo>
                  <a:lnTo>
                    <a:pt x="0" y="248"/>
                  </a:lnTo>
                  <a:lnTo>
                    <a:pt x="0" y="264"/>
                  </a:lnTo>
                  <a:lnTo>
                    <a:pt x="8" y="272"/>
                  </a:lnTo>
                  <a:lnTo>
                    <a:pt x="8" y="280"/>
                  </a:lnTo>
                  <a:lnTo>
                    <a:pt x="0" y="288"/>
                  </a:lnTo>
                  <a:lnTo>
                    <a:pt x="8" y="296"/>
                  </a:lnTo>
                  <a:lnTo>
                    <a:pt x="24" y="296"/>
                  </a:lnTo>
                  <a:lnTo>
                    <a:pt x="32" y="312"/>
                  </a:lnTo>
                  <a:lnTo>
                    <a:pt x="48" y="312"/>
                  </a:lnTo>
                  <a:lnTo>
                    <a:pt x="72" y="312"/>
                  </a:lnTo>
                  <a:lnTo>
                    <a:pt x="80" y="320"/>
                  </a:lnTo>
                  <a:lnTo>
                    <a:pt x="64" y="344"/>
                  </a:lnTo>
                  <a:lnTo>
                    <a:pt x="64" y="360"/>
                  </a:lnTo>
                  <a:lnTo>
                    <a:pt x="56" y="368"/>
                  </a:lnTo>
                  <a:lnTo>
                    <a:pt x="64" y="384"/>
                  </a:lnTo>
                  <a:lnTo>
                    <a:pt x="88" y="392"/>
                  </a:lnTo>
                  <a:lnTo>
                    <a:pt x="80" y="400"/>
                  </a:lnTo>
                  <a:lnTo>
                    <a:pt x="88" y="400"/>
                  </a:lnTo>
                  <a:lnTo>
                    <a:pt x="120" y="408"/>
                  </a:lnTo>
                  <a:lnTo>
                    <a:pt x="144" y="424"/>
                  </a:lnTo>
                  <a:lnTo>
                    <a:pt x="168" y="424"/>
                  </a:lnTo>
                  <a:lnTo>
                    <a:pt x="176" y="432"/>
                  </a:lnTo>
                  <a:lnTo>
                    <a:pt x="184" y="432"/>
                  </a:lnTo>
                  <a:lnTo>
                    <a:pt x="192" y="440"/>
                  </a:lnTo>
                  <a:lnTo>
                    <a:pt x="208" y="440"/>
                  </a:lnTo>
                  <a:lnTo>
                    <a:pt x="224" y="440"/>
                  </a:lnTo>
                  <a:lnTo>
                    <a:pt x="240" y="424"/>
                  </a:lnTo>
                  <a:lnTo>
                    <a:pt x="256" y="416"/>
                  </a:lnTo>
                  <a:lnTo>
                    <a:pt x="272" y="416"/>
                  </a:lnTo>
                  <a:lnTo>
                    <a:pt x="288" y="424"/>
                  </a:lnTo>
                  <a:lnTo>
                    <a:pt x="296" y="424"/>
                  </a:lnTo>
                  <a:lnTo>
                    <a:pt x="304" y="432"/>
                  </a:lnTo>
                  <a:lnTo>
                    <a:pt x="312" y="448"/>
                  </a:lnTo>
                  <a:lnTo>
                    <a:pt x="304" y="472"/>
                  </a:lnTo>
                  <a:lnTo>
                    <a:pt x="304" y="480"/>
                  </a:lnTo>
                  <a:lnTo>
                    <a:pt x="312" y="488"/>
                  </a:lnTo>
                  <a:lnTo>
                    <a:pt x="320" y="496"/>
                  </a:lnTo>
                  <a:lnTo>
                    <a:pt x="320" y="504"/>
                  </a:lnTo>
                  <a:lnTo>
                    <a:pt x="344" y="512"/>
                  </a:lnTo>
                  <a:lnTo>
                    <a:pt x="336" y="520"/>
                  </a:lnTo>
                  <a:lnTo>
                    <a:pt x="360" y="512"/>
                  </a:lnTo>
                  <a:lnTo>
                    <a:pt x="360" y="496"/>
                  </a:lnTo>
                  <a:lnTo>
                    <a:pt x="400" y="496"/>
                  </a:lnTo>
                  <a:lnTo>
                    <a:pt x="416" y="512"/>
                  </a:lnTo>
                  <a:lnTo>
                    <a:pt x="424" y="520"/>
                  </a:lnTo>
                  <a:lnTo>
                    <a:pt x="432" y="520"/>
                  </a:lnTo>
                  <a:lnTo>
                    <a:pt x="456" y="536"/>
                  </a:lnTo>
                  <a:lnTo>
                    <a:pt x="456" y="520"/>
                  </a:lnTo>
                  <a:lnTo>
                    <a:pt x="488" y="512"/>
                  </a:lnTo>
                  <a:lnTo>
                    <a:pt x="496" y="504"/>
                  </a:lnTo>
                  <a:lnTo>
                    <a:pt x="504" y="504"/>
                  </a:lnTo>
                  <a:lnTo>
                    <a:pt x="512" y="504"/>
                  </a:lnTo>
                  <a:lnTo>
                    <a:pt x="528" y="496"/>
                  </a:lnTo>
                  <a:lnTo>
                    <a:pt x="544" y="488"/>
                  </a:lnTo>
                  <a:lnTo>
                    <a:pt x="568" y="472"/>
                  </a:lnTo>
                  <a:lnTo>
                    <a:pt x="576" y="456"/>
                  </a:lnTo>
                  <a:lnTo>
                    <a:pt x="584" y="440"/>
                  </a:lnTo>
                  <a:lnTo>
                    <a:pt x="600" y="416"/>
                  </a:lnTo>
                  <a:lnTo>
                    <a:pt x="600" y="400"/>
                  </a:lnTo>
                  <a:lnTo>
                    <a:pt x="592" y="392"/>
                  </a:lnTo>
                  <a:lnTo>
                    <a:pt x="600" y="384"/>
                  </a:lnTo>
                  <a:lnTo>
                    <a:pt x="592" y="368"/>
                  </a:lnTo>
                  <a:lnTo>
                    <a:pt x="576" y="328"/>
                  </a:lnTo>
                  <a:lnTo>
                    <a:pt x="576" y="320"/>
                  </a:lnTo>
                  <a:lnTo>
                    <a:pt x="592" y="304"/>
                  </a:lnTo>
                  <a:lnTo>
                    <a:pt x="608" y="296"/>
                  </a:lnTo>
                  <a:lnTo>
                    <a:pt x="608" y="288"/>
                  </a:lnTo>
                  <a:lnTo>
                    <a:pt x="584" y="288"/>
                  </a:lnTo>
                  <a:lnTo>
                    <a:pt x="576" y="288"/>
                  </a:lnTo>
                  <a:lnTo>
                    <a:pt x="568" y="288"/>
                  </a:lnTo>
                  <a:lnTo>
                    <a:pt x="560" y="272"/>
                  </a:lnTo>
                  <a:lnTo>
                    <a:pt x="552" y="264"/>
                  </a:lnTo>
                  <a:lnTo>
                    <a:pt x="568" y="256"/>
                  </a:lnTo>
                  <a:lnTo>
                    <a:pt x="584" y="248"/>
                  </a:lnTo>
                  <a:lnTo>
                    <a:pt x="600" y="232"/>
                  </a:lnTo>
                  <a:lnTo>
                    <a:pt x="608" y="232"/>
                  </a:lnTo>
                  <a:lnTo>
                    <a:pt x="600" y="248"/>
                  </a:lnTo>
                  <a:lnTo>
                    <a:pt x="608" y="256"/>
                  </a:lnTo>
                  <a:lnTo>
                    <a:pt x="616" y="256"/>
                  </a:lnTo>
                  <a:lnTo>
                    <a:pt x="640" y="248"/>
                  </a:lnTo>
                  <a:lnTo>
                    <a:pt x="656" y="256"/>
                  </a:lnTo>
                  <a:lnTo>
                    <a:pt x="664" y="272"/>
                  </a:lnTo>
                  <a:lnTo>
                    <a:pt x="664" y="280"/>
                  </a:lnTo>
                  <a:lnTo>
                    <a:pt x="664" y="304"/>
                  </a:lnTo>
                  <a:lnTo>
                    <a:pt x="656" y="328"/>
                  </a:lnTo>
                  <a:lnTo>
                    <a:pt x="672" y="328"/>
                  </a:lnTo>
                  <a:lnTo>
                    <a:pt x="688" y="320"/>
                  </a:lnTo>
                  <a:lnTo>
                    <a:pt x="696" y="312"/>
                  </a:lnTo>
                  <a:lnTo>
                    <a:pt x="704" y="304"/>
                  </a:lnTo>
                  <a:lnTo>
                    <a:pt x="688" y="272"/>
                  </a:lnTo>
                  <a:lnTo>
                    <a:pt x="688" y="264"/>
                  </a:lnTo>
                  <a:lnTo>
                    <a:pt x="688" y="248"/>
                  </a:lnTo>
                  <a:lnTo>
                    <a:pt x="688" y="240"/>
                  </a:lnTo>
                  <a:lnTo>
                    <a:pt x="680" y="224"/>
                  </a:lnTo>
                  <a:lnTo>
                    <a:pt x="688" y="216"/>
                  </a:lnTo>
                  <a:lnTo>
                    <a:pt x="704" y="200"/>
                  </a:lnTo>
                  <a:lnTo>
                    <a:pt x="720" y="200"/>
                  </a:lnTo>
                  <a:lnTo>
                    <a:pt x="728" y="160"/>
                  </a:lnTo>
                  <a:lnTo>
                    <a:pt x="744" y="15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Freeform 683"/>
            <p:cNvSpPr>
              <a:spLocks/>
            </p:cNvSpPr>
            <p:nvPr/>
          </p:nvSpPr>
          <p:spPr bwMode="auto">
            <a:xfrm>
              <a:off x="5965252" y="2542022"/>
              <a:ext cx="536245" cy="267574"/>
            </a:xfrm>
            <a:custGeom>
              <a:avLst/>
              <a:gdLst>
                <a:gd name="T0" fmla="*/ 2147483647 w 400"/>
                <a:gd name="T1" fmla="*/ 2147483647 h 200"/>
                <a:gd name="T2" fmla="*/ 2147483647 w 400"/>
                <a:gd name="T3" fmla="*/ 2147483647 h 200"/>
                <a:gd name="T4" fmla="*/ 2147483647 w 400"/>
                <a:gd name="T5" fmla="*/ 2147483647 h 200"/>
                <a:gd name="T6" fmla="*/ 2147483647 w 400"/>
                <a:gd name="T7" fmla="*/ 2147483647 h 200"/>
                <a:gd name="T8" fmla="*/ 2147483647 w 400"/>
                <a:gd name="T9" fmla="*/ 2147483647 h 200"/>
                <a:gd name="T10" fmla="*/ 2147483647 w 400"/>
                <a:gd name="T11" fmla="*/ 2147483647 h 200"/>
                <a:gd name="T12" fmla="*/ 2147483647 w 400"/>
                <a:gd name="T13" fmla="*/ 2147483647 h 200"/>
                <a:gd name="T14" fmla="*/ 2147483647 w 400"/>
                <a:gd name="T15" fmla="*/ 2147483647 h 200"/>
                <a:gd name="T16" fmla="*/ 2147483647 w 400"/>
                <a:gd name="T17" fmla="*/ 2147483647 h 200"/>
                <a:gd name="T18" fmla="*/ 2147483647 w 400"/>
                <a:gd name="T19" fmla="*/ 2147483647 h 200"/>
                <a:gd name="T20" fmla="*/ 2147483647 w 400"/>
                <a:gd name="T21" fmla="*/ 2147483647 h 200"/>
                <a:gd name="T22" fmla="*/ 2147483647 w 400"/>
                <a:gd name="T23" fmla="*/ 2147483647 h 200"/>
                <a:gd name="T24" fmla="*/ 2147483647 w 400"/>
                <a:gd name="T25" fmla="*/ 2147483647 h 200"/>
                <a:gd name="T26" fmla="*/ 2147483647 w 400"/>
                <a:gd name="T27" fmla="*/ 2147483647 h 200"/>
                <a:gd name="T28" fmla="*/ 2147483647 w 400"/>
                <a:gd name="T29" fmla="*/ 2147483647 h 200"/>
                <a:gd name="T30" fmla="*/ 2147483647 w 400"/>
                <a:gd name="T31" fmla="*/ 2147483647 h 200"/>
                <a:gd name="T32" fmla="*/ 2147483647 w 400"/>
                <a:gd name="T33" fmla="*/ 2147483647 h 200"/>
                <a:gd name="T34" fmla="*/ 2147483647 w 400"/>
                <a:gd name="T35" fmla="*/ 2147483647 h 200"/>
                <a:gd name="T36" fmla="*/ 2147483647 w 400"/>
                <a:gd name="T37" fmla="*/ 2147483647 h 200"/>
                <a:gd name="T38" fmla="*/ 2147483647 w 400"/>
                <a:gd name="T39" fmla="*/ 2147483647 h 200"/>
                <a:gd name="T40" fmla="*/ 2147483647 w 400"/>
                <a:gd name="T41" fmla="*/ 2147483647 h 200"/>
                <a:gd name="T42" fmla="*/ 2147483647 w 400"/>
                <a:gd name="T43" fmla="*/ 0 h 200"/>
                <a:gd name="T44" fmla="*/ 2147483647 w 400"/>
                <a:gd name="T45" fmla="*/ 2147483647 h 200"/>
                <a:gd name="T46" fmla="*/ 2147483647 w 400"/>
                <a:gd name="T47" fmla="*/ 2147483647 h 200"/>
                <a:gd name="T48" fmla="*/ 2147483647 w 400"/>
                <a:gd name="T49" fmla="*/ 2147483647 h 200"/>
                <a:gd name="T50" fmla="*/ 2147483647 w 400"/>
                <a:gd name="T51" fmla="*/ 2147483647 h 200"/>
                <a:gd name="T52" fmla="*/ 2147483647 w 400"/>
                <a:gd name="T53" fmla="*/ 2147483647 h 200"/>
                <a:gd name="T54" fmla="*/ 0 w 400"/>
                <a:gd name="T55" fmla="*/ 2147483647 h 200"/>
                <a:gd name="T56" fmla="*/ 2147483647 w 400"/>
                <a:gd name="T57" fmla="*/ 2147483647 h 200"/>
                <a:gd name="T58" fmla="*/ 2147483647 w 400"/>
                <a:gd name="T59" fmla="*/ 2147483647 h 20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400"/>
                <a:gd name="T91" fmla="*/ 0 h 200"/>
                <a:gd name="T92" fmla="*/ 400 w 400"/>
                <a:gd name="T93" fmla="*/ 200 h 20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400" h="200">
                  <a:moveTo>
                    <a:pt x="32" y="80"/>
                  </a:moveTo>
                  <a:lnTo>
                    <a:pt x="32" y="120"/>
                  </a:lnTo>
                  <a:lnTo>
                    <a:pt x="88" y="136"/>
                  </a:lnTo>
                  <a:lnTo>
                    <a:pt x="120" y="176"/>
                  </a:lnTo>
                  <a:lnTo>
                    <a:pt x="168" y="176"/>
                  </a:lnTo>
                  <a:lnTo>
                    <a:pt x="208" y="200"/>
                  </a:lnTo>
                  <a:lnTo>
                    <a:pt x="256" y="168"/>
                  </a:lnTo>
                  <a:lnTo>
                    <a:pt x="296" y="168"/>
                  </a:lnTo>
                  <a:lnTo>
                    <a:pt x="304" y="136"/>
                  </a:lnTo>
                  <a:lnTo>
                    <a:pt x="336" y="128"/>
                  </a:lnTo>
                  <a:lnTo>
                    <a:pt x="360" y="112"/>
                  </a:lnTo>
                  <a:lnTo>
                    <a:pt x="400" y="104"/>
                  </a:lnTo>
                  <a:lnTo>
                    <a:pt x="392" y="88"/>
                  </a:lnTo>
                  <a:lnTo>
                    <a:pt x="352" y="80"/>
                  </a:lnTo>
                  <a:lnTo>
                    <a:pt x="352" y="64"/>
                  </a:lnTo>
                  <a:lnTo>
                    <a:pt x="360" y="48"/>
                  </a:lnTo>
                  <a:lnTo>
                    <a:pt x="336" y="40"/>
                  </a:lnTo>
                  <a:lnTo>
                    <a:pt x="272" y="56"/>
                  </a:lnTo>
                  <a:lnTo>
                    <a:pt x="248" y="32"/>
                  </a:lnTo>
                  <a:lnTo>
                    <a:pt x="208" y="32"/>
                  </a:lnTo>
                  <a:lnTo>
                    <a:pt x="192" y="24"/>
                  </a:lnTo>
                  <a:lnTo>
                    <a:pt x="144" y="0"/>
                  </a:lnTo>
                  <a:lnTo>
                    <a:pt x="128" y="16"/>
                  </a:lnTo>
                  <a:lnTo>
                    <a:pt x="112" y="40"/>
                  </a:lnTo>
                  <a:lnTo>
                    <a:pt x="80" y="32"/>
                  </a:lnTo>
                  <a:lnTo>
                    <a:pt x="40" y="32"/>
                  </a:lnTo>
                  <a:lnTo>
                    <a:pt x="8" y="48"/>
                  </a:lnTo>
                  <a:lnTo>
                    <a:pt x="0" y="64"/>
                  </a:lnTo>
                  <a:lnTo>
                    <a:pt x="8" y="72"/>
                  </a:lnTo>
                  <a:lnTo>
                    <a:pt x="32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3" name="Freeform 684"/>
            <p:cNvSpPr>
              <a:spLocks/>
            </p:cNvSpPr>
            <p:nvPr/>
          </p:nvSpPr>
          <p:spPr bwMode="auto">
            <a:xfrm>
              <a:off x="5825981" y="3046465"/>
              <a:ext cx="139271" cy="64700"/>
            </a:xfrm>
            <a:custGeom>
              <a:avLst/>
              <a:gdLst>
                <a:gd name="T0" fmla="*/ 2147483647 w 104"/>
                <a:gd name="T1" fmla="*/ 2147483647 h 48"/>
                <a:gd name="T2" fmla="*/ 2147483647 w 104"/>
                <a:gd name="T3" fmla="*/ 2147483647 h 48"/>
                <a:gd name="T4" fmla="*/ 2147483647 w 104"/>
                <a:gd name="T5" fmla="*/ 0 h 48"/>
                <a:gd name="T6" fmla="*/ 2147483647 w 104"/>
                <a:gd name="T7" fmla="*/ 0 h 48"/>
                <a:gd name="T8" fmla="*/ 0 w 104"/>
                <a:gd name="T9" fmla="*/ 2147483647 h 48"/>
                <a:gd name="T10" fmla="*/ 2147483647 w 104"/>
                <a:gd name="T11" fmla="*/ 2147483647 h 48"/>
                <a:gd name="T12" fmla="*/ 2147483647 w 104"/>
                <a:gd name="T13" fmla="*/ 2147483647 h 48"/>
                <a:gd name="T14" fmla="*/ 2147483647 w 104"/>
                <a:gd name="T15" fmla="*/ 2147483647 h 48"/>
                <a:gd name="T16" fmla="*/ 2147483647 w 104"/>
                <a:gd name="T17" fmla="*/ 2147483647 h 48"/>
                <a:gd name="T18" fmla="*/ 2147483647 w 104"/>
                <a:gd name="T19" fmla="*/ 2147483647 h 48"/>
                <a:gd name="T20" fmla="*/ 2147483647 w 104"/>
                <a:gd name="T21" fmla="*/ 2147483647 h 48"/>
                <a:gd name="T22" fmla="*/ 2147483647 w 104"/>
                <a:gd name="T23" fmla="*/ 2147483647 h 48"/>
                <a:gd name="T24" fmla="*/ 2147483647 w 104"/>
                <a:gd name="T25" fmla="*/ 2147483647 h 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4"/>
                <a:gd name="T40" fmla="*/ 0 h 48"/>
                <a:gd name="T41" fmla="*/ 104 w 104"/>
                <a:gd name="T42" fmla="*/ 48 h 4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4" h="48">
                  <a:moveTo>
                    <a:pt x="72" y="24"/>
                  </a:moveTo>
                  <a:lnTo>
                    <a:pt x="48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40" y="40"/>
                  </a:lnTo>
                  <a:lnTo>
                    <a:pt x="72" y="40"/>
                  </a:lnTo>
                  <a:lnTo>
                    <a:pt x="88" y="48"/>
                  </a:lnTo>
                  <a:lnTo>
                    <a:pt x="96" y="48"/>
                  </a:lnTo>
                  <a:lnTo>
                    <a:pt x="104" y="32"/>
                  </a:lnTo>
                  <a:lnTo>
                    <a:pt x="96" y="24"/>
                  </a:lnTo>
                  <a:lnTo>
                    <a:pt x="72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Freeform 685"/>
            <p:cNvSpPr>
              <a:spLocks/>
            </p:cNvSpPr>
            <p:nvPr/>
          </p:nvSpPr>
          <p:spPr bwMode="auto">
            <a:xfrm>
              <a:off x="5965252" y="2542022"/>
              <a:ext cx="536245" cy="267574"/>
            </a:xfrm>
            <a:custGeom>
              <a:avLst/>
              <a:gdLst>
                <a:gd name="T0" fmla="*/ 2147483647 w 400"/>
                <a:gd name="T1" fmla="*/ 2147483647 h 200"/>
                <a:gd name="T2" fmla="*/ 2147483647 w 400"/>
                <a:gd name="T3" fmla="*/ 2147483647 h 200"/>
                <a:gd name="T4" fmla="*/ 2147483647 w 400"/>
                <a:gd name="T5" fmla="*/ 2147483647 h 200"/>
                <a:gd name="T6" fmla="*/ 2147483647 w 400"/>
                <a:gd name="T7" fmla="*/ 2147483647 h 200"/>
                <a:gd name="T8" fmla="*/ 2147483647 w 400"/>
                <a:gd name="T9" fmla="*/ 2147483647 h 200"/>
                <a:gd name="T10" fmla="*/ 2147483647 w 400"/>
                <a:gd name="T11" fmla="*/ 2147483647 h 200"/>
                <a:gd name="T12" fmla="*/ 2147483647 w 400"/>
                <a:gd name="T13" fmla="*/ 2147483647 h 200"/>
                <a:gd name="T14" fmla="*/ 2147483647 w 400"/>
                <a:gd name="T15" fmla="*/ 2147483647 h 200"/>
                <a:gd name="T16" fmla="*/ 2147483647 w 400"/>
                <a:gd name="T17" fmla="*/ 2147483647 h 200"/>
                <a:gd name="T18" fmla="*/ 2147483647 w 400"/>
                <a:gd name="T19" fmla="*/ 2147483647 h 200"/>
                <a:gd name="T20" fmla="*/ 2147483647 w 400"/>
                <a:gd name="T21" fmla="*/ 2147483647 h 200"/>
                <a:gd name="T22" fmla="*/ 2147483647 w 400"/>
                <a:gd name="T23" fmla="*/ 2147483647 h 200"/>
                <a:gd name="T24" fmla="*/ 2147483647 w 400"/>
                <a:gd name="T25" fmla="*/ 2147483647 h 200"/>
                <a:gd name="T26" fmla="*/ 2147483647 w 400"/>
                <a:gd name="T27" fmla="*/ 2147483647 h 200"/>
                <a:gd name="T28" fmla="*/ 2147483647 w 400"/>
                <a:gd name="T29" fmla="*/ 2147483647 h 200"/>
                <a:gd name="T30" fmla="*/ 2147483647 w 400"/>
                <a:gd name="T31" fmla="*/ 2147483647 h 200"/>
                <a:gd name="T32" fmla="*/ 2147483647 w 400"/>
                <a:gd name="T33" fmla="*/ 2147483647 h 200"/>
                <a:gd name="T34" fmla="*/ 2147483647 w 400"/>
                <a:gd name="T35" fmla="*/ 2147483647 h 200"/>
                <a:gd name="T36" fmla="*/ 2147483647 w 400"/>
                <a:gd name="T37" fmla="*/ 2147483647 h 200"/>
                <a:gd name="T38" fmla="*/ 2147483647 w 400"/>
                <a:gd name="T39" fmla="*/ 2147483647 h 200"/>
                <a:gd name="T40" fmla="*/ 2147483647 w 400"/>
                <a:gd name="T41" fmla="*/ 2147483647 h 200"/>
                <a:gd name="T42" fmla="*/ 2147483647 w 400"/>
                <a:gd name="T43" fmla="*/ 0 h 200"/>
                <a:gd name="T44" fmla="*/ 2147483647 w 400"/>
                <a:gd name="T45" fmla="*/ 2147483647 h 200"/>
                <a:gd name="T46" fmla="*/ 2147483647 w 400"/>
                <a:gd name="T47" fmla="*/ 2147483647 h 200"/>
                <a:gd name="T48" fmla="*/ 2147483647 w 400"/>
                <a:gd name="T49" fmla="*/ 2147483647 h 200"/>
                <a:gd name="T50" fmla="*/ 2147483647 w 400"/>
                <a:gd name="T51" fmla="*/ 2147483647 h 200"/>
                <a:gd name="T52" fmla="*/ 2147483647 w 400"/>
                <a:gd name="T53" fmla="*/ 2147483647 h 200"/>
                <a:gd name="T54" fmla="*/ 0 w 400"/>
                <a:gd name="T55" fmla="*/ 2147483647 h 200"/>
                <a:gd name="T56" fmla="*/ 2147483647 w 400"/>
                <a:gd name="T57" fmla="*/ 2147483647 h 200"/>
                <a:gd name="T58" fmla="*/ 2147483647 w 400"/>
                <a:gd name="T59" fmla="*/ 2147483647 h 20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400"/>
                <a:gd name="T91" fmla="*/ 0 h 200"/>
                <a:gd name="T92" fmla="*/ 400 w 400"/>
                <a:gd name="T93" fmla="*/ 200 h 20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400" h="200">
                  <a:moveTo>
                    <a:pt x="32" y="80"/>
                  </a:moveTo>
                  <a:lnTo>
                    <a:pt x="32" y="120"/>
                  </a:lnTo>
                  <a:lnTo>
                    <a:pt x="88" y="136"/>
                  </a:lnTo>
                  <a:lnTo>
                    <a:pt x="120" y="176"/>
                  </a:lnTo>
                  <a:lnTo>
                    <a:pt x="168" y="176"/>
                  </a:lnTo>
                  <a:lnTo>
                    <a:pt x="208" y="200"/>
                  </a:lnTo>
                  <a:lnTo>
                    <a:pt x="256" y="168"/>
                  </a:lnTo>
                  <a:lnTo>
                    <a:pt x="296" y="168"/>
                  </a:lnTo>
                  <a:lnTo>
                    <a:pt x="304" y="136"/>
                  </a:lnTo>
                  <a:lnTo>
                    <a:pt x="336" y="128"/>
                  </a:lnTo>
                  <a:lnTo>
                    <a:pt x="360" y="112"/>
                  </a:lnTo>
                  <a:lnTo>
                    <a:pt x="400" y="104"/>
                  </a:lnTo>
                  <a:lnTo>
                    <a:pt x="392" y="88"/>
                  </a:lnTo>
                  <a:lnTo>
                    <a:pt x="352" y="80"/>
                  </a:lnTo>
                  <a:lnTo>
                    <a:pt x="352" y="64"/>
                  </a:lnTo>
                  <a:lnTo>
                    <a:pt x="360" y="48"/>
                  </a:lnTo>
                  <a:lnTo>
                    <a:pt x="336" y="40"/>
                  </a:lnTo>
                  <a:lnTo>
                    <a:pt x="272" y="56"/>
                  </a:lnTo>
                  <a:lnTo>
                    <a:pt x="248" y="32"/>
                  </a:lnTo>
                  <a:lnTo>
                    <a:pt x="208" y="32"/>
                  </a:lnTo>
                  <a:lnTo>
                    <a:pt x="192" y="24"/>
                  </a:lnTo>
                  <a:lnTo>
                    <a:pt x="144" y="0"/>
                  </a:lnTo>
                  <a:lnTo>
                    <a:pt x="128" y="16"/>
                  </a:lnTo>
                  <a:lnTo>
                    <a:pt x="112" y="40"/>
                  </a:lnTo>
                  <a:lnTo>
                    <a:pt x="80" y="32"/>
                  </a:lnTo>
                  <a:lnTo>
                    <a:pt x="40" y="32"/>
                  </a:lnTo>
                  <a:lnTo>
                    <a:pt x="8" y="48"/>
                  </a:lnTo>
                  <a:lnTo>
                    <a:pt x="0" y="64"/>
                  </a:lnTo>
                  <a:lnTo>
                    <a:pt x="8" y="72"/>
                  </a:lnTo>
                  <a:lnTo>
                    <a:pt x="32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Freeform 686"/>
            <p:cNvSpPr>
              <a:spLocks/>
            </p:cNvSpPr>
            <p:nvPr/>
          </p:nvSpPr>
          <p:spPr bwMode="auto">
            <a:xfrm>
              <a:off x="4815998" y="1897212"/>
              <a:ext cx="183135" cy="398071"/>
            </a:xfrm>
            <a:custGeom>
              <a:avLst/>
              <a:gdLst>
                <a:gd name="T0" fmla="*/ 2147483647 w 136"/>
                <a:gd name="T1" fmla="*/ 2147483647 h 296"/>
                <a:gd name="T2" fmla="*/ 2147483647 w 136"/>
                <a:gd name="T3" fmla="*/ 2147483647 h 296"/>
                <a:gd name="T4" fmla="*/ 2147483647 w 136"/>
                <a:gd name="T5" fmla="*/ 2147483647 h 296"/>
                <a:gd name="T6" fmla="*/ 2147483647 w 136"/>
                <a:gd name="T7" fmla="*/ 2147483647 h 296"/>
                <a:gd name="T8" fmla="*/ 2147483647 w 136"/>
                <a:gd name="T9" fmla="*/ 2147483647 h 296"/>
                <a:gd name="T10" fmla="*/ 2147483647 w 136"/>
                <a:gd name="T11" fmla="*/ 2147483647 h 296"/>
                <a:gd name="T12" fmla="*/ 2147483647 w 136"/>
                <a:gd name="T13" fmla="*/ 2147483647 h 296"/>
                <a:gd name="T14" fmla="*/ 2147483647 w 136"/>
                <a:gd name="T15" fmla="*/ 2147483647 h 296"/>
                <a:gd name="T16" fmla="*/ 2147483647 w 136"/>
                <a:gd name="T17" fmla="*/ 2147483647 h 296"/>
                <a:gd name="T18" fmla="*/ 2147483647 w 136"/>
                <a:gd name="T19" fmla="*/ 2147483647 h 296"/>
                <a:gd name="T20" fmla="*/ 2147483647 w 136"/>
                <a:gd name="T21" fmla="*/ 2147483647 h 296"/>
                <a:gd name="T22" fmla="*/ 2147483647 w 136"/>
                <a:gd name="T23" fmla="*/ 2147483647 h 296"/>
                <a:gd name="T24" fmla="*/ 2147483647 w 136"/>
                <a:gd name="T25" fmla="*/ 2147483647 h 296"/>
                <a:gd name="T26" fmla="*/ 2147483647 w 136"/>
                <a:gd name="T27" fmla="*/ 2147483647 h 296"/>
                <a:gd name="T28" fmla="*/ 2147483647 w 136"/>
                <a:gd name="T29" fmla="*/ 2147483647 h 296"/>
                <a:gd name="T30" fmla="*/ 2147483647 w 136"/>
                <a:gd name="T31" fmla="*/ 2147483647 h 296"/>
                <a:gd name="T32" fmla="*/ 2147483647 w 136"/>
                <a:gd name="T33" fmla="*/ 2147483647 h 296"/>
                <a:gd name="T34" fmla="*/ 2147483647 w 136"/>
                <a:gd name="T35" fmla="*/ 0 h 296"/>
                <a:gd name="T36" fmla="*/ 2147483647 w 136"/>
                <a:gd name="T37" fmla="*/ 0 h 296"/>
                <a:gd name="T38" fmla="*/ 2147483647 w 136"/>
                <a:gd name="T39" fmla="*/ 2147483647 h 296"/>
                <a:gd name="T40" fmla="*/ 2147483647 w 136"/>
                <a:gd name="T41" fmla="*/ 2147483647 h 296"/>
                <a:gd name="T42" fmla="*/ 2147483647 w 136"/>
                <a:gd name="T43" fmla="*/ 2147483647 h 296"/>
                <a:gd name="T44" fmla="*/ 2147483647 w 136"/>
                <a:gd name="T45" fmla="*/ 2147483647 h 296"/>
                <a:gd name="T46" fmla="*/ 2147483647 w 136"/>
                <a:gd name="T47" fmla="*/ 2147483647 h 296"/>
                <a:gd name="T48" fmla="*/ 2147483647 w 136"/>
                <a:gd name="T49" fmla="*/ 2147483647 h 296"/>
                <a:gd name="T50" fmla="*/ 2147483647 w 136"/>
                <a:gd name="T51" fmla="*/ 2147483647 h 296"/>
                <a:gd name="T52" fmla="*/ 2147483647 w 136"/>
                <a:gd name="T53" fmla="*/ 2147483647 h 296"/>
                <a:gd name="T54" fmla="*/ 0 w 136"/>
                <a:gd name="T55" fmla="*/ 2147483647 h 296"/>
                <a:gd name="T56" fmla="*/ 2147483647 w 136"/>
                <a:gd name="T57" fmla="*/ 2147483647 h 296"/>
                <a:gd name="T58" fmla="*/ 2147483647 w 136"/>
                <a:gd name="T59" fmla="*/ 2147483647 h 296"/>
                <a:gd name="T60" fmla="*/ 2147483647 w 136"/>
                <a:gd name="T61" fmla="*/ 2147483647 h 296"/>
                <a:gd name="T62" fmla="*/ 2147483647 w 136"/>
                <a:gd name="T63" fmla="*/ 2147483647 h 296"/>
                <a:gd name="T64" fmla="*/ 2147483647 w 136"/>
                <a:gd name="T65" fmla="*/ 2147483647 h 296"/>
                <a:gd name="T66" fmla="*/ 2147483647 w 136"/>
                <a:gd name="T67" fmla="*/ 2147483647 h 296"/>
                <a:gd name="T68" fmla="*/ 2147483647 w 136"/>
                <a:gd name="T69" fmla="*/ 2147483647 h 296"/>
                <a:gd name="T70" fmla="*/ 2147483647 w 136"/>
                <a:gd name="T71" fmla="*/ 2147483647 h 296"/>
                <a:gd name="T72" fmla="*/ 2147483647 w 136"/>
                <a:gd name="T73" fmla="*/ 2147483647 h 296"/>
                <a:gd name="T74" fmla="*/ 2147483647 w 136"/>
                <a:gd name="T75" fmla="*/ 2147483647 h 296"/>
                <a:gd name="T76" fmla="*/ 2147483647 w 136"/>
                <a:gd name="T77" fmla="*/ 2147483647 h 296"/>
                <a:gd name="T78" fmla="*/ 2147483647 w 136"/>
                <a:gd name="T79" fmla="*/ 2147483647 h 296"/>
                <a:gd name="T80" fmla="*/ 2147483647 w 136"/>
                <a:gd name="T81" fmla="*/ 2147483647 h 296"/>
                <a:gd name="T82" fmla="*/ 2147483647 w 136"/>
                <a:gd name="T83" fmla="*/ 2147483647 h 296"/>
                <a:gd name="T84" fmla="*/ 2147483647 w 136"/>
                <a:gd name="T85" fmla="*/ 2147483647 h 296"/>
                <a:gd name="T86" fmla="*/ 2147483647 w 136"/>
                <a:gd name="T87" fmla="*/ 2147483647 h 296"/>
                <a:gd name="T88" fmla="*/ 2147483647 w 136"/>
                <a:gd name="T89" fmla="*/ 2147483647 h 296"/>
                <a:gd name="T90" fmla="*/ 2147483647 w 136"/>
                <a:gd name="T91" fmla="*/ 2147483647 h 296"/>
                <a:gd name="T92" fmla="*/ 2147483647 w 136"/>
                <a:gd name="T93" fmla="*/ 2147483647 h 296"/>
                <a:gd name="T94" fmla="*/ 2147483647 w 136"/>
                <a:gd name="T95" fmla="*/ 2147483647 h 296"/>
                <a:gd name="T96" fmla="*/ 2147483647 w 136"/>
                <a:gd name="T97" fmla="*/ 2147483647 h 296"/>
                <a:gd name="T98" fmla="*/ 2147483647 w 136"/>
                <a:gd name="T99" fmla="*/ 2147483647 h 296"/>
                <a:gd name="T100" fmla="*/ 2147483647 w 136"/>
                <a:gd name="T101" fmla="*/ 2147483647 h 296"/>
                <a:gd name="T102" fmla="*/ 2147483647 w 136"/>
                <a:gd name="T103" fmla="*/ 2147483647 h 296"/>
                <a:gd name="T104" fmla="*/ 2147483647 w 136"/>
                <a:gd name="T105" fmla="*/ 2147483647 h 29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6"/>
                <a:gd name="T160" fmla="*/ 0 h 296"/>
                <a:gd name="T161" fmla="*/ 136 w 136"/>
                <a:gd name="T162" fmla="*/ 296 h 29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6" h="296">
                  <a:moveTo>
                    <a:pt x="136" y="216"/>
                  </a:moveTo>
                  <a:lnTo>
                    <a:pt x="128" y="216"/>
                  </a:lnTo>
                  <a:lnTo>
                    <a:pt x="120" y="208"/>
                  </a:lnTo>
                  <a:lnTo>
                    <a:pt x="128" y="184"/>
                  </a:lnTo>
                  <a:lnTo>
                    <a:pt x="120" y="176"/>
                  </a:lnTo>
                  <a:lnTo>
                    <a:pt x="120" y="168"/>
                  </a:lnTo>
                  <a:lnTo>
                    <a:pt x="120" y="160"/>
                  </a:lnTo>
                  <a:lnTo>
                    <a:pt x="112" y="152"/>
                  </a:lnTo>
                  <a:lnTo>
                    <a:pt x="120" y="144"/>
                  </a:lnTo>
                  <a:lnTo>
                    <a:pt x="112" y="104"/>
                  </a:lnTo>
                  <a:lnTo>
                    <a:pt x="120" y="80"/>
                  </a:lnTo>
                  <a:lnTo>
                    <a:pt x="112" y="64"/>
                  </a:lnTo>
                  <a:lnTo>
                    <a:pt x="104" y="56"/>
                  </a:lnTo>
                  <a:lnTo>
                    <a:pt x="104" y="40"/>
                  </a:lnTo>
                  <a:lnTo>
                    <a:pt x="104" y="32"/>
                  </a:lnTo>
                  <a:lnTo>
                    <a:pt x="112" y="24"/>
                  </a:lnTo>
                  <a:lnTo>
                    <a:pt x="112" y="8"/>
                  </a:lnTo>
                  <a:lnTo>
                    <a:pt x="96" y="0"/>
                  </a:lnTo>
                  <a:lnTo>
                    <a:pt x="80" y="0"/>
                  </a:lnTo>
                  <a:lnTo>
                    <a:pt x="72" y="8"/>
                  </a:lnTo>
                  <a:lnTo>
                    <a:pt x="64" y="32"/>
                  </a:lnTo>
                  <a:lnTo>
                    <a:pt x="48" y="40"/>
                  </a:lnTo>
                  <a:lnTo>
                    <a:pt x="32" y="40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8" y="24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16" y="48"/>
                  </a:lnTo>
                  <a:lnTo>
                    <a:pt x="24" y="56"/>
                  </a:lnTo>
                  <a:lnTo>
                    <a:pt x="32" y="56"/>
                  </a:lnTo>
                  <a:lnTo>
                    <a:pt x="40" y="72"/>
                  </a:lnTo>
                  <a:lnTo>
                    <a:pt x="40" y="88"/>
                  </a:lnTo>
                  <a:lnTo>
                    <a:pt x="40" y="104"/>
                  </a:lnTo>
                  <a:lnTo>
                    <a:pt x="40" y="112"/>
                  </a:lnTo>
                  <a:lnTo>
                    <a:pt x="40" y="120"/>
                  </a:lnTo>
                  <a:lnTo>
                    <a:pt x="40" y="136"/>
                  </a:lnTo>
                  <a:lnTo>
                    <a:pt x="40" y="144"/>
                  </a:lnTo>
                  <a:lnTo>
                    <a:pt x="48" y="144"/>
                  </a:lnTo>
                  <a:lnTo>
                    <a:pt x="56" y="160"/>
                  </a:lnTo>
                  <a:lnTo>
                    <a:pt x="40" y="192"/>
                  </a:lnTo>
                  <a:lnTo>
                    <a:pt x="16" y="208"/>
                  </a:lnTo>
                  <a:lnTo>
                    <a:pt x="8" y="232"/>
                  </a:lnTo>
                  <a:lnTo>
                    <a:pt x="8" y="264"/>
                  </a:lnTo>
                  <a:lnTo>
                    <a:pt x="16" y="280"/>
                  </a:lnTo>
                  <a:lnTo>
                    <a:pt x="24" y="288"/>
                  </a:lnTo>
                  <a:lnTo>
                    <a:pt x="32" y="296"/>
                  </a:lnTo>
                  <a:lnTo>
                    <a:pt x="48" y="296"/>
                  </a:lnTo>
                  <a:lnTo>
                    <a:pt x="80" y="288"/>
                  </a:lnTo>
                  <a:lnTo>
                    <a:pt x="88" y="288"/>
                  </a:lnTo>
                  <a:lnTo>
                    <a:pt x="136" y="232"/>
                  </a:lnTo>
                  <a:lnTo>
                    <a:pt x="136" y="2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6" name="Freeform 687"/>
            <p:cNvSpPr>
              <a:spLocks/>
            </p:cNvSpPr>
            <p:nvPr/>
          </p:nvSpPr>
          <p:spPr bwMode="auto">
            <a:xfrm>
              <a:off x="5010098" y="2531056"/>
              <a:ext cx="9870" cy="10966"/>
            </a:xfrm>
            <a:custGeom>
              <a:avLst/>
              <a:gdLst>
                <a:gd name="T0" fmla="*/ 2147483647 w 8"/>
                <a:gd name="T1" fmla="*/ 2147483647 h 8"/>
                <a:gd name="T2" fmla="*/ 0 w 8"/>
                <a:gd name="T3" fmla="*/ 0 h 8"/>
                <a:gd name="T4" fmla="*/ 0 w 8"/>
                <a:gd name="T5" fmla="*/ 2147483647 h 8"/>
                <a:gd name="T6" fmla="*/ 2147483647 w 8"/>
                <a:gd name="T7" fmla="*/ 2147483647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8"/>
                <a:gd name="T14" fmla="*/ 8 w 8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8">
                  <a:moveTo>
                    <a:pt x="8" y="8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7" name="Freeform 688"/>
            <p:cNvSpPr>
              <a:spLocks/>
            </p:cNvSpPr>
            <p:nvPr/>
          </p:nvSpPr>
          <p:spPr bwMode="auto">
            <a:xfrm>
              <a:off x="4934432" y="1446502"/>
              <a:ext cx="2597884" cy="1395993"/>
            </a:xfrm>
            <a:custGeom>
              <a:avLst/>
              <a:gdLst>
                <a:gd name="T0" fmla="*/ 2147483647 w 1936"/>
                <a:gd name="T1" fmla="*/ 2147483647 h 1040"/>
                <a:gd name="T2" fmla="*/ 2147483647 w 1936"/>
                <a:gd name="T3" fmla="*/ 2147483647 h 1040"/>
                <a:gd name="T4" fmla="*/ 2147483647 w 1936"/>
                <a:gd name="T5" fmla="*/ 2147483647 h 1040"/>
                <a:gd name="T6" fmla="*/ 2147483647 w 1936"/>
                <a:gd name="T7" fmla="*/ 2147483647 h 1040"/>
                <a:gd name="T8" fmla="*/ 2147483647 w 1936"/>
                <a:gd name="T9" fmla="*/ 2147483647 h 1040"/>
                <a:gd name="T10" fmla="*/ 2147483647 w 1936"/>
                <a:gd name="T11" fmla="*/ 2147483647 h 1040"/>
                <a:gd name="T12" fmla="*/ 2147483647 w 1936"/>
                <a:gd name="T13" fmla="*/ 2147483647 h 1040"/>
                <a:gd name="T14" fmla="*/ 2147483647 w 1936"/>
                <a:gd name="T15" fmla="*/ 2147483647 h 1040"/>
                <a:gd name="T16" fmla="*/ 2147483647 w 1936"/>
                <a:gd name="T17" fmla="*/ 2147483647 h 1040"/>
                <a:gd name="T18" fmla="*/ 2147483647 w 1936"/>
                <a:gd name="T19" fmla="*/ 2147483647 h 1040"/>
                <a:gd name="T20" fmla="*/ 2147483647 w 1936"/>
                <a:gd name="T21" fmla="*/ 2147483647 h 1040"/>
                <a:gd name="T22" fmla="*/ 2147483647 w 1936"/>
                <a:gd name="T23" fmla="*/ 2147483647 h 1040"/>
                <a:gd name="T24" fmla="*/ 2147483647 w 1936"/>
                <a:gd name="T25" fmla="*/ 2147483647 h 1040"/>
                <a:gd name="T26" fmla="*/ 2147483647 w 1936"/>
                <a:gd name="T27" fmla="*/ 2147483647 h 1040"/>
                <a:gd name="T28" fmla="*/ 2147483647 w 1936"/>
                <a:gd name="T29" fmla="*/ 2147483647 h 1040"/>
                <a:gd name="T30" fmla="*/ 2147483647 w 1936"/>
                <a:gd name="T31" fmla="*/ 2147483647 h 1040"/>
                <a:gd name="T32" fmla="*/ 2147483647 w 1936"/>
                <a:gd name="T33" fmla="*/ 2147483647 h 1040"/>
                <a:gd name="T34" fmla="*/ 2147483647 w 1936"/>
                <a:gd name="T35" fmla="*/ 2147483647 h 1040"/>
                <a:gd name="T36" fmla="*/ 2147483647 w 1936"/>
                <a:gd name="T37" fmla="*/ 2147483647 h 1040"/>
                <a:gd name="T38" fmla="*/ 2147483647 w 1936"/>
                <a:gd name="T39" fmla="*/ 2147483647 h 1040"/>
                <a:gd name="T40" fmla="*/ 2147483647 w 1936"/>
                <a:gd name="T41" fmla="*/ 2147483647 h 1040"/>
                <a:gd name="T42" fmla="*/ 2147483647 w 1936"/>
                <a:gd name="T43" fmla="*/ 2147483647 h 1040"/>
                <a:gd name="T44" fmla="*/ 2147483647 w 1936"/>
                <a:gd name="T45" fmla="*/ 2147483647 h 1040"/>
                <a:gd name="T46" fmla="*/ 2147483647 w 1936"/>
                <a:gd name="T47" fmla="*/ 2147483647 h 1040"/>
                <a:gd name="T48" fmla="*/ 2147483647 w 1936"/>
                <a:gd name="T49" fmla="*/ 2147483647 h 1040"/>
                <a:gd name="T50" fmla="*/ 2147483647 w 1936"/>
                <a:gd name="T51" fmla="*/ 2147483647 h 1040"/>
                <a:gd name="T52" fmla="*/ 2147483647 w 1936"/>
                <a:gd name="T53" fmla="*/ 2147483647 h 1040"/>
                <a:gd name="T54" fmla="*/ 2147483647 w 1936"/>
                <a:gd name="T55" fmla="*/ 2147483647 h 1040"/>
                <a:gd name="T56" fmla="*/ 2147483647 w 1936"/>
                <a:gd name="T57" fmla="*/ 2147483647 h 1040"/>
                <a:gd name="T58" fmla="*/ 2147483647 w 1936"/>
                <a:gd name="T59" fmla="*/ 2147483647 h 1040"/>
                <a:gd name="T60" fmla="*/ 2147483647 w 1936"/>
                <a:gd name="T61" fmla="*/ 2147483647 h 1040"/>
                <a:gd name="T62" fmla="*/ 2147483647 w 1936"/>
                <a:gd name="T63" fmla="*/ 2147483647 h 1040"/>
                <a:gd name="T64" fmla="*/ 2147483647 w 1936"/>
                <a:gd name="T65" fmla="*/ 2147483647 h 1040"/>
                <a:gd name="T66" fmla="*/ 2147483647 w 1936"/>
                <a:gd name="T67" fmla="*/ 2147483647 h 1040"/>
                <a:gd name="T68" fmla="*/ 2147483647 w 1936"/>
                <a:gd name="T69" fmla="*/ 2147483647 h 1040"/>
                <a:gd name="T70" fmla="*/ 2147483647 w 1936"/>
                <a:gd name="T71" fmla="*/ 2147483647 h 1040"/>
                <a:gd name="T72" fmla="*/ 2147483647 w 1936"/>
                <a:gd name="T73" fmla="*/ 2147483647 h 1040"/>
                <a:gd name="T74" fmla="*/ 2147483647 w 1936"/>
                <a:gd name="T75" fmla="*/ 2147483647 h 1040"/>
                <a:gd name="T76" fmla="*/ 2147483647 w 1936"/>
                <a:gd name="T77" fmla="*/ 2147483647 h 1040"/>
                <a:gd name="T78" fmla="*/ 2147483647 w 1936"/>
                <a:gd name="T79" fmla="*/ 2147483647 h 1040"/>
                <a:gd name="T80" fmla="*/ 2147483647 w 1936"/>
                <a:gd name="T81" fmla="*/ 2147483647 h 1040"/>
                <a:gd name="T82" fmla="*/ 2147483647 w 1936"/>
                <a:gd name="T83" fmla="*/ 2147483647 h 1040"/>
                <a:gd name="T84" fmla="*/ 2147483647 w 1936"/>
                <a:gd name="T85" fmla="*/ 2147483647 h 1040"/>
                <a:gd name="T86" fmla="*/ 2147483647 w 1936"/>
                <a:gd name="T87" fmla="*/ 2147483647 h 1040"/>
                <a:gd name="T88" fmla="*/ 2147483647 w 1936"/>
                <a:gd name="T89" fmla="*/ 2147483647 h 1040"/>
                <a:gd name="T90" fmla="*/ 2147483647 w 1936"/>
                <a:gd name="T91" fmla="*/ 2147483647 h 1040"/>
                <a:gd name="T92" fmla="*/ 2147483647 w 1936"/>
                <a:gd name="T93" fmla="*/ 2147483647 h 1040"/>
                <a:gd name="T94" fmla="*/ 2147483647 w 1936"/>
                <a:gd name="T95" fmla="*/ 2147483647 h 1040"/>
                <a:gd name="T96" fmla="*/ 2147483647 w 1936"/>
                <a:gd name="T97" fmla="*/ 2147483647 h 1040"/>
                <a:gd name="T98" fmla="*/ 2147483647 w 1936"/>
                <a:gd name="T99" fmla="*/ 2147483647 h 1040"/>
                <a:gd name="T100" fmla="*/ 2147483647 w 1936"/>
                <a:gd name="T101" fmla="*/ 2147483647 h 1040"/>
                <a:gd name="T102" fmla="*/ 2147483647 w 1936"/>
                <a:gd name="T103" fmla="*/ 2147483647 h 1040"/>
                <a:gd name="T104" fmla="*/ 2147483647 w 1936"/>
                <a:gd name="T105" fmla="*/ 2147483647 h 1040"/>
                <a:gd name="T106" fmla="*/ 2147483647 w 1936"/>
                <a:gd name="T107" fmla="*/ 2147483647 h 1040"/>
                <a:gd name="T108" fmla="*/ 2147483647 w 1936"/>
                <a:gd name="T109" fmla="*/ 2147483647 h 1040"/>
                <a:gd name="T110" fmla="*/ 2147483647 w 1936"/>
                <a:gd name="T111" fmla="*/ 2147483647 h 1040"/>
                <a:gd name="T112" fmla="*/ 2147483647 w 1936"/>
                <a:gd name="T113" fmla="*/ 2147483647 h 1040"/>
                <a:gd name="T114" fmla="*/ 2147483647 w 1936"/>
                <a:gd name="T115" fmla="*/ 2147483647 h 1040"/>
                <a:gd name="T116" fmla="*/ 2147483647 w 1936"/>
                <a:gd name="T117" fmla="*/ 2147483647 h 1040"/>
                <a:gd name="T118" fmla="*/ 2147483647 w 1936"/>
                <a:gd name="T119" fmla="*/ 2147483647 h 1040"/>
                <a:gd name="T120" fmla="*/ 2147483647 w 1936"/>
                <a:gd name="T121" fmla="*/ 2147483647 h 1040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36"/>
                <a:gd name="T184" fmla="*/ 0 h 1040"/>
                <a:gd name="T185" fmla="*/ 1936 w 1936"/>
                <a:gd name="T186" fmla="*/ 1040 h 1040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36" h="1040">
                  <a:moveTo>
                    <a:pt x="1928" y="504"/>
                  </a:moveTo>
                  <a:lnTo>
                    <a:pt x="1936" y="384"/>
                  </a:lnTo>
                  <a:lnTo>
                    <a:pt x="1920" y="376"/>
                  </a:lnTo>
                  <a:lnTo>
                    <a:pt x="1912" y="376"/>
                  </a:lnTo>
                  <a:lnTo>
                    <a:pt x="1896" y="360"/>
                  </a:lnTo>
                  <a:lnTo>
                    <a:pt x="1880" y="352"/>
                  </a:lnTo>
                  <a:lnTo>
                    <a:pt x="1856" y="352"/>
                  </a:lnTo>
                  <a:lnTo>
                    <a:pt x="1840" y="344"/>
                  </a:lnTo>
                  <a:lnTo>
                    <a:pt x="1824" y="344"/>
                  </a:lnTo>
                  <a:lnTo>
                    <a:pt x="1816" y="344"/>
                  </a:lnTo>
                  <a:lnTo>
                    <a:pt x="1824" y="376"/>
                  </a:lnTo>
                  <a:lnTo>
                    <a:pt x="1808" y="384"/>
                  </a:lnTo>
                  <a:lnTo>
                    <a:pt x="1792" y="376"/>
                  </a:lnTo>
                  <a:lnTo>
                    <a:pt x="1784" y="360"/>
                  </a:lnTo>
                  <a:lnTo>
                    <a:pt x="1784" y="352"/>
                  </a:lnTo>
                  <a:lnTo>
                    <a:pt x="1760" y="352"/>
                  </a:lnTo>
                  <a:lnTo>
                    <a:pt x="1752" y="360"/>
                  </a:lnTo>
                  <a:lnTo>
                    <a:pt x="1728" y="352"/>
                  </a:lnTo>
                  <a:lnTo>
                    <a:pt x="1704" y="352"/>
                  </a:lnTo>
                  <a:lnTo>
                    <a:pt x="1696" y="360"/>
                  </a:lnTo>
                  <a:lnTo>
                    <a:pt x="1680" y="344"/>
                  </a:lnTo>
                  <a:lnTo>
                    <a:pt x="1680" y="320"/>
                  </a:lnTo>
                  <a:lnTo>
                    <a:pt x="1656" y="304"/>
                  </a:lnTo>
                  <a:lnTo>
                    <a:pt x="1616" y="304"/>
                  </a:lnTo>
                  <a:lnTo>
                    <a:pt x="1576" y="304"/>
                  </a:lnTo>
                  <a:lnTo>
                    <a:pt x="1576" y="296"/>
                  </a:lnTo>
                  <a:lnTo>
                    <a:pt x="1568" y="288"/>
                  </a:lnTo>
                  <a:lnTo>
                    <a:pt x="1544" y="272"/>
                  </a:lnTo>
                  <a:lnTo>
                    <a:pt x="1544" y="256"/>
                  </a:lnTo>
                  <a:lnTo>
                    <a:pt x="1448" y="232"/>
                  </a:lnTo>
                  <a:lnTo>
                    <a:pt x="1448" y="240"/>
                  </a:lnTo>
                  <a:lnTo>
                    <a:pt x="1424" y="256"/>
                  </a:lnTo>
                  <a:lnTo>
                    <a:pt x="1432" y="280"/>
                  </a:lnTo>
                  <a:lnTo>
                    <a:pt x="1408" y="288"/>
                  </a:lnTo>
                  <a:lnTo>
                    <a:pt x="1392" y="288"/>
                  </a:lnTo>
                  <a:lnTo>
                    <a:pt x="1368" y="280"/>
                  </a:lnTo>
                  <a:lnTo>
                    <a:pt x="1360" y="288"/>
                  </a:lnTo>
                  <a:lnTo>
                    <a:pt x="1344" y="280"/>
                  </a:lnTo>
                  <a:lnTo>
                    <a:pt x="1328" y="272"/>
                  </a:lnTo>
                  <a:lnTo>
                    <a:pt x="1328" y="296"/>
                  </a:lnTo>
                  <a:lnTo>
                    <a:pt x="1312" y="312"/>
                  </a:lnTo>
                  <a:lnTo>
                    <a:pt x="1296" y="288"/>
                  </a:lnTo>
                  <a:lnTo>
                    <a:pt x="1280" y="264"/>
                  </a:lnTo>
                  <a:lnTo>
                    <a:pt x="1296" y="240"/>
                  </a:lnTo>
                  <a:lnTo>
                    <a:pt x="1296" y="224"/>
                  </a:lnTo>
                  <a:lnTo>
                    <a:pt x="1280" y="208"/>
                  </a:lnTo>
                  <a:lnTo>
                    <a:pt x="1264" y="200"/>
                  </a:lnTo>
                  <a:lnTo>
                    <a:pt x="1248" y="200"/>
                  </a:lnTo>
                  <a:lnTo>
                    <a:pt x="1240" y="192"/>
                  </a:lnTo>
                  <a:lnTo>
                    <a:pt x="1224" y="184"/>
                  </a:lnTo>
                  <a:lnTo>
                    <a:pt x="1216" y="200"/>
                  </a:lnTo>
                  <a:lnTo>
                    <a:pt x="1208" y="216"/>
                  </a:lnTo>
                  <a:lnTo>
                    <a:pt x="1168" y="216"/>
                  </a:lnTo>
                  <a:lnTo>
                    <a:pt x="1152" y="208"/>
                  </a:lnTo>
                  <a:lnTo>
                    <a:pt x="1144" y="192"/>
                  </a:lnTo>
                  <a:lnTo>
                    <a:pt x="1112" y="192"/>
                  </a:lnTo>
                  <a:lnTo>
                    <a:pt x="1088" y="208"/>
                  </a:lnTo>
                  <a:lnTo>
                    <a:pt x="1088" y="192"/>
                  </a:lnTo>
                  <a:lnTo>
                    <a:pt x="1072" y="176"/>
                  </a:lnTo>
                  <a:lnTo>
                    <a:pt x="1056" y="176"/>
                  </a:lnTo>
                  <a:lnTo>
                    <a:pt x="1040" y="192"/>
                  </a:lnTo>
                  <a:lnTo>
                    <a:pt x="1016" y="208"/>
                  </a:lnTo>
                  <a:lnTo>
                    <a:pt x="992" y="224"/>
                  </a:lnTo>
                  <a:lnTo>
                    <a:pt x="1008" y="200"/>
                  </a:lnTo>
                  <a:lnTo>
                    <a:pt x="1024" y="192"/>
                  </a:lnTo>
                  <a:lnTo>
                    <a:pt x="1048" y="152"/>
                  </a:lnTo>
                  <a:lnTo>
                    <a:pt x="1064" y="136"/>
                  </a:lnTo>
                  <a:lnTo>
                    <a:pt x="1080" y="112"/>
                  </a:lnTo>
                  <a:lnTo>
                    <a:pt x="1072" y="72"/>
                  </a:lnTo>
                  <a:lnTo>
                    <a:pt x="1040" y="48"/>
                  </a:lnTo>
                  <a:lnTo>
                    <a:pt x="1016" y="40"/>
                  </a:lnTo>
                  <a:lnTo>
                    <a:pt x="1016" y="32"/>
                  </a:lnTo>
                  <a:lnTo>
                    <a:pt x="1000" y="0"/>
                  </a:lnTo>
                  <a:lnTo>
                    <a:pt x="968" y="0"/>
                  </a:lnTo>
                  <a:lnTo>
                    <a:pt x="936" y="32"/>
                  </a:lnTo>
                  <a:lnTo>
                    <a:pt x="928" y="64"/>
                  </a:lnTo>
                  <a:lnTo>
                    <a:pt x="888" y="88"/>
                  </a:lnTo>
                  <a:lnTo>
                    <a:pt x="864" y="72"/>
                  </a:lnTo>
                  <a:lnTo>
                    <a:pt x="824" y="88"/>
                  </a:lnTo>
                  <a:lnTo>
                    <a:pt x="784" y="112"/>
                  </a:lnTo>
                  <a:lnTo>
                    <a:pt x="760" y="136"/>
                  </a:lnTo>
                  <a:lnTo>
                    <a:pt x="752" y="184"/>
                  </a:lnTo>
                  <a:lnTo>
                    <a:pt x="688" y="200"/>
                  </a:lnTo>
                  <a:lnTo>
                    <a:pt x="680" y="216"/>
                  </a:lnTo>
                  <a:lnTo>
                    <a:pt x="680" y="256"/>
                  </a:lnTo>
                  <a:lnTo>
                    <a:pt x="672" y="248"/>
                  </a:lnTo>
                  <a:lnTo>
                    <a:pt x="648" y="240"/>
                  </a:lnTo>
                  <a:lnTo>
                    <a:pt x="632" y="264"/>
                  </a:lnTo>
                  <a:lnTo>
                    <a:pt x="624" y="256"/>
                  </a:lnTo>
                  <a:lnTo>
                    <a:pt x="624" y="248"/>
                  </a:lnTo>
                  <a:lnTo>
                    <a:pt x="608" y="232"/>
                  </a:lnTo>
                  <a:lnTo>
                    <a:pt x="600" y="232"/>
                  </a:lnTo>
                  <a:lnTo>
                    <a:pt x="592" y="256"/>
                  </a:lnTo>
                  <a:lnTo>
                    <a:pt x="592" y="280"/>
                  </a:lnTo>
                  <a:lnTo>
                    <a:pt x="592" y="312"/>
                  </a:lnTo>
                  <a:lnTo>
                    <a:pt x="584" y="320"/>
                  </a:lnTo>
                  <a:lnTo>
                    <a:pt x="576" y="304"/>
                  </a:lnTo>
                  <a:lnTo>
                    <a:pt x="584" y="272"/>
                  </a:lnTo>
                  <a:lnTo>
                    <a:pt x="576" y="248"/>
                  </a:lnTo>
                  <a:lnTo>
                    <a:pt x="576" y="232"/>
                  </a:lnTo>
                  <a:lnTo>
                    <a:pt x="552" y="224"/>
                  </a:lnTo>
                  <a:lnTo>
                    <a:pt x="528" y="224"/>
                  </a:lnTo>
                  <a:lnTo>
                    <a:pt x="512" y="280"/>
                  </a:lnTo>
                  <a:lnTo>
                    <a:pt x="504" y="288"/>
                  </a:lnTo>
                  <a:lnTo>
                    <a:pt x="496" y="304"/>
                  </a:lnTo>
                  <a:lnTo>
                    <a:pt x="504" y="320"/>
                  </a:lnTo>
                  <a:lnTo>
                    <a:pt x="504" y="344"/>
                  </a:lnTo>
                  <a:lnTo>
                    <a:pt x="504" y="352"/>
                  </a:lnTo>
                  <a:lnTo>
                    <a:pt x="528" y="376"/>
                  </a:lnTo>
                  <a:lnTo>
                    <a:pt x="512" y="400"/>
                  </a:lnTo>
                  <a:lnTo>
                    <a:pt x="488" y="376"/>
                  </a:lnTo>
                  <a:lnTo>
                    <a:pt x="456" y="352"/>
                  </a:lnTo>
                  <a:lnTo>
                    <a:pt x="432" y="352"/>
                  </a:lnTo>
                  <a:lnTo>
                    <a:pt x="416" y="352"/>
                  </a:lnTo>
                  <a:lnTo>
                    <a:pt x="416" y="376"/>
                  </a:lnTo>
                  <a:lnTo>
                    <a:pt x="408" y="384"/>
                  </a:lnTo>
                  <a:lnTo>
                    <a:pt x="392" y="376"/>
                  </a:lnTo>
                  <a:lnTo>
                    <a:pt x="376" y="384"/>
                  </a:lnTo>
                  <a:lnTo>
                    <a:pt x="360" y="392"/>
                  </a:lnTo>
                  <a:lnTo>
                    <a:pt x="344" y="392"/>
                  </a:lnTo>
                  <a:lnTo>
                    <a:pt x="336" y="384"/>
                  </a:lnTo>
                  <a:lnTo>
                    <a:pt x="320" y="392"/>
                  </a:lnTo>
                  <a:lnTo>
                    <a:pt x="296" y="408"/>
                  </a:lnTo>
                  <a:lnTo>
                    <a:pt x="264" y="424"/>
                  </a:lnTo>
                  <a:lnTo>
                    <a:pt x="256" y="424"/>
                  </a:lnTo>
                  <a:lnTo>
                    <a:pt x="248" y="448"/>
                  </a:lnTo>
                  <a:lnTo>
                    <a:pt x="240" y="448"/>
                  </a:lnTo>
                  <a:lnTo>
                    <a:pt x="224" y="432"/>
                  </a:lnTo>
                  <a:lnTo>
                    <a:pt x="232" y="424"/>
                  </a:lnTo>
                  <a:lnTo>
                    <a:pt x="240" y="416"/>
                  </a:lnTo>
                  <a:lnTo>
                    <a:pt x="240" y="400"/>
                  </a:lnTo>
                  <a:lnTo>
                    <a:pt x="224" y="392"/>
                  </a:lnTo>
                  <a:lnTo>
                    <a:pt x="216" y="392"/>
                  </a:lnTo>
                  <a:lnTo>
                    <a:pt x="200" y="392"/>
                  </a:lnTo>
                  <a:lnTo>
                    <a:pt x="208" y="408"/>
                  </a:lnTo>
                  <a:lnTo>
                    <a:pt x="208" y="432"/>
                  </a:lnTo>
                  <a:lnTo>
                    <a:pt x="216" y="448"/>
                  </a:lnTo>
                  <a:lnTo>
                    <a:pt x="208" y="472"/>
                  </a:lnTo>
                  <a:lnTo>
                    <a:pt x="200" y="464"/>
                  </a:lnTo>
                  <a:lnTo>
                    <a:pt x="184" y="464"/>
                  </a:lnTo>
                  <a:lnTo>
                    <a:pt x="176" y="472"/>
                  </a:lnTo>
                  <a:lnTo>
                    <a:pt x="160" y="480"/>
                  </a:lnTo>
                  <a:lnTo>
                    <a:pt x="152" y="488"/>
                  </a:lnTo>
                  <a:lnTo>
                    <a:pt x="168" y="520"/>
                  </a:lnTo>
                  <a:lnTo>
                    <a:pt x="160" y="512"/>
                  </a:lnTo>
                  <a:lnTo>
                    <a:pt x="136" y="512"/>
                  </a:lnTo>
                  <a:lnTo>
                    <a:pt x="120" y="504"/>
                  </a:lnTo>
                  <a:lnTo>
                    <a:pt x="120" y="512"/>
                  </a:lnTo>
                  <a:lnTo>
                    <a:pt x="128" y="528"/>
                  </a:lnTo>
                  <a:lnTo>
                    <a:pt x="136" y="536"/>
                  </a:lnTo>
                  <a:lnTo>
                    <a:pt x="128" y="544"/>
                  </a:lnTo>
                  <a:lnTo>
                    <a:pt x="104" y="528"/>
                  </a:lnTo>
                  <a:lnTo>
                    <a:pt x="96" y="520"/>
                  </a:lnTo>
                  <a:lnTo>
                    <a:pt x="96" y="512"/>
                  </a:lnTo>
                  <a:lnTo>
                    <a:pt x="88" y="488"/>
                  </a:lnTo>
                  <a:lnTo>
                    <a:pt x="96" y="480"/>
                  </a:lnTo>
                  <a:lnTo>
                    <a:pt x="96" y="472"/>
                  </a:lnTo>
                  <a:lnTo>
                    <a:pt x="80" y="464"/>
                  </a:lnTo>
                  <a:lnTo>
                    <a:pt x="64" y="448"/>
                  </a:lnTo>
                  <a:lnTo>
                    <a:pt x="56" y="440"/>
                  </a:lnTo>
                  <a:lnTo>
                    <a:pt x="64" y="440"/>
                  </a:lnTo>
                  <a:lnTo>
                    <a:pt x="72" y="448"/>
                  </a:lnTo>
                  <a:lnTo>
                    <a:pt x="88" y="448"/>
                  </a:lnTo>
                  <a:lnTo>
                    <a:pt x="96" y="464"/>
                  </a:lnTo>
                  <a:lnTo>
                    <a:pt x="128" y="472"/>
                  </a:lnTo>
                  <a:lnTo>
                    <a:pt x="152" y="464"/>
                  </a:lnTo>
                  <a:lnTo>
                    <a:pt x="168" y="456"/>
                  </a:lnTo>
                  <a:lnTo>
                    <a:pt x="176" y="432"/>
                  </a:lnTo>
                  <a:lnTo>
                    <a:pt x="144" y="400"/>
                  </a:lnTo>
                  <a:lnTo>
                    <a:pt x="120" y="384"/>
                  </a:lnTo>
                  <a:lnTo>
                    <a:pt x="104" y="368"/>
                  </a:lnTo>
                  <a:lnTo>
                    <a:pt x="80" y="360"/>
                  </a:lnTo>
                  <a:lnTo>
                    <a:pt x="72" y="360"/>
                  </a:lnTo>
                  <a:lnTo>
                    <a:pt x="72" y="344"/>
                  </a:lnTo>
                  <a:lnTo>
                    <a:pt x="56" y="344"/>
                  </a:lnTo>
                  <a:lnTo>
                    <a:pt x="40" y="344"/>
                  </a:lnTo>
                  <a:lnTo>
                    <a:pt x="32" y="352"/>
                  </a:lnTo>
                  <a:lnTo>
                    <a:pt x="16" y="368"/>
                  </a:lnTo>
                  <a:lnTo>
                    <a:pt x="16" y="376"/>
                  </a:lnTo>
                  <a:lnTo>
                    <a:pt x="16" y="384"/>
                  </a:lnTo>
                  <a:lnTo>
                    <a:pt x="8" y="392"/>
                  </a:lnTo>
                  <a:lnTo>
                    <a:pt x="16" y="400"/>
                  </a:lnTo>
                  <a:lnTo>
                    <a:pt x="24" y="408"/>
                  </a:lnTo>
                  <a:lnTo>
                    <a:pt x="32" y="424"/>
                  </a:lnTo>
                  <a:lnTo>
                    <a:pt x="16" y="448"/>
                  </a:lnTo>
                  <a:lnTo>
                    <a:pt x="32" y="488"/>
                  </a:lnTo>
                  <a:lnTo>
                    <a:pt x="24" y="496"/>
                  </a:lnTo>
                  <a:lnTo>
                    <a:pt x="32" y="504"/>
                  </a:lnTo>
                  <a:lnTo>
                    <a:pt x="24" y="504"/>
                  </a:lnTo>
                  <a:lnTo>
                    <a:pt x="32" y="512"/>
                  </a:lnTo>
                  <a:lnTo>
                    <a:pt x="32" y="520"/>
                  </a:lnTo>
                  <a:lnTo>
                    <a:pt x="40" y="528"/>
                  </a:lnTo>
                  <a:lnTo>
                    <a:pt x="32" y="544"/>
                  </a:lnTo>
                  <a:lnTo>
                    <a:pt x="40" y="560"/>
                  </a:lnTo>
                  <a:lnTo>
                    <a:pt x="48" y="560"/>
                  </a:lnTo>
                  <a:lnTo>
                    <a:pt x="48" y="568"/>
                  </a:lnTo>
                  <a:lnTo>
                    <a:pt x="0" y="624"/>
                  </a:lnTo>
                  <a:lnTo>
                    <a:pt x="8" y="624"/>
                  </a:lnTo>
                  <a:lnTo>
                    <a:pt x="16" y="632"/>
                  </a:lnTo>
                  <a:lnTo>
                    <a:pt x="16" y="648"/>
                  </a:lnTo>
                  <a:lnTo>
                    <a:pt x="8" y="648"/>
                  </a:lnTo>
                  <a:lnTo>
                    <a:pt x="8" y="656"/>
                  </a:lnTo>
                  <a:lnTo>
                    <a:pt x="8" y="672"/>
                  </a:lnTo>
                  <a:lnTo>
                    <a:pt x="8" y="680"/>
                  </a:lnTo>
                  <a:lnTo>
                    <a:pt x="0" y="712"/>
                  </a:lnTo>
                  <a:lnTo>
                    <a:pt x="8" y="728"/>
                  </a:lnTo>
                  <a:lnTo>
                    <a:pt x="24" y="736"/>
                  </a:lnTo>
                  <a:lnTo>
                    <a:pt x="40" y="744"/>
                  </a:lnTo>
                  <a:lnTo>
                    <a:pt x="56" y="776"/>
                  </a:lnTo>
                  <a:lnTo>
                    <a:pt x="64" y="784"/>
                  </a:lnTo>
                  <a:lnTo>
                    <a:pt x="64" y="792"/>
                  </a:lnTo>
                  <a:lnTo>
                    <a:pt x="48" y="800"/>
                  </a:lnTo>
                  <a:lnTo>
                    <a:pt x="56" y="816"/>
                  </a:lnTo>
                  <a:lnTo>
                    <a:pt x="64" y="816"/>
                  </a:lnTo>
                  <a:lnTo>
                    <a:pt x="72" y="816"/>
                  </a:lnTo>
                  <a:lnTo>
                    <a:pt x="88" y="832"/>
                  </a:lnTo>
                  <a:lnTo>
                    <a:pt x="136" y="856"/>
                  </a:lnTo>
                  <a:lnTo>
                    <a:pt x="144" y="856"/>
                  </a:lnTo>
                  <a:lnTo>
                    <a:pt x="136" y="872"/>
                  </a:lnTo>
                  <a:lnTo>
                    <a:pt x="128" y="880"/>
                  </a:lnTo>
                  <a:lnTo>
                    <a:pt x="120" y="888"/>
                  </a:lnTo>
                  <a:lnTo>
                    <a:pt x="112" y="896"/>
                  </a:lnTo>
                  <a:lnTo>
                    <a:pt x="128" y="896"/>
                  </a:lnTo>
                  <a:lnTo>
                    <a:pt x="120" y="912"/>
                  </a:lnTo>
                  <a:lnTo>
                    <a:pt x="104" y="928"/>
                  </a:lnTo>
                  <a:lnTo>
                    <a:pt x="120" y="944"/>
                  </a:lnTo>
                  <a:lnTo>
                    <a:pt x="144" y="952"/>
                  </a:lnTo>
                  <a:lnTo>
                    <a:pt x="160" y="976"/>
                  </a:lnTo>
                  <a:lnTo>
                    <a:pt x="160" y="984"/>
                  </a:lnTo>
                  <a:lnTo>
                    <a:pt x="168" y="992"/>
                  </a:lnTo>
                  <a:lnTo>
                    <a:pt x="184" y="992"/>
                  </a:lnTo>
                  <a:lnTo>
                    <a:pt x="192" y="1000"/>
                  </a:lnTo>
                  <a:lnTo>
                    <a:pt x="200" y="1016"/>
                  </a:lnTo>
                  <a:lnTo>
                    <a:pt x="200" y="1024"/>
                  </a:lnTo>
                  <a:lnTo>
                    <a:pt x="208" y="1032"/>
                  </a:lnTo>
                  <a:lnTo>
                    <a:pt x="224" y="1032"/>
                  </a:lnTo>
                  <a:lnTo>
                    <a:pt x="240" y="1024"/>
                  </a:lnTo>
                  <a:lnTo>
                    <a:pt x="248" y="1032"/>
                  </a:lnTo>
                  <a:lnTo>
                    <a:pt x="248" y="1040"/>
                  </a:lnTo>
                  <a:lnTo>
                    <a:pt x="256" y="1024"/>
                  </a:lnTo>
                  <a:lnTo>
                    <a:pt x="272" y="1008"/>
                  </a:lnTo>
                  <a:lnTo>
                    <a:pt x="256" y="976"/>
                  </a:lnTo>
                  <a:lnTo>
                    <a:pt x="224" y="936"/>
                  </a:lnTo>
                  <a:lnTo>
                    <a:pt x="240" y="912"/>
                  </a:lnTo>
                  <a:lnTo>
                    <a:pt x="256" y="904"/>
                  </a:lnTo>
                  <a:lnTo>
                    <a:pt x="256" y="896"/>
                  </a:lnTo>
                  <a:lnTo>
                    <a:pt x="256" y="904"/>
                  </a:lnTo>
                  <a:lnTo>
                    <a:pt x="256" y="896"/>
                  </a:lnTo>
                  <a:lnTo>
                    <a:pt x="240" y="888"/>
                  </a:lnTo>
                  <a:lnTo>
                    <a:pt x="256" y="856"/>
                  </a:lnTo>
                  <a:lnTo>
                    <a:pt x="296" y="840"/>
                  </a:lnTo>
                  <a:lnTo>
                    <a:pt x="328" y="832"/>
                  </a:lnTo>
                  <a:lnTo>
                    <a:pt x="352" y="848"/>
                  </a:lnTo>
                  <a:lnTo>
                    <a:pt x="376" y="840"/>
                  </a:lnTo>
                  <a:lnTo>
                    <a:pt x="400" y="848"/>
                  </a:lnTo>
                  <a:lnTo>
                    <a:pt x="432" y="840"/>
                  </a:lnTo>
                  <a:lnTo>
                    <a:pt x="424" y="816"/>
                  </a:lnTo>
                  <a:lnTo>
                    <a:pt x="440" y="784"/>
                  </a:lnTo>
                  <a:lnTo>
                    <a:pt x="488" y="760"/>
                  </a:lnTo>
                  <a:lnTo>
                    <a:pt x="536" y="752"/>
                  </a:lnTo>
                  <a:lnTo>
                    <a:pt x="568" y="792"/>
                  </a:lnTo>
                  <a:lnTo>
                    <a:pt x="608" y="776"/>
                  </a:lnTo>
                  <a:lnTo>
                    <a:pt x="624" y="776"/>
                  </a:lnTo>
                  <a:lnTo>
                    <a:pt x="640" y="808"/>
                  </a:lnTo>
                  <a:lnTo>
                    <a:pt x="656" y="848"/>
                  </a:lnTo>
                  <a:lnTo>
                    <a:pt x="696" y="848"/>
                  </a:lnTo>
                  <a:lnTo>
                    <a:pt x="728" y="864"/>
                  </a:lnTo>
                  <a:lnTo>
                    <a:pt x="760" y="864"/>
                  </a:lnTo>
                  <a:lnTo>
                    <a:pt x="760" y="888"/>
                  </a:lnTo>
                  <a:lnTo>
                    <a:pt x="768" y="888"/>
                  </a:lnTo>
                  <a:lnTo>
                    <a:pt x="776" y="872"/>
                  </a:lnTo>
                  <a:lnTo>
                    <a:pt x="808" y="856"/>
                  </a:lnTo>
                  <a:lnTo>
                    <a:pt x="848" y="848"/>
                  </a:lnTo>
                  <a:lnTo>
                    <a:pt x="880" y="864"/>
                  </a:lnTo>
                  <a:lnTo>
                    <a:pt x="896" y="840"/>
                  </a:lnTo>
                  <a:lnTo>
                    <a:pt x="912" y="824"/>
                  </a:lnTo>
                  <a:lnTo>
                    <a:pt x="960" y="840"/>
                  </a:lnTo>
                  <a:lnTo>
                    <a:pt x="976" y="856"/>
                  </a:lnTo>
                  <a:lnTo>
                    <a:pt x="1016" y="856"/>
                  </a:lnTo>
                  <a:lnTo>
                    <a:pt x="1040" y="880"/>
                  </a:lnTo>
                  <a:lnTo>
                    <a:pt x="1104" y="864"/>
                  </a:lnTo>
                  <a:lnTo>
                    <a:pt x="1128" y="872"/>
                  </a:lnTo>
                  <a:lnTo>
                    <a:pt x="1136" y="864"/>
                  </a:lnTo>
                  <a:lnTo>
                    <a:pt x="1160" y="864"/>
                  </a:lnTo>
                  <a:lnTo>
                    <a:pt x="1184" y="816"/>
                  </a:lnTo>
                  <a:lnTo>
                    <a:pt x="1192" y="800"/>
                  </a:lnTo>
                  <a:lnTo>
                    <a:pt x="1232" y="800"/>
                  </a:lnTo>
                  <a:lnTo>
                    <a:pt x="1272" y="872"/>
                  </a:lnTo>
                  <a:lnTo>
                    <a:pt x="1304" y="880"/>
                  </a:lnTo>
                  <a:lnTo>
                    <a:pt x="1312" y="896"/>
                  </a:lnTo>
                  <a:lnTo>
                    <a:pt x="1360" y="888"/>
                  </a:lnTo>
                  <a:lnTo>
                    <a:pt x="1336" y="952"/>
                  </a:lnTo>
                  <a:lnTo>
                    <a:pt x="1320" y="952"/>
                  </a:lnTo>
                  <a:lnTo>
                    <a:pt x="1304" y="1000"/>
                  </a:lnTo>
                  <a:lnTo>
                    <a:pt x="1312" y="1000"/>
                  </a:lnTo>
                  <a:lnTo>
                    <a:pt x="1320" y="1000"/>
                  </a:lnTo>
                  <a:lnTo>
                    <a:pt x="1328" y="992"/>
                  </a:lnTo>
                  <a:lnTo>
                    <a:pt x="1344" y="1000"/>
                  </a:lnTo>
                  <a:lnTo>
                    <a:pt x="1368" y="976"/>
                  </a:lnTo>
                  <a:lnTo>
                    <a:pt x="1384" y="960"/>
                  </a:lnTo>
                  <a:lnTo>
                    <a:pt x="1416" y="920"/>
                  </a:lnTo>
                  <a:lnTo>
                    <a:pt x="1432" y="888"/>
                  </a:lnTo>
                  <a:lnTo>
                    <a:pt x="1432" y="856"/>
                  </a:lnTo>
                  <a:lnTo>
                    <a:pt x="1440" y="808"/>
                  </a:lnTo>
                  <a:lnTo>
                    <a:pt x="1440" y="792"/>
                  </a:lnTo>
                  <a:lnTo>
                    <a:pt x="1424" y="776"/>
                  </a:lnTo>
                  <a:lnTo>
                    <a:pt x="1400" y="792"/>
                  </a:lnTo>
                  <a:lnTo>
                    <a:pt x="1384" y="784"/>
                  </a:lnTo>
                  <a:lnTo>
                    <a:pt x="1376" y="768"/>
                  </a:lnTo>
                  <a:lnTo>
                    <a:pt x="1368" y="768"/>
                  </a:lnTo>
                  <a:lnTo>
                    <a:pt x="1376" y="760"/>
                  </a:lnTo>
                  <a:lnTo>
                    <a:pt x="1400" y="736"/>
                  </a:lnTo>
                  <a:lnTo>
                    <a:pt x="1416" y="720"/>
                  </a:lnTo>
                  <a:lnTo>
                    <a:pt x="1416" y="712"/>
                  </a:lnTo>
                  <a:lnTo>
                    <a:pt x="1472" y="656"/>
                  </a:lnTo>
                  <a:lnTo>
                    <a:pt x="1488" y="656"/>
                  </a:lnTo>
                  <a:lnTo>
                    <a:pt x="1528" y="656"/>
                  </a:lnTo>
                  <a:lnTo>
                    <a:pt x="1544" y="648"/>
                  </a:lnTo>
                  <a:lnTo>
                    <a:pt x="1568" y="656"/>
                  </a:lnTo>
                  <a:lnTo>
                    <a:pt x="1568" y="672"/>
                  </a:lnTo>
                  <a:lnTo>
                    <a:pt x="1608" y="664"/>
                  </a:lnTo>
                  <a:lnTo>
                    <a:pt x="1616" y="664"/>
                  </a:lnTo>
                  <a:lnTo>
                    <a:pt x="1608" y="656"/>
                  </a:lnTo>
                  <a:lnTo>
                    <a:pt x="1616" y="632"/>
                  </a:lnTo>
                  <a:lnTo>
                    <a:pt x="1624" y="608"/>
                  </a:lnTo>
                  <a:lnTo>
                    <a:pt x="1648" y="592"/>
                  </a:lnTo>
                  <a:lnTo>
                    <a:pt x="1680" y="600"/>
                  </a:lnTo>
                  <a:lnTo>
                    <a:pt x="1688" y="616"/>
                  </a:lnTo>
                  <a:lnTo>
                    <a:pt x="1704" y="600"/>
                  </a:lnTo>
                  <a:lnTo>
                    <a:pt x="1736" y="576"/>
                  </a:lnTo>
                  <a:lnTo>
                    <a:pt x="1736" y="608"/>
                  </a:lnTo>
                  <a:lnTo>
                    <a:pt x="1712" y="632"/>
                  </a:lnTo>
                  <a:lnTo>
                    <a:pt x="1696" y="640"/>
                  </a:lnTo>
                  <a:lnTo>
                    <a:pt x="1680" y="664"/>
                  </a:lnTo>
                  <a:lnTo>
                    <a:pt x="1664" y="680"/>
                  </a:lnTo>
                  <a:lnTo>
                    <a:pt x="1648" y="696"/>
                  </a:lnTo>
                  <a:lnTo>
                    <a:pt x="1640" y="696"/>
                  </a:lnTo>
                  <a:lnTo>
                    <a:pt x="1624" y="744"/>
                  </a:lnTo>
                  <a:lnTo>
                    <a:pt x="1640" y="840"/>
                  </a:lnTo>
                  <a:lnTo>
                    <a:pt x="1664" y="808"/>
                  </a:lnTo>
                  <a:lnTo>
                    <a:pt x="1672" y="800"/>
                  </a:lnTo>
                  <a:lnTo>
                    <a:pt x="1680" y="784"/>
                  </a:lnTo>
                  <a:lnTo>
                    <a:pt x="1688" y="768"/>
                  </a:lnTo>
                  <a:lnTo>
                    <a:pt x="1704" y="760"/>
                  </a:lnTo>
                  <a:lnTo>
                    <a:pt x="1704" y="744"/>
                  </a:lnTo>
                  <a:lnTo>
                    <a:pt x="1712" y="736"/>
                  </a:lnTo>
                  <a:lnTo>
                    <a:pt x="1720" y="704"/>
                  </a:lnTo>
                  <a:lnTo>
                    <a:pt x="1720" y="696"/>
                  </a:lnTo>
                  <a:lnTo>
                    <a:pt x="1704" y="696"/>
                  </a:lnTo>
                  <a:lnTo>
                    <a:pt x="1720" y="656"/>
                  </a:lnTo>
                  <a:lnTo>
                    <a:pt x="1728" y="648"/>
                  </a:lnTo>
                  <a:lnTo>
                    <a:pt x="1744" y="640"/>
                  </a:lnTo>
                  <a:lnTo>
                    <a:pt x="1752" y="640"/>
                  </a:lnTo>
                  <a:lnTo>
                    <a:pt x="1760" y="648"/>
                  </a:lnTo>
                  <a:lnTo>
                    <a:pt x="1784" y="624"/>
                  </a:lnTo>
                  <a:lnTo>
                    <a:pt x="1808" y="648"/>
                  </a:lnTo>
                  <a:lnTo>
                    <a:pt x="1816" y="624"/>
                  </a:lnTo>
                  <a:lnTo>
                    <a:pt x="1832" y="624"/>
                  </a:lnTo>
                  <a:lnTo>
                    <a:pt x="1856" y="592"/>
                  </a:lnTo>
                  <a:lnTo>
                    <a:pt x="1888" y="576"/>
                  </a:lnTo>
                  <a:lnTo>
                    <a:pt x="1904" y="576"/>
                  </a:lnTo>
                  <a:lnTo>
                    <a:pt x="1920" y="584"/>
                  </a:lnTo>
                  <a:lnTo>
                    <a:pt x="1920" y="576"/>
                  </a:lnTo>
                  <a:lnTo>
                    <a:pt x="1920" y="560"/>
                  </a:lnTo>
                  <a:lnTo>
                    <a:pt x="1912" y="536"/>
                  </a:lnTo>
                  <a:lnTo>
                    <a:pt x="1896" y="520"/>
                  </a:lnTo>
                  <a:lnTo>
                    <a:pt x="1912" y="512"/>
                  </a:lnTo>
                  <a:lnTo>
                    <a:pt x="1928" y="5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148" name="Freeform 689"/>
            <p:cNvSpPr>
              <a:spLocks/>
            </p:cNvSpPr>
            <p:nvPr/>
          </p:nvSpPr>
          <p:spPr bwMode="auto">
            <a:xfrm>
              <a:off x="5331407" y="2896229"/>
              <a:ext cx="53734" cy="10966"/>
            </a:xfrm>
            <a:custGeom>
              <a:avLst/>
              <a:gdLst>
                <a:gd name="T0" fmla="*/ 2147483647 w 40"/>
                <a:gd name="T1" fmla="*/ 2147483647 h 8"/>
                <a:gd name="T2" fmla="*/ 2147483647 w 40"/>
                <a:gd name="T3" fmla="*/ 2147483647 h 8"/>
                <a:gd name="T4" fmla="*/ 2147483647 w 40"/>
                <a:gd name="T5" fmla="*/ 0 h 8"/>
                <a:gd name="T6" fmla="*/ 0 w 40"/>
                <a:gd name="T7" fmla="*/ 2147483647 h 8"/>
                <a:gd name="T8" fmla="*/ 2147483647 w 40"/>
                <a:gd name="T9" fmla="*/ 2147483647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8"/>
                <a:gd name="T17" fmla="*/ 40 w 40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8">
                  <a:moveTo>
                    <a:pt x="8" y="8"/>
                  </a:moveTo>
                  <a:lnTo>
                    <a:pt x="24" y="8"/>
                  </a:lnTo>
                  <a:lnTo>
                    <a:pt x="40" y="0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690"/>
            <p:cNvSpPr>
              <a:spLocks/>
            </p:cNvSpPr>
            <p:nvPr/>
          </p:nvSpPr>
          <p:spPr bwMode="auto">
            <a:xfrm>
              <a:off x="5256837" y="2445520"/>
              <a:ext cx="697448" cy="493477"/>
            </a:xfrm>
            <a:custGeom>
              <a:avLst/>
              <a:gdLst>
                <a:gd name="T0" fmla="*/ 2147483647 w 520"/>
                <a:gd name="T1" fmla="*/ 2147483647 h 368"/>
                <a:gd name="T2" fmla="*/ 2147483647 w 520"/>
                <a:gd name="T3" fmla="*/ 2147483647 h 368"/>
                <a:gd name="T4" fmla="*/ 2147483647 w 520"/>
                <a:gd name="T5" fmla="*/ 2147483647 h 368"/>
                <a:gd name="T6" fmla="*/ 2147483647 w 520"/>
                <a:gd name="T7" fmla="*/ 2147483647 h 368"/>
                <a:gd name="T8" fmla="*/ 2147483647 w 520"/>
                <a:gd name="T9" fmla="*/ 2147483647 h 368"/>
                <a:gd name="T10" fmla="*/ 2147483647 w 520"/>
                <a:gd name="T11" fmla="*/ 2147483647 h 368"/>
                <a:gd name="T12" fmla="*/ 2147483647 w 520"/>
                <a:gd name="T13" fmla="*/ 2147483647 h 368"/>
                <a:gd name="T14" fmla="*/ 2147483647 w 520"/>
                <a:gd name="T15" fmla="*/ 2147483647 h 368"/>
                <a:gd name="T16" fmla="*/ 2147483647 w 520"/>
                <a:gd name="T17" fmla="*/ 2147483647 h 368"/>
                <a:gd name="T18" fmla="*/ 2147483647 w 520"/>
                <a:gd name="T19" fmla="*/ 2147483647 h 368"/>
                <a:gd name="T20" fmla="*/ 2147483647 w 520"/>
                <a:gd name="T21" fmla="*/ 2147483647 h 368"/>
                <a:gd name="T22" fmla="*/ 2147483647 w 520"/>
                <a:gd name="T23" fmla="*/ 2147483647 h 368"/>
                <a:gd name="T24" fmla="*/ 2147483647 w 520"/>
                <a:gd name="T25" fmla="*/ 2147483647 h 368"/>
                <a:gd name="T26" fmla="*/ 2147483647 w 520"/>
                <a:gd name="T27" fmla="*/ 2147483647 h 368"/>
                <a:gd name="T28" fmla="*/ 2147483647 w 520"/>
                <a:gd name="T29" fmla="*/ 2147483647 h 368"/>
                <a:gd name="T30" fmla="*/ 0 w 520"/>
                <a:gd name="T31" fmla="*/ 2147483647 h 368"/>
                <a:gd name="T32" fmla="*/ 2147483647 w 520"/>
                <a:gd name="T33" fmla="*/ 2147483647 h 368"/>
                <a:gd name="T34" fmla="*/ 2147483647 w 520"/>
                <a:gd name="T35" fmla="*/ 2147483647 h 368"/>
                <a:gd name="T36" fmla="*/ 2147483647 w 520"/>
                <a:gd name="T37" fmla="*/ 2147483647 h 368"/>
                <a:gd name="T38" fmla="*/ 2147483647 w 520"/>
                <a:gd name="T39" fmla="*/ 2147483647 h 368"/>
                <a:gd name="T40" fmla="*/ 2147483647 w 520"/>
                <a:gd name="T41" fmla="*/ 2147483647 h 368"/>
                <a:gd name="T42" fmla="*/ 2147483647 w 520"/>
                <a:gd name="T43" fmla="*/ 2147483647 h 368"/>
                <a:gd name="T44" fmla="*/ 2147483647 w 520"/>
                <a:gd name="T45" fmla="*/ 2147483647 h 368"/>
                <a:gd name="T46" fmla="*/ 2147483647 w 520"/>
                <a:gd name="T47" fmla="*/ 2147483647 h 368"/>
                <a:gd name="T48" fmla="*/ 2147483647 w 520"/>
                <a:gd name="T49" fmla="*/ 2147483647 h 368"/>
                <a:gd name="T50" fmla="*/ 2147483647 w 520"/>
                <a:gd name="T51" fmla="*/ 2147483647 h 368"/>
                <a:gd name="T52" fmla="*/ 2147483647 w 520"/>
                <a:gd name="T53" fmla="*/ 2147483647 h 368"/>
                <a:gd name="T54" fmla="*/ 2147483647 w 520"/>
                <a:gd name="T55" fmla="*/ 2147483647 h 368"/>
                <a:gd name="T56" fmla="*/ 2147483647 w 520"/>
                <a:gd name="T57" fmla="*/ 2147483647 h 368"/>
                <a:gd name="T58" fmla="*/ 2147483647 w 520"/>
                <a:gd name="T59" fmla="*/ 2147483647 h 368"/>
                <a:gd name="T60" fmla="*/ 2147483647 w 520"/>
                <a:gd name="T61" fmla="*/ 2147483647 h 368"/>
                <a:gd name="T62" fmla="*/ 2147483647 w 520"/>
                <a:gd name="T63" fmla="*/ 2147483647 h 368"/>
                <a:gd name="T64" fmla="*/ 2147483647 w 520"/>
                <a:gd name="T65" fmla="*/ 2147483647 h 368"/>
                <a:gd name="T66" fmla="*/ 2147483647 w 520"/>
                <a:gd name="T67" fmla="*/ 2147483647 h 368"/>
                <a:gd name="T68" fmla="*/ 2147483647 w 520"/>
                <a:gd name="T69" fmla="*/ 2147483647 h 3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520"/>
                <a:gd name="T106" fmla="*/ 0 h 368"/>
                <a:gd name="T107" fmla="*/ 520 w 520"/>
                <a:gd name="T108" fmla="*/ 368 h 3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520" h="368">
                  <a:moveTo>
                    <a:pt x="360" y="320"/>
                  </a:moveTo>
                  <a:lnTo>
                    <a:pt x="352" y="312"/>
                  </a:lnTo>
                  <a:lnTo>
                    <a:pt x="352" y="296"/>
                  </a:lnTo>
                  <a:lnTo>
                    <a:pt x="384" y="288"/>
                  </a:lnTo>
                  <a:lnTo>
                    <a:pt x="408" y="272"/>
                  </a:lnTo>
                  <a:lnTo>
                    <a:pt x="424" y="256"/>
                  </a:lnTo>
                  <a:lnTo>
                    <a:pt x="432" y="208"/>
                  </a:lnTo>
                  <a:lnTo>
                    <a:pt x="456" y="200"/>
                  </a:lnTo>
                  <a:lnTo>
                    <a:pt x="464" y="160"/>
                  </a:lnTo>
                  <a:lnTo>
                    <a:pt x="496" y="168"/>
                  </a:lnTo>
                  <a:lnTo>
                    <a:pt x="504" y="144"/>
                  </a:lnTo>
                  <a:lnTo>
                    <a:pt x="520" y="136"/>
                  </a:lnTo>
                  <a:lnTo>
                    <a:pt x="520" y="120"/>
                  </a:lnTo>
                  <a:lnTo>
                    <a:pt x="488" y="112"/>
                  </a:lnTo>
                  <a:lnTo>
                    <a:pt x="456" y="96"/>
                  </a:lnTo>
                  <a:lnTo>
                    <a:pt x="416" y="96"/>
                  </a:lnTo>
                  <a:lnTo>
                    <a:pt x="400" y="56"/>
                  </a:lnTo>
                  <a:lnTo>
                    <a:pt x="384" y="24"/>
                  </a:lnTo>
                  <a:lnTo>
                    <a:pt x="368" y="24"/>
                  </a:lnTo>
                  <a:lnTo>
                    <a:pt x="328" y="40"/>
                  </a:lnTo>
                  <a:lnTo>
                    <a:pt x="296" y="0"/>
                  </a:lnTo>
                  <a:lnTo>
                    <a:pt x="248" y="16"/>
                  </a:lnTo>
                  <a:lnTo>
                    <a:pt x="200" y="32"/>
                  </a:lnTo>
                  <a:lnTo>
                    <a:pt x="184" y="64"/>
                  </a:lnTo>
                  <a:lnTo>
                    <a:pt x="192" y="96"/>
                  </a:lnTo>
                  <a:lnTo>
                    <a:pt x="160" y="96"/>
                  </a:lnTo>
                  <a:lnTo>
                    <a:pt x="136" y="96"/>
                  </a:lnTo>
                  <a:lnTo>
                    <a:pt x="112" y="96"/>
                  </a:lnTo>
                  <a:lnTo>
                    <a:pt x="88" y="80"/>
                  </a:lnTo>
                  <a:lnTo>
                    <a:pt x="56" y="88"/>
                  </a:lnTo>
                  <a:lnTo>
                    <a:pt x="16" y="104"/>
                  </a:lnTo>
                  <a:lnTo>
                    <a:pt x="0" y="136"/>
                  </a:lnTo>
                  <a:lnTo>
                    <a:pt x="16" y="152"/>
                  </a:lnTo>
                  <a:lnTo>
                    <a:pt x="24" y="168"/>
                  </a:lnTo>
                  <a:lnTo>
                    <a:pt x="56" y="168"/>
                  </a:lnTo>
                  <a:lnTo>
                    <a:pt x="80" y="168"/>
                  </a:lnTo>
                  <a:lnTo>
                    <a:pt x="104" y="200"/>
                  </a:lnTo>
                  <a:lnTo>
                    <a:pt x="80" y="200"/>
                  </a:lnTo>
                  <a:lnTo>
                    <a:pt x="64" y="200"/>
                  </a:lnTo>
                  <a:lnTo>
                    <a:pt x="56" y="208"/>
                  </a:lnTo>
                  <a:lnTo>
                    <a:pt x="64" y="240"/>
                  </a:lnTo>
                  <a:lnTo>
                    <a:pt x="80" y="256"/>
                  </a:lnTo>
                  <a:lnTo>
                    <a:pt x="80" y="288"/>
                  </a:lnTo>
                  <a:lnTo>
                    <a:pt x="96" y="304"/>
                  </a:lnTo>
                  <a:lnTo>
                    <a:pt x="96" y="336"/>
                  </a:lnTo>
                  <a:lnTo>
                    <a:pt x="96" y="328"/>
                  </a:lnTo>
                  <a:lnTo>
                    <a:pt x="120" y="320"/>
                  </a:lnTo>
                  <a:lnTo>
                    <a:pt x="136" y="320"/>
                  </a:lnTo>
                  <a:lnTo>
                    <a:pt x="152" y="328"/>
                  </a:lnTo>
                  <a:lnTo>
                    <a:pt x="168" y="344"/>
                  </a:lnTo>
                  <a:lnTo>
                    <a:pt x="184" y="344"/>
                  </a:lnTo>
                  <a:lnTo>
                    <a:pt x="184" y="360"/>
                  </a:lnTo>
                  <a:lnTo>
                    <a:pt x="192" y="360"/>
                  </a:lnTo>
                  <a:lnTo>
                    <a:pt x="208" y="368"/>
                  </a:lnTo>
                  <a:lnTo>
                    <a:pt x="216" y="360"/>
                  </a:lnTo>
                  <a:lnTo>
                    <a:pt x="232" y="352"/>
                  </a:lnTo>
                  <a:lnTo>
                    <a:pt x="240" y="328"/>
                  </a:lnTo>
                  <a:lnTo>
                    <a:pt x="256" y="336"/>
                  </a:lnTo>
                  <a:lnTo>
                    <a:pt x="264" y="336"/>
                  </a:lnTo>
                  <a:lnTo>
                    <a:pt x="272" y="344"/>
                  </a:lnTo>
                  <a:lnTo>
                    <a:pt x="288" y="336"/>
                  </a:lnTo>
                  <a:lnTo>
                    <a:pt x="296" y="328"/>
                  </a:lnTo>
                  <a:lnTo>
                    <a:pt x="312" y="320"/>
                  </a:lnTo>
                  <a:lnTo>
                    <a:pt x="320" y="336"/>
                  </a:lnTo>
                  <a:lnTo>
                    <a:pt x="328" y="336"/>
                  </a:lnTo>
                  <a:lnTo>
                    <a:pt x="344" y="328"/>
                  </a:lnTo>
                  <a:lnTo>
                    <a:pt x="352" y="328"/>
                  </a:lnTo>
                  <a:lnTo>
                    <a:pt x="352" y="336"/>
                  </a:lnTo>
                  <a:lnTo>
                    <a:pt x="360" y="328"/>
                  </a:lnTo>
                  <a:lnTo>
                    <a:pt x="360" y="32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691"/>
            <p:cNvSpPr>
              <a:spLocks/>
            </p:cNvSpPr>
            <p:nvPr/>
          </p:nvSpPr>
          <p:spPr bwMode="auto">
            <a:xfrm>
              <a:off x="5299605" y="2885263"/>
              <a:ext cx="20836" cy="10966"/>
            </a:xfrm>
            <a:custGeom>
              <a:avLst/>
              <a:gdLst>
                <a:gd name="T0" fmla="*/ 0 w 16"/>
                <a:gd name="T1" fmla="*/ 0 h 8"/>
                <a:gd name="T2" fmla="*/ 0 w 16"/>
                <a:gd name="T3" fmla="*/ 2147483647 h 8"/>
                <a:gd name="T4" fmla="*/ 2147483647 w 16"/>
                <a:gd name="T5" fmla="*/ 2147483647 h 8"/>
                <a:gd name="T6" fmla="*/ 2147483647 w 16"/>
                <a:gd name="T7" fmla="*/ 2147483647 h 8"/>
                <a:gd name="T8" fmla="*/ 0 w 16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"/>
                <a:gd name="T16" fmla="*/ 0 h 8"/>
                <a:gd name="T17" fmla="*/ 16 w 16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" h="8">
                  <a:moveTo>
                    <a:pt x="0" y="0"/>
                  </a:moveTo>
                  <a:lnTo>
                    <a:pt x="0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692"/>
            <p:cNvSpPr>
              <a:spLocks/>
            </p:cNvSpPr>
            <p:nvPr/>
          </p:nvSpPr>
          <p:spPr bwMode="auto">
            <a:xfrm>
              <a:off x="4741428" y="2627558"/>
              <a:ext cx="10966" cy="1096"/>
            </a:xfrm>
            <a:custGeom>
              <a:avLst/>
              <a:gdLst>
                <a:gd name="T0" fmla="*/ 0 w 8"/>
                <a:gd name="T1" fmla="*/ 0 h 1943"/>
                <a:gd name="T2" fmla="*/ 2147483647 w 8"/>
                <a:gd name="T3" fmla="*/ 0 h 1943"/>
                <a:gd name="T4" fmla="*/ 0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693"/>
            <p:cNvSpPr>
              <a:spLocks/>
            </p:cNvSpPr>
            <p:nvPr/>
          </p:nvSpPr>
          <p:spPr bwMode="auto">
            <a:xfrm>
              <a:off x="5299605" y="2885263"/>
              <a:ext cx="20836" cy="10966"/>
            </a:xfrm>
            <a:custGeom>
              <a:avLst/>
              <a:gdLst>
                <a:gd name="T0" fmla="*/ 0 w 16"/>
                <a:gd name="T1" fmla="*/ 0 h 8"/>
                <a:gd name="T2" fmla="*/ 0 w 16"/>
                <a:gd name="T3" fmla="*/ 2147483647 h 8"/>
                <a:gd name="T4" fmla="*/ 2147483647 w 16"/>
                <a:gd name="T5" fmla="*/ 2147483647 h 8"/>
                <a:gd name="T6" fmla="*/ 2147483647 w 16"/>
                <a:gd name="T7" fmla="*/ 2147483647 h 8"/>
                <a:gd name="T8" fmla="*/ 0 w 16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"/>
                <a:gd name="T16" fmla="*/ 0 h 8"/>
                <a:gd name="T17" fmla="*/ 16 w 16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" h="8">
                  <a:moveTo>
                    <a:pt x="0" y="0"/>
                  </a:moveTo>
                  <a:lnTo>
                    <a:pt x="0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3" name="Rectangle 694"/>
            <p:cNvSpPr>
              <a:spLocks noChangeArrowheads="1"/>
            </p:cNvSpPr>
            <p:nvPr/>
          </p:nvSpPr>
          <p:spPr bwMode="auto">
            <a:xfrm>
              <a:off x="4741428" y="2627558"/>
              <a:ext cx="10966" cy="0"/>
            </a:xfrm>
            <a:prstGeom prst="rect">
              <a:avLst/>
            </a:prstGeom>
            <a:grpFill/>
            <a:ln w="6350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</a:pPr>
              <a:endParaRPr lang="en-US">
                <a:solidFill>
                  <a:srgbClr val="4D4D4D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154" name="Freeform 695"/>
            <p:cNvSpPr>
              <a:spLocks/>
            </p:cNvSpPr>
            <p:nvPr/>
          </p:nvSpPr>
          <p:spPr bwMode="auto">
            <a:xfrm>
              <a:off x="4622993" y="2627558"/>
              <a:ext cx="129401" cy="53734"/>
            </a:xfrm>
            <a:custGeom>
              <a:avLst/>
              <a:gdLst>
                <a:gd name="T0" fmla="*/ 2147483647 w 96"/>
                <a:gd name="T1" fmla="*/ 2147483647 h 40"/>
                <a:gd name="T2" fmla="*/ 2147483647 w 96"/>
                <a:gd name="T3" fmla="*/ 2147483647 h 40"/>
                <a:gd name="T4" fmla="*/ 2147483647 w 96"/>
                <a:gd name="T5" fmla="*/ 2147483647 h 40"/>
                <a:gd name="T6" fmla="*/ 2147483647 w 96"/>
                <a:gd name="T7" fmla="*/ 0 h 40"/>
                <a:gd name="T8" fmla="*/ 2147483647 w 96"/>
                <a:gd name="T9" fmla="*/ 0 h 40"/>
                <a:gd name="T10" fmla="*/ 2147483647 w 96"/>
                <a:gd name="T11" fmla="*/ 0 h 40"/>
                <a:gd name="T12" fmla="*/ 2147483647 w 96"/>
                <a:gd name="T13" fmla="*/ 0 h 40"/>
                <a:gd name="T14" fmla="*/ 2147483647 w 96"/>
                <a:gd name="T15" fmla="*/ 2147483647 h 40"/>
                <a:gd name="T16" fmla="*/ 2147483647 w 96"/>
                <a:gd name="T17" fmla="*/ 2147483647 h 40"/>
                <a:gd name="T18" fmla="*/ 2147483647 w 96"/>
                <a:gd name="T19" fmla="*/ 2147483647 h 40"/>
                <a:gd name="T20" fmla="*/ 2147483647 w 96"/>
                <a:gd name="T21" fmla="*/ 2147483647 h 40"/>
                <a:gd name="T22" fmla="*/ 2147483647 w 96"/>
                <a:gd name="T23" fmla="*/ 2147483647 h 40"/>
                <a:gd name="T24" fmla="*/ 2147483647 w 96"/>
                <a:gd name="T25" fmla="*/ 2147483647 h 40"/>
                <a:gd name="T26" fmla="*/ 2147483647 w 96"/>
                <a:gd name="T27" fmla="*/ 2147483647 h 40"/>
                <a:gd name="T28" fmla="*/ 2147483647 w 96"/>
                <a:gd name="T29" fmla="*/ 2147483647 h 40"/>
                <a:gd name="T30" fmla="*/ 0 w 96"/>
                <a:gd name="T31" fmla="*/ 2147483647 h 40"/>
                <a:gd name="T32" fmla="*/ 2147483647 w 96"/>
                <a:gd name="T33" fmla="*/ 2147483647 h 40"/>
                <a:gd name="T34" fmla="*/ 2147483647 w 96"/>
                <a:gd name="T35" fmla="*/ 2147483647 h 40"/>
                <a:gd name="T36" fmla="*/ 2147483647 w 96"/>
                <a:gd name="T37" fmla="*/ 2147483647 h 40"/>
                <a:gd name="T38" fmla="*/ 2147483647 w 96"/>
                <a:gd name="T39" fmla="*/ 2147483647 h 40"/>
                <a:gd name="T40" fmla="*/ 2147483647 w 96"/>
                <a:gd name="T41" fmla="*/ 2147483647 h 40"/>
                <a:gd name="T42" fmla="*/ 2147483647 w 96"/>
                <a:gd name="T43" fmla="*/ 2147483647 h 40"/>
                <a:gd name="T44" fmla="*/ 2147483647 w 96"/>
                <a:gd name="T45" fmla="*/ 2147483647 h 40"/>
                <a:gd name="T46" fmla="*/ 2147483647 w 96"/>
                <a:gd name="T47" fmla="*/ 2147483647 h 4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96"/>
                <a:gd name="T73" fmla="*/ 0 h 40"/>
                <a:gd name="T74" fmla="*/ 96 w 96"/>
                <a:gd name="T75" fmla="*/ 40 h 4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96" h="40">
                  <a:moveTo>
                    <a:pt x="96" y="24"/>
                  </a:moveTo>
                  <a:lnTo>
                    <a:pt x="96" y="16"/>
                  </a:lnTo>
                  <a:lnTo>
                    <a:pt x="96" y="8"/>
                  </a:lnTo>
                  <a:lnTo>
                    <a:pt x="96" y="0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48" y="24"/>
                  </a:lnTo>
                  <a:lnTo>
                    <a:pt x="40" y="24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16" y="40"/>
                  </a:lnTo>
                  <a:lnTo>
                    <a:pt x="24" y="40"/>
                  </a:lnTo>
                  <a:lnTo>
                    <a:pt x="40" y="40"/>
                  </a:lnTo>
                  <a:lnTo>
                    <a:pt x="56" y="40"/>
                  </a:lnTo>
                  <a:lnTo>
                    <a:pt x="72" y="40"/>
                  </a:lnTo>
                  <a:lnTo>
                    <a:pt x="88" y="32"/>
                  </a:lnTo>
                  <a:lnTo>
                    <a:pt x="96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Freeform 696"/>
            <p:cNvSpPr>
              <a:spLocks/>
            </p:cNvSpPr>
            <p:nvPr/>
          </p:nvSpPr>
          <p:spPr bwMode="auto">
            <a:xfrm>
              <a:off x="4386124" y="2562857"/>
              <a:ext cx="216033" cy="225903"/>
            </a:xfrm>
            <a:custGeom>
              <a:avLst/>
              <a:gdLst>
                <a:gd name="T0" fmla="*/ 2147483647 w 161"/>
                <a:gd name="T1" fmla="*/ 2147483647 h 168"/>
                <a:gd name="T2" fmla="*/ 2147483647 w 161"/>
                <a:gd name="T3" fmla="*/ 2147483647 h 168"/>
                <a:gd name="T4" fmla="*/ 2147483647 w 161"/>
                <a:gd name="T5" fmla="*/ 2147483647 h 168"/>
                <a:gd name="T6" fmla="*/ 2147483647 w 161"/>
                <a:gd name="T7" fmla="*/ 2147483647 h 168"/>
                <a:gd name="T8" fmla="*/ 2147483647 w 161"/>
                <a:gd name="T9" fmla="*/ 2147483647 h 168"/>
                <a:gd name="T10" fmla="*/ 2147483647 w 161"/>
                <a:gd name="T11" fmla="*/ 2147483647 h 168"/>
                <a:gd name="T12" fmla="*/ 2147483647 w 161"/>
                <a:gd name="T13" fmla="*/ 2147483647 h 168"/>
                <a:gd name="T14" fmla="*/ 2147483647 w 161"/>
                <a:gd name="T15" fmla="*/ 2147483647 h 168"/>
                <a:gd name="T16" fmla="*/ 2147483647 w 161"/>
                <a:gd name="T17" fmla="*/ 2147483647 h 168"/>
                <a:gd name="T18" fmla="*/ 2147483647 w 161"/>
                <a:gd name="T19" fmla="*/ 2147483647 h 168"/>
                <a:gd name="T20" fmla="*/ 2147483647 w 161"/>
                <a:gd name="T21" fmla="*/ 2147483647 h 168"/>
                <a:gd name="T22" fmla="*/ 2147483647 w 161"/>
                <a:gd name="T23" fmla="*/ 2147483647 h 168"/>
                <a:gd name="T24" fmla="*/ 2147483647 w 161"/>
                <a:gd name="T25" fmla="*/ 2147483647 h 168"/>
                <a:gd name="T26" fmla="*/ 2147483647 w 161"/>
                <a:gd name="T27" fmla="*/ 2147483647 h 168"/>
                <a:gd name="T28" fmla="*/ 2147483647 w 161"/>
                <a:gd name="T29" fmla="*/ 2147483647 h 168"/>
                <a:gd name="T30" fmla="*/ 2147483647 w 161"/>
                <a:gd name="T31" fmla="*/ 2147483647 h 168"/>
                <a:gd name="T32" fmla="*/ 2147483647 w 161"/>
                <a:gd name="T33" fmla="*/ 0 h 168"/>
                <a:gd name="T34" fmla="*/ 2147483647 w 161"/>
                <a:gd name="T35" fmla="*/ 2147483647 h 168"/>
                <a:gd name="T36" fmla="*/ 2147483647 w 161"/>
                <a:gd name="T37" fmla="*/ 2147483647 h 168"/>
                <a:gd name="T38" fmla="*/ 2147483647 w 161"/>
                <a:gd name="T39" fmla="*/ 2147483647 h 168"/>
                <a:gd name="T40" fmla="*/ 2147483647 w 161"/>
                <a:gd name="T41" fmla="*/ 2147483647 h 168"/>
                <a:gd name="T42" fmla="*/ 2147483647 w 161"/>
                <a:gd name="T43" fmla="*/ 2147483647 h 168"/>
                <a:gd name="T44" fmla="*/ 2147483647 w 161"/>
                <a:gd name="T45" fmla="*/ 2147483647 h 168"/>
                <a:gd name="T46" fmla="*/ 2147483647 w 161"/>
                <a:gd name="T47" fmla="*/ 2147483647 h 168"/>
                <a:gd name="T48" fmla="*/ 2147483647 w 161"/>
                <a:gd name="T49" fmla="*/ 2147483647 h 168"/>
                <a:gd name="T50" fmla="*/ 2147483647 w 161"/>
                <a:gd name="T51" fmla="*/ 2147483647 h 168"/>
                <a:gd name="T52" fmla="*/ 2147483647 w 161"/>
                <a:gd name="T53" fmla="*/ 2147483647 h 168"/>
                <a:gd name="T54" fmla="*/ 2147483647 w 161"/>
                <a:gd name="T55" fmla="*/ 2147483647 h 168"/>
                <a:gd name="T56" fmla="*/ 2147483647 w 161"/>
                <a:gd name="T57" fmla="*/ 2147483647 h 168"/>
                <a:gd name="T58" fmla="*/ 0 w 161"/>
                <a:gd name="T59" fmla="*/ 2147483647 h 168"/>
                <a:gd name="T60" fmla="*/ 0 w 161"/>
                <a:gd name="T61" fmla="*/ 2147483647 h 168"/>
                <a:gd name="T62" fmla="*/ 2147483647 w 161"/>
                <a:gd name="T63" fmla="*/ 2147483647 h 168"/>
                <a:gd name="T64" fmla="*/ 2147483647 w 161"/>
                <a:gd name="T65" fmla="*/ 2147483647 h 168"/>
                <a:gd name="T66" fmla="*/ 2147483647 w 161"/>
                <a:gd name="T67" fmla="*/ 2147483647 h 168"/>
                <a:gd name="T68" fmla="*/ 2147483647 w 161"/>
                <a:gd name="T69" fmla="*/ 2147483647 h 168"/>
                <a:gd name="T70" fmla="*/ 2147483647 w 161"/>
                <a:gd name="T71" fmla="*/ 2147483647 h 168"/>
                <a:gd name="T72" fmla="*/ 2147483647 w 161"/>
                <a:gd name="T73" fmla="*/ 2147483647 h 168"/>
                <a:gd name="T74" fmla="*/ 2147483647 w 161"/>
                <a:gd name="T75" fmla="*/ 2147483647 h 168"/>
                <a:gd name="T76" fmla="*/ 2147483647 w 161"/>
                <a:gd name="T77" fmla="*/ 2147483647 h 168"/>
                <a:gd name="T78" fmla="*/ 2147483647 w 161"/>
                <a:gd name="T79" fmla="*/ 2147483647 h 168"/>
                <a:gd name="T80" fmla="*/ 2147483647 w 161"/>
                <a:gd name="T81" fmla="*/ 2147483647 h 168"/>
                <a:gd name="T82" fmla="*/ 2147483647 w 161"/>
                <a:gd name="T83" fmla="*/ 2147483647 h 168"/>
                <a:gd name="T84" fmla="*/ 2147483647 w 161"/>
                <a:gd name="T85" fmla="*/ 2147483647 h 168"/>
                <a:gd name="T86" fmla="*/ 2147483647 w 161"/>
                <a:gd name="T87" fmla="*/ 2147483647 h 168"/>
                <a:gd name="T88" fmla="*/ 2147483647 w 161"/>
                <a:gd name="T89" fmla="*/ 2147483647 h 168"/>
                <a:gd name="T90" fmla="*/ 2147483647 w 161"/>
                <a:gd name="T91" fmla="*/ 2147483647 h 168"/>
                <a:gd name="T92" fmla="*/ 2147483647 w 161"/>
                <a:gd name="T93" fmla="*/ 2147483647 h 168"/>
                <a:gd name="T94" fmla="*/ 2147483647 w 161"/>
                <a:gd name="T95" fmla="*/ 2147483647 h 168"/>
                <a:gd name="T96" fmla="*/ 2147483647 w 161"/>
                <a:gd name="T97" fmla="*/ 2147483647 h 168"/>
                <a:gd name="T98" fmla="*/ 2147483647 w 161"/>
                <a:gd name="T99" fmla="*/ 2147483647 h 168"/>
                <a:gd name="T100" fmla="*/ 2147483647 w 161"/>
                <a:gd name="T101" fmla="*/ 2147483647 h 168"/>
                <a:gd name="T102" fmla="*/ 2147483647 w 161"/>
                <a:gd name="T103" fmla="*/ 2147483647 h 16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61"/>
                <a:gd name="T157" fmla="*/ 0 h 168"/>
                <a:gd name="T158" fmla="*/ 161 w 161"/>
                <a:gd name="T159" fmla="*/ 168 h 168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61" h="168">
                  <a:moveTo>
                    <a:pt x="145" y="120"/>
                  </a:moveTo>
                  <a:lnTo>
                    <a:pt x="153" y="112"/>
                  </a:lnTo>
                  <a:lnTo>
                    <a:pt x="153" y="104"/>
                  </a:lnTo>
                  <a:lnTo>
                    <a:pt x="145" y="96"/>
                  </a:lnTo>
                  <a:lnTo>
                    <a:pt x="137" y="96"/>
                  </a:lnTo>
                  <a:lnTo>
                    <a:pt x="137" y="88"/>
                  </a:lnTo>
                  <a:lnTo>
                    <a:pt x="153" y="72"/>
                  </a:lnTo>
                  <a:lnTo>
                    <a:pt x="153" y="56"/>
                  </a:lnTo>
                  <a:lnTo>
                    <a:pt x="161" y="48"/>
                  </a:lnTo>
                  <a:lnTo>
                    <a:pt x="153" y="40"/>
                  </a:lnTo>
                  <a:lnTo>
                    <a:pt x="145" y="40"/>
                  </a:lnTo>
                  <a:lnTo>
                    <a:pt x="128" y="32"/>
                  </a:lnTo>
                  <a:lnTo>
                    <a:pt x="120" y="24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96" y="8"/>
                  </a:lnTo>
                  <a:lnTo>
                    <a:pt x="96" y="0"/>
                  </a:lnTo>
                  <a:lnTo>
                    <a:pt x="88" y="8"/>
                  </a:lnTo>
                  <a:lnTo>
                    <a:pt x="80" y="24"/>
                  </a:lnTo>
                  <a:lnTo>
                    <a:pt x="72" y="24"/>
                  </a:lnTo>
                  <a:lnTo>
                    <a:pt x="64" y="40"/>
                  </a:lnTo>
                  <a:lnTo>
                    <a:pt x="48" y="40"/>
                  </a:lnTo>
                  <a:lnTo>
                    <a:pt x="48" y="32"/>
                  </a:lnTo>
                  <a:lnTo>
                    <a:pt x="40" y="32"/>
                  </a:lnTo>
                  <a:lnTo>
                    <a:pt x="40" y="40"/>
                  </a:lnTo>
                  <a:lnTo>
                    <a:pt x="40" y="48"/>
                  </a:lnTo>
                  <a:lnTo>
                    <a:pt x="32" y="48"/>
                  </a:lnTo>
                  <a:lnTo>
                    <a:pt x="24" y="48"/>
                  </a:lnTo>
                  <a:lnTo>
                    <a:pt x="16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16" y="72"/>
                  </a:lnTo>
                  <a:lnTo>
                    <a:pt x="32" y="72"/>
                  </a:lnTo>
                  <a:lnTo>
                    <a:pt x="32" y="80"/>
                  </a:lnTo>
                  <a:lnTo>
                    <a:pt x="40" y="88"/>
                  </a:lnTo>
                  <a:lnTo>
                    <a:pt x="40" y="104"/>
                  </a:lnTo>
                  <a:lnTo>
                    <a:pt x="48" y="104"/>
                  </a:lnTo>
                  <a:lnTo>
                    <a:pt x="48" y="120"/>
                  </a:lnTo>
                  <a:lnTo>
                    <a:pt x="40" y="152"/>
                  </a:lnTo>
                  <a:lnTo>
                    <a:pt x="48" y="160"/>
                  </a:lnTo>
                  <a:lnTo>
                    <a:pt x="56" y="160"/>
                  </a:lnTo>
                  <a:lnTo>
                    <a:pt x="72" y="160"/>
                  </a:lnTo>
                  <a:lnTo>
                    <a:pt x="80" y="160"/>
                  </a:lnTo>
                  <a:lnTo>
                    <a:pt x="88" y="168"/>
                  </a:lnTo>
                  <a:lnTo>
                    <a:pt x="96" y="168"/>
                  </a:lnTo>
                  <a:lnTo>
                    <a:pt x="104" y="152"/>
                  </a:lnTo>
                  <a:lnTo>
                    <a:pt x="112" y="152"/>
                  </a:lnTo>
                  <a:lnTo>
                    <a:pt x="128" y="152"/>
                  </a:lnTo>
                  <a:lnTo>
                    <a:pt x="153" y="136"/>
                  </a:lnTo>
                  <a:lnTo>
                    <a:pt x="161" y="136"/>
                  </a:lnTo>
                  <a:lnTo>
                    <a:pt x="153" y="128"/>
                  </a:lnTo>
                  <a:lnTo>
                    <a:pt x="145" y="12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Freeform 697"/>
            <p:cNvSpPr>
              <a:spLocks/>
            </p:cNvSpPr>
            <p:nvPr/>
          </p:nvSpPr>
          <p:spPr bwMode="auto">
            <a:xfrm>
              <a:off x="4580225" y="2681292"/>
              <a:ext cx="203971" cy="193004"/>
            </a:xfrm>
            <a:custGeom>
              <a:avLst/>
              <a:gdLst>
                <a:gd name="T0" fmla="*/ 2147483647 w 152"/>
                <a:gd name="T1" fmla="*/ 0 h 144"/>
                <a:gd name="T2" fmla="*/ 2147483647 w 152"/>
                <a:gd name="T3" fmla="*/ 0 h 144"/>
                <a:gd name="T4" fmla="*/ 2147483647 w 152"/>
                <a:gd name="T5" fmla="*/ 0 h 144"/>
                <a:gd name="T6" fmla="*/ 2147483647 w 152"/>
                <a:gd name="T7" fmla="*/ 0 h 144"/>
                <a:gd name="T8" fmla="*/ 2147483647 w 152"/>
                <a:gd name="T9" fmla="*/ 2147483647 h 144"/>
                <a:gd name="T10" fmla="*/ 2147483647 w 152"/>
                <a:gd name="T11" fmla="*/ 2147483647 h 144"/>
                <a:gd name="T12" fmla="*/ 2147483647 w 152"/>
                <a:gd name="T13" fmla="*/ 2147483647 h 144"/>
                <a:gd name="T14" fmla="*/ 2147483647 w 152"/>
                <a:gd name="T15" fmla="*/ 2147483647 h 144"/>
                <a:gd name="T16" fmla="*/ 0 w 152"/>
                <a:gd name="T17" fmla="*/ 2147483647 h 144"/>
                <a:gd name="T18" fmla="*/ 2147483647 w 152"/>
                <a:gd name="T19" fmla="*/ 2147483647 h 144"/>
                <a:gd name="T20" fmla="*/ 2147483647 w 152"/>
                <a:gd name="T21" fmla="*/ 2147483647 h 144"/>
                <a:gd name="T22" fmla="*/ 2147483647 w 152"/>
                <a:gd name="T23" fmla="*/ 2147483647 h 144"/>
                <a:gd name="T24" fmla="*/ 2147483647 w 152"/>
                <a:gd name="T25" fmla="*/ 2147483647 h 144"/>
                <a:gd name="T26" fmla="*/ 2147483647 w 152"/>
                <a:gd name="T27" fmla="*/ 2147483647 h 144"/>
                <a:gd name="T28" fmla="*/ 2147483647 w 152"/>
                <a:gd name="T29" fmla="*/ 2147483647 h 144"/>
                <a:gd name="T30" fmla="*/ 2147483647 w 152"/>
                <a:gd name="T31" fmla="*/ 2147483647 h 144"/>
                <a:gd name="T32" fmla="*/ 2147483647 w 152"/>
                <a:gd name="T33" fmla="*/ 2147483647 h 144"/>
                <a:gd name="T34" fmla="*/ 2147483647 w 152"/>
                <a:gd name="T35" fmla="*/ 2147483647 h 144"/>
                <a:gd name="T36" fmla="*/ 2147483647 w 152"/>
                <a:gd name="T37" fmla="*/ 2147483647 h 144"/>
                <a:gd name="T38" fmla="*/ 2147483647 w 152"/>
                <a:gd name="T39" fmla="*/ 2147483647 h 144"/>
                <a:gd name="T40" fmla="*/ 2147483647 w 152"/>
                <a:gd name="T41" fmla="*/ 2147483647 h 144"/>
                <a:gd name="T42" fmla="*/ 2147483647 w 152"/>
                <a:gd name="T43" fmla="*/ 2147483647 h 144"/>
                <a:gd name="T44" fmla="*/ 2147483647 w 152"/>
                <a:gd name="T45" fmla="*/ 2147483647 h 144"/>
                <a:gd name="T46" fmla="*/ 2147483647 w 152"/>
                <a:gd name="T47" fmla="*/ 2147483647 h 144"/>
                <a:gd name="T48" fmla="*/ 2147483647 w 152"/>
                <a:gd name="T49" fmla="*/ 2147483647 h 144"/>
                <a:gd name="T50" fmla="*/ 2147483647 w 152"/>
                <a:gd name="T51" fmla="*/ 2147483647 h 144"/>
                <a:gd name="T52" fmla="*/ 2147483647 w 152"/>
                <a:gd name="T53" fmla="*/ 2147483647 h 144"/>
                <a:gd name="T54" fmla="*/ 2147483647 w 152"/>
                <a:gd name="T55" fmla="*/ 2147483647 h 144"/>
                <a:gd name="T56" fmla="*/ 2147483647 w 152"/>
                <a:gd name="T57" fmla="*/ 2147483647 h 144"/>
                <a:gd name="T58" fmla="*/ 2147483647 w 152"/>
                <a:gd name="T59" fmla="*/ 2147483647 h 144"/>
                <a:gd name="T60" fmla="*/ 2147483647 w 152"/>
                <a:gd name="T61" fmla="*/ 0 h 14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52"/>
                <a:gd name="T94" fmla="*/ 0 h 144"/>
                <a:gd name="T95" fmla="*/ 152 w 152"/>
                <a:gd name="T96" fmla="*/ 144 h 144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52" h="144">
                  <a:moveTo>
                    <a:pt x="88" y="0"/>
                  </a:moveTo>
                  <a:lnTo>
                    <a:pt x="72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40" y="8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40" y="48"/>
                  </a:lnTo>
                  <a:lnTo>
                    <a:pt x="56" y="72"/>
                  </a:lnTo>
                  <a:lnTo>
                    <a:pt x="64" y="88"/>
                  </a:lnTo>
                  <a:lnTo>
                    <a:pt x="96" y="104"/>
                  </a:lnTo>
                  <a:lnTo>
                    <a:pt x="112" y="128"/>
                  </a:lnTo>
                  <a:lnTo>
                    <a:pt x="120" y="144"/>
                  </a:lnTo>
                  <a:lnTo>
                    <a:pt x="128" y="128"/>
                  </a:lnTo>
                  <a:lnTo>
                    <a:pt x="128" y="112"/>
                  </a:lnTo>
                  <a:lnTo>
                    <a:pt x="144" y="120"/>
                  </a:lnTo>
                  <a:lnTo>
                    <a:pt x="152" y="120"/>
                  </a:lnTo>
                  <a:lnTo>
                    <a:pt x="128" y="96"/>
                  </a:lnTo>
                  <a:lnTo>
                    <a:pt x="112" y="88"/>
                  </a:lnTo>
                  <a:lnTo>
                    <a:pt x="104" y="80"/>
                  </a:lnTo>
                  <a:lnTo>
                    <a:pt x="88" y="56"/>
                  </a:lnTo>
                  <a:lnTo>
                    <a:pt x="80" y="40"/>
                  </a:lnTo>
                  <a:lnTo>
                    <a:pt x="80" y="24"/>
                  </a:lnTo>
                  <a:lnTo>
                    <a:pt x="88" y="24"/>
                  </a:lnTo>
                  <a:lnTo>
                    <a:pt x="88" y="16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698"/>
            <p:cNvSpPr>
              <a:spLocks/>
            </p:cNvSpPr>
            <p:nvPr/>
          </p:nvSpPr>
          <p:spPr bwMode="auto">
            <a:xfrm>
              <a:off x="4557196" y="2455389"/>
              <a:ext cx="162299" cy="203971"/>
            </a:xfrm>
            <a:custGeom>
              <a:avLst/>
              <a:gdLst>
                <a:gd name="T0" fmla="*/ 2147483647 w 121"/>
                <a:gd name="T1" fmla="*/ 2147483647 h 152"/>
                <a:gd name="T2" fmla="*/ 2147483647 w 121"/>
                <a:gd name="T3" fmla="*/ 2147483647 h 152"/>
                <a:gd name="T4" fmla="*/ 2147483647 w 121"/>
                <a:gd name="T5" fmla="*/ 2147483647 h 152"/>
                <a:gd name="T6" fmla="*/ 2147483647 w 121"/>
                <a:gd name="T7" fmla="*/ 2147483647 h 152"/>
                <a:gd name="T8" fmla="*/ 2147483647 w 121"/>
                <a:gd name="T9" fmla="*/ 2147483647 h 152"/>
                <a:gd name="T10" fmla="*/ 2147483647 w 121"/>
                <a:gd name="T11" fmla="*/ 2147483647 h 152"/>
                <a:gd name="T12" fmla="*/ 2147483647 w 121"/>
                <a:gd name="T13" fmla="*/ 2147483647 h 152"/>
                <a:gd name="T14" fmla="*/ 2147483647 w 121"/>
                <a:gd name="T15" fmla="*/ 2147483647 h 152"/>
                <a:gd name="T16" fmla="*/ 0 w 121"/>
                <a:gd name="T17" fmla="*/ 2147483647 h 152"/>
                <a:gd name="T18" fmla="*/ 2147483647 w 121"/>
                <a:gd name="T19" fmla="*/ 2147483647 h 152"/>
                <a:gd name="T20" fmla="*/ 2147483647 w 121"/>
                <a:gd name="T21" fmla="*/ 2147483647 h 152"/>
                <a:gd name="T22" fmla="*/ 2147483647 w 121"/>
                <a:gd name="T23" fmla="*/ 2147483647 h 152"/>
                <a:gd name="T24" fmla="*/ 2147483647 w 121"/>
                <a:gd name="T25" fmla="*/ 2147483647 h 152"/>
                <a:gd name="T26" fmla="*/ 2147483647 w 121"/>
                <a:gd name="T27" fmla="*/ 2147483647 h 152"/>
                <a:gd name="T28" fmla="*/ 2147483647 w 121"/>
                <a:gd name="T29" fmla="*/ 2147483647 h 152"/>
                <a:gd name="T30" fmla="*/ 2147483647 w 121"/>
                <a:gd name="T31" fmla="*/ 2147483647 h 152"/>
                <a:gd name="T32" fmla="*/ 2147483647 w 121"/>
                <a:gd name="T33" fmla="*/ 2147483647 h 152"/>
                <a:gd name="T34" fmla="*/ 2147483647 w 121"/>
                <a:gd name="T35" fmla="*/ 2147483647 h 152"/>
                <a:gd name="T36" fmla="*/ 2147483647 w 121"/>
                <a:gd name="T37" fmla="*/ 2147483647 h 152"/>
                <a:gd name="T38" fmla="*/ 2147483647 w 121"/>
                <a:gd name="T39" fmla="*/ 2147483647 h 152"/>
                <a:gd name="T40" fmla="*/ 2147483647 w 121"/>
                <a:gd name="T41" fmla="*/ 2147483647 h 152"/>
                <a:gd name="T42" fmla="*/ 2147483647 w 121"/>
                <a:gd name="T43" fmla="*/ 2147483647 h 152"/>
                <a:gd name="T44" fmla="*/ 2147483647 w 121"/>
                <a:gd name="T45" fmla="*/ 2147483647 h 152"/>
                <a:gd name="T46" fmla="*/ 2147483647 w 121"/>
                <a:gd name="T47" fmla="*/ 2147483647 h 152"/>
                <a:gd name="T48" fmla="*/ 2147483647 w 121"/>
                <a:gd name="T49" fmla="*/ 2147483647 h 152"/>
                <a:gd name="T50" fmla="*/ 2147483647 w 121"/>
                <a:gd name="T51" fmla="*/ 2147483647 h 152"/>
                <a:gd name="T52" fmla="*/ 2147483647 w 121"/>
                <a:gd name="T53" fmla="*/ 2147483647 h 152"/>
                <a:gd name="T54" fmla="*/ 2147483647 w 121"/>
                <a:gd name="T55" fmla="*/ 2147483647 h 152"/>
                <a:gd name="T56" fmla="*/ 2147483647 w 121"/>
                <a:gd name="T57" fmla="*/ 2147483647 h 152"/>
                <a:gd name="T58" fmla="*/ 2147483647 w 121"/>
                <a:gd name="T59" fmla="*/ 2147483647 h 152"/>
                <a:gd name="T60" fmla="*/ 2147483647 w 121"/>
                <a:gd name="T61" fmla="*/ 2147483647 h 152"/>
                <a:gd name="T62" fmla="*/ 2147483647 w 121"/>
                <a:gd name="T63" fmla="*/ 2147483647 h 152"/>
                <a:gd name="T64" fmla="*/ 2147483647 w 121"/>
                <a:gd name="T65" fmla="*/ 2147483647 h 152"/>
                <a:gd name="T66" fmla="*/ 2147483647 w 121"/>
                <a:gd name="T67" fmla="*/ 2147483647 h 152"/>
                <a:gd name="T68" fmla="*/ 2147483647 w 121"/>
                <a:gd name="T69" fmla="*/ 2147483647 h 152"/>
                <a:gd name="T70" fmla="*/ 2147483647 w 121"/>
                <a:gd name="T71" fmla="*/ 2147483647 h 152"/>
                <a:gd name="T72" fmla="*/ 2147483647 w 121"/>
                <a:gd name="T73" fmla="*/ 2147483647 h 152"/>
                <a:gd name="T74" fmla="*/ 2147483647 w 121"/>
                <a:gd name="T75" fmla="*/ 2147483647 h 152"/>
                <a:gd name="T76" fmla="*/ 2147483647 w 121"/>
                <a:gd name="T77" fmla="*/ 2147483647 h 152"/>
                <a:gd name="T78" fmla="*/ 2147483647 w 121"/>
                <a:gd name="T79" fmla="*/ 2147483647 h 152"/>
                <a:gd name="T80" fmla="*/ 2147483647 w 121"/>
                <a:gd name="T81" fmla="*/ 2147483647 h 152"/>
                <a:gd name="T82" fmla="*/ 2147483647 w 121"/>
                <a:gd name="T83" fmla="*/ 2147483647 h 152"/>
                <a:gd name="T84" fmla="*/ 2147483647 w 121"/>
                <a:gd name="T85" fmla="*/ 2147483647 h 152"/>
                <a:gd name="T86" fmla="*/ 2147483647 w 121"/>
                <a:gd name="T87" fmla="*/ 2147483647 h 152"/>
                <a:gd name="T88" fmla="*/ 2147483647 w 121"/>
                <a:gd name="T89" fmla="*/ 2147483647 h 152"/>
                <a:gd name="T90" fmla="*/ 2147483647 w 121"/>
                <a:gd name="T91" fmla="*/ 0 h 152"/>
                <a:gd name="T92" fmla="*/ 2147483647 w 121"/>
                <a:gd name="T93" fmla="*/ 2147483647 h 152"/>
                <a:gd name="T94" fmla="*/ 2147483647 w 121"/>
                <a:gd name="T95" fmla="*/ 2147483647 h 152"/>
                <a:gd name="T96" fmla="*/ 2147483647 w 121"/>
                <a:gd name="T97" fmla="*/ 2147483647 h 152"/>
                <a:gd name="T98" fmla="*/ 2147483647 w 121"/>
                <a:gd name="T99" fmla="*/ 2147483647 h 152"/>
                <a:gd name="T100" fmla="*/ 2147483647 w 121"/>
                <a:gd name="T101" fmla="*/ 2147483647 h 152"/>
                <a:gd name="T102" fmla="*/ 2147483647 w 121"/>
                <a:gd name="T103" fmla="*/ 2147483647 h 15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21"/>
                <a:gd name="T157" fmla="*/ 0 h 152"/>
                <a:gd name="T158" fmla="*/ 121 w 121"/>
                <a:gd name="T159" fmla="*/ 152 h 15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21" h="152">
                  <a:moveTo>
                    <a:pt x="25" y="40"/>
                  </a:moveTo>
                  <a:lnTo>
                    <a:pt x="17" y="48"/>
                  </a:lnTo>
                  <a:lnTo>
                    <a:pt x="17" y="64"/>
                  </a:lnTo>
                  <a:lnTo>
                    <a:pt x="9" y="72"/>
                  </a:lnTo>
                  <a:lnTo>
                    <a:pt x="9" y="80"/>
                  </a:lnTo>
                  <a:lnTo>
                    <a:pt x="9" y="88"/>
                  </a:lnTo>
                  <a:lnTo>
                    <a:pt x="9" y="96"/>
                  </a:lnTo>
                  <a:lnTo>
                    <a:pt x="9" y="104"/>
                  </a:lnTo>
                  <a:lnTo>
                    <a:pt x="0" y="112"/>
                  </a:lnTo>
                  <a:lnTo>
                    <a:pt x="17" y="120"/>
                  </a:lnTo>
                  <a:lnTo>
                    <a:pt x="25" y="120"/>
                  </a:lnTo>
                  <a:lnTo>
                    <a:pt x="33" y="128"/>
                  </a:lnTo>
                  <a:lnTo>
                    <a:pt x="25" y="136"/>
                  </a:lnTo>
                  <a:lnTo>
                    <a:pt x="25" y="152"/>
                  </a:lnTo>
                  <a:lnTo>
                    <a:pt x="33" y="152"/>
                  </a:lnTo>
                  <a:lnTo>
                    <a:pt x="41" y="152"/>
                  </a:lnTo>
                  <a:lnTo>
                    <a:pt x="49" y="152"/>
                  </a:lnTo>
                  <a:lnTo>
                    <a:pt x="57" y="152"/>
                  </a:lnTo>
                  <a:lnTo>
                    <a:pt x="65" y="152"/>
                  </a:lnTo>
                  <a:lnTo>
                    <a:pt x="73" y="152"/>
                  </a:lnTo>
                  <a:lnTo>
                    <a:pt x="89" y="152"/>
                  </a:lnTo>
                  <a:lnTo>
                    <a:pt x="97" y="152"/>
                  </a:lnTo>
                  <a:lnTo>
                    <a:pt x="97" y="144"/>
                  </a:lnTo>
                  <a:lnTo>
                    <a:pt x="97" y="136"/>
                  </a:lnTo>
                  <a:lnTo>
                    <a:pt x="105" y="136"/>
                  </a:lnTo>
                  <a:lnTo>
                    <a:pt x="105" y="128"/>
                  </a:lnTo>
                  <a:lnTo>
                    <a:pt x="97" y="112"/>
                  </a:lnTo>
                  <a:lnTo>
                    <a:pt x="89" y="104"/>
                  </a:lnTo>
                  <a:lnTo>
                    <a:pt x="81" y="104"/>
                  </a:lnTo>
                  <a:lnTo>
                    <a:pt x="89" y="96"/>
                  </a:lnTo>
                  <a:lnTo>
                    <a:pt x="97" y="96"/>
                  </a:lnTo>
                  <a:lnTo>
                    <a:pt x="105" y="88"/>
                  </a:lnTo>
                  <a:lnTo>
                    <a:pt x="113" y="88"/>
                  </a:lnTo>
                  <a:lnTo>
                    <a:pt x="121" y="88"/>
                  </a:lnTo>
                  <a:lnTo>
                    <a:pt x="121" y="72"/>
                  </a:lnTo>
                  <a:lnTo>
                    <a:pt x="113" y="56"/>
                  </a:lnTo>
                  <a:lnTo>
                    <a:pt x="113" y="48"/>
                  </a:lnTo>
                  <a:lnTo>
                    <a:pt x="113" y="40"/>
                  </a:lnTo>
                  <a:lnTo>
                    <a:pt x="113" y="32"/>
                  </a:lnTo>
                  <a:lnTo>
                    <a:pt x="113" y="24"/>
                  </a:lnTo>
                  <a:lnTo>
                    <a:pt x="97" y="16"/>
                  </a:lnTo>
                  <a:lnTo>
                    <a:pt x="81" y="24"/>
                  </a:lnTo>
                  <a:lnTo>
                    <a:pt x="73" y="16"/>
                  </a:lnTo>
                  <a:lnTo>
                    <a:pt x="73" y="8"/>
                  </a:lnTo>
                  <a:lnTo>
                    <a:pt x="57" y="8"/>
                  </a:lnTo>
                  <a:lnTo>
                    <a:pt x="49" y="0"/>
                  </a:lnTo>
                  <a:lnTo>
                    <a:pt x="49" y="8"/>
                  </a:lnTo>
                  <a:lnTo>
                    <a:pt x="41" y="24"/>
                  </a:lnTo>
                  <a:lnTo>
                    <a:pt x="41" y="32"/>
                  </a:lnTo>
                  <a:lnTo>
                    <a:pt x="33" y="32"/>
                  </a:lnTo>
                  <a:lnTo>
                    <a:pt x="25" y="32"/>
                  </a:lnTo>
                  <a:lnTo>
                    <a:pt x="25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699"/>
            <p:cNvSpPr>
              <a:spLocks/>
            </p:cNvSpPr>
            <p:nvPr/>
          </p:nvSpPr>
          <p:spPr bwMode="auto">
            <a:xfrm>
              <a:off x="4525394" y="2499254"/>
              <a:ext cx="65797" cy="74570"/>
            </a:xfrm>
            <a:custGeom>
              <a:avLst/>
              <a:gdLst>
                <a:gd name="T0" fmla="*/ 2147483647 w 49"/>
                <a:gd name="T1" fmla="*/ 2147483647 h 56"/>
                <a:gd name="T2" fmla="*/ 2147483647 w 49"/>
                <a:gd name="T3" fmla="*/ 2147483647 h 56"/>
                <a:gd name="T4" fmla="*/ 2147483647 w 49"/>
                <a:gd name="T5" fmla="*/ 2147483647 h 56"/>
                <a:gd name="T6" fmla="*/ 2147483647 w 49"/>
                <a:gd name="T7" fmla="*/ 2147483647 h 56"/>
                <a:gd name="T8" fmla="*/ 2147483647 w 49"/>
                <a:gd name="T9" fmla="*/ 2147483647 h 56"/>
                <a:gd name="T10" fmla="*/ 2147483647 w 49"/>
                <a:gd name="T11" fmla="*/ 2147483647 h 56"/>
                <a:gd name="T12" fmla="*/ 2147483647 w 49"/>
                <a:gd name="T13" fmla="*/ 2147483647 h 56"/>
                <a:gd name="T14" fmla="*/ 2147483647 w 49"/>
                <a:gd name="T15" fmla="*/ 2147483647 h 56"/>
                <a:gd name="T16" fmla="*/ 2147483647 w 49"/>
                <a:gd name="T17" fmla="*/ 2147483647 h 56"/>
                <a:gd name="T18" fmla="*/ 2147483647 w 49"/>
                <a:gd name="T19" fmla="*/ 0 h 56"/>
                <a:gd name="T20" fmla="*/ 2147483647 w 49"/>
                <a:gd name="T21" fmla="*/ 0 h 56"/>
                <a:gd name="T22" fmla="*/ 2147483647 w 49"/>
                <a:gd name="T23" fmla="*/ 2147483647 h 56"/>
                <a:gd name="T24" fmla="*/ 2147483647 w 49"/>
                <a:gd name="T25" fmla="*/ 2147483647 h 56"/>
                <a:gd name="T26" fmla="*/ 2147483647 w 49"/>
                <a:gd name="T27" fmla="*/ 2147483647 h 56"/>
                <a:gd name="T28" fmla="*/ 2147483647 w 49"/>
                <a:gd name="T29" fmla="*/ 2147483647 h 56"/>
                <a:gd name="T30" fmla="*/ 0 w 49"/>
                <a:gd name="T31" fmla="*/ 2147483647 h 56"/>
                <a:gd name="T32" fmla="*/ 2147483647 w 49"/>
                <a:gd name="T33" fmla="*/ 2147483647 h 56"/>
                <a:gd name="T34" fmla="*/ 2147483647 w 49"/>
                <a:gd name="T35" fmla="*/ 2147483647 h 5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9"/>
                <a:gd name="T55" fmla="*/ 0 h 56"/>
                <a:gd name="T56" fmla="*/ 49 w 49"/>
                <a:gd name="T57" fmla="*/ 56 h 5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9" h="56">
                  <a:moveTo>
                    <a:pt x="16" y="48"/>
                  </a:moveTo>
                  <a:lnTo>
                    <a:pt x="24" y="48"/>
                  </a:lnTo>
                  <a:lnTo>
                    <a:pt x="24" y="56"/>
                  </a:lnTo>
                  <a:lnTo>
                    <a:pt x="33" y="56"/>
                  </a:lnTo>
                  <a:lnTo>
                    <a:pt x="33" y="48"/>
                  </a:lnTo>
                  <a:lnTo>
                    <a:pt x="33" y="40"/>
                  </a:lnTo>
                  <a:lnTo>
                    <a:pt x="41" y="32"/>
                  </a:lnTo>
                  <a:lnTo>
                    <a:pt x="41" y="16"/>
                  </a:lnTo>
                  <a:lnTo>
                    <a:pt x="49" y="8"/>
                  </a:lnTo>
                  <a:lnTo>
                    <a:pt x="49" y="0"/>
                  </a:lnTo>
                  <a:lnTo>
                    <a:pt x="41" y="0"/>
                  </a:lnTo>
                  <a:lnTo>
                    <a:pt x="24" y="8"/>
                  </a:lnTo>
                  <a:lnTo>
                    <a:pt x="24" y="16"/>
                  </a:lnTo>
                  <a:lnTo>
                    <a:pt x="16" y="8"/>
                  </a:lnTo>
                  <a:lnTo>
                    <a:pt x="8" y="32"/>
                  </a:lnTo>
                  <a:lnTo>
                    <a:pt x="0" y="40"/>
                  </a:lnTo>
                  <a:lnTo>
                    <a:pt x="8" y="48"/>
                  </a:lnTo>
                  <a:lnTo>
                    <a:pt x="16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700"/>
            <p:cNvSpPr>
              <a:spLocks/>
            </p:cNvSpPr>
            <p:nvPr/>
          </p:nvSpPr>
          <p:spPr bwMode="auto">
            <a:xfrm>
              <a:off x="4580225" y="2681292"/>
              <a:ext cx="203971" cy="193004"/>
            </a:xfrm>
            <a:custGeom>
              <a:avLst/>
              <a:gdLst>
                <a:gd name="T0" fmla="*/ 2147483647 w 152"/>
                <a:gd name="T1" fmla="*/ 0 h 144"/>
                <a:gd name="T2" fmla="*/ 2147483647 w 152"/>
                <a:gd name="T3" fmla="*/ 0 h 144"/>
                <a:gd name="T4" fmla="*/ 2147483647 w 152"/>
                <a:gd name="T5" fmla="*/ 0 h 144"/>
                <a:gd name="T6" fmla="*/ 2147483647 w 152"/>
                <a:gd name="T7" fmla="*/ 0 h 144"/>
                <a:gd name="T8" fmla="*/ 2147483647 w 152"/>
                <a:gd name="T9" fmla="*/ 0 h 144"/>
                <a:gd name="T10" fmla="*/ 2147483647 w 152"/>
                <a:gd name="T11" fmla="*/ 2147483647 h 144"/>
                <a:gd name="T12" fmla="*/ 2147483647 w 152"/>
                <a:gd name="T13" fmla="*/ 2147483647 h 144"/>
                <a:gd name="T14" fmla="*/ 2147483647 w 152"/>
                <a:gd name="T15" fmla="*/ 2147483647 h 144"/>
                <a:gd name="T16" fmla="*/ 2147483647 w 152"/>
                <a:gd name="T17" fmla="*/ 2147483647 h 144"/>
                <a:gd name="T18" fmla="*/ 2147483647 w 152"/>
                <a:gd name="T19" fmla="*/ 2147483647 h 144"/>
                <a:gd name="T20" fmla="*/ 2147483647 w 152"/>
                <a:gd name="T21" fmla="*/ 2147483647 h 144"/>
                <a:gd name="T22" fmla="*/ 0 w 152"/>
                <a:gd name="T23" fmla="*/ 2147483647 h 144"/>
                <a:gd name="T24" fmla="*/ 2147483647 w 152"/>
                <a:gd name="T25" fmla="*/ 2147483647 h 144"/>
                <a:gd name="T26" fmla="*/ 2147483647 w 152"/>
                <a:gd name="T27" fmla="*/ 2147483647 h 144"/>
                <a:gd name="T28" fmla="*/ 2147483647 w 152"/>
                <a:gd name="T29" fmla="*/ 2147483647 h 144"/>
                <a:gd name="T30" fmla="*/ 2147483647 w 152"/>
                <a:gd name="T31" fmla="*/ 2147483647 h 144"/>
                <a:gd name="T32" fmla="*/ 2147483647 w 152"/>
                <a:gd name="T33" fmla="*/ 2147483647 h 144"/>
                <a:gd name="T34" fmla="*/ 2147483647 w 152"/>
                <a:gd name="T35" fmla="*/ 2147483647 h 144"/>
                <a:gd name="T36" fmla="*/ 2147483647 w 152"/>
                <a:gd name="T37" fmla="*/ 2147483647 h 144"/>
                <a:gd name="T38" fmla="*/ 2147483647 w 152"/>
                <a:gd name="T39" fmla="*/ 2147483647 h 144"/>
                <a:gd name="T40" fmla="*/ 2147483647 w 152"/>
                <a:gd name="T41" fmla="*/ 2147483647 h 144"/>
                <a:gd name="T42" fmla="*/ 2147483647 w 152"/>
                <a:gd name="T43" fmla="*/ 2147483647 h 144"/>
                <a:gd name="T44" fmla="*/ 2147483647 w 152"/>
                <a:gd name="T45" fmla="*/ 2147483647 h 144"/>
                <a:gd name="T46" fmla="*/ 2147483647 w 152"/>
                <a:gd name="T47" fmla="*/ 2147483647 h 144"/>
                <a:gd name="T48" fmla="*/ 2147483647 w 152"/>
                <a:gd name="T49" fmla="*/ 2147483647 h 144"/>
                <a:gd name="T50" fmla="*/ 2147483647 w 152"/>
                <a:gd name="T51" fmla="*/ 2147483647 h 144"/>
                <a:gd name="T52" fmla="*/ 2147483647 w 152"/>
                <a:gd name="T53" fmla="*/ 2147483647 h 144"/>
                <a:gd name="T54" fmla="*/ 2147483647 w 152"/>
                <a:gd name="T55" fmla="*/ 2147483647 h 144"/>
                <a:gd name="T56" fmla="*/ 2147483647 w 152"/>
                <a:gd name="T57" fmla="*/ 2147483647 h 144"/>
                <a:gd name="T58" fmla="*/ 2147483647 w 152"/>
                <a:gd name="T59" fmla="*/ 2147483647 h 144"/>
                <a:gd name="T60" fmla="*/ 2147483647 w 152"/>
                <a:gd name="T61" fmla="*/ 2147483647 h 144"/>
                <a:gd name="T62" fmla="*/ 2147483647 w 152"/>
                <a:gd name="T63" fmla="*/ 2147483647 h 144"/>
                <a:gd name="T64" fmla="*/ 2147483647 w 152"/>
                <a:gd name="T65" fmla="*/ 2147483647 h 144"/>
                <a:gd name="T66" fmla="*/ 2147483647 w 152"/>
                <a:gd name="T67" fmla="*/ 0 h 14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52"/>
                <a:gd name="T103" fmla="*/ 0 h 144"/>
                <a:gd name="T104" fmla="*/ 152 w 152"/>
                <a:gd name="T105" fmla="*/ 144 h 14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52" h="144">
                  <a:moveTo>
                    <a:pt x="88" y="0"/>
                  </a:moveTo>
                  <a:lnTo>
                    <a:pt x="72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40" y="8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40" y="48"/>
                  </a:lnTo>
                  <a:lnTo>
                    <a:pt x="56" y="72"/>
                  </a:lnTo>
                  <a:lnTo>
                    <a:pt x="64" y="88"/>
                  </a:lnTo>
                  <a:lnTo>
                    <a:pt x="96" y="104"/>
                  </a:lnTo>
                  <a:lnTo>
                    <a:pt x="112" y="128"/>
                  </a:lnTo>
                  <a:lnTo>
                    <a:pt x="120" y="144"/>
                  </a:lnTo>
                  <a:lnTo>
                    <a:pt x="128" y="128"/>
                  </a:lnTo>
                  <a:lnTo>
                    <a:pt x="128" y="112"/>
                  </a:lnTo>
                  <a:lnTo>
                    <a:pt x="144" y="120"/>
                  </a:lnTo>
                  <a:lnTo>
                    <a:pt x="152" y="120"/>
                  </a:lnTo>
                  <a:lnTo>
                    <a:pt x="128" y="96"/>
                  </a:lnTo>
                  <a:lnTo>
                    <a:pt x="112" y="88"/>
                  </a:lnTo>
                  <a:lnTo>
                    <a:pt x="104" y="80"/>
                  </a:lnTo>
                  <a:lnTo>
                    <a:pt x="88" y="56"/>
                  </a:lnTo>
                  <a:lnTo>
                    <a:pt x="80" y="40"/>
                  </a:lnTo>
                  <a:lnTo>
                    <a:pt x="80" y="24"/>
                  </a:lnTo>
                  <a:lnTo>
                    <a:pt x="88" y="24"/>
                  </a:lnTo>
                  <a:lnTo>
                    <a:pt x="88" y="16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701"/>
            <p:cNvSpPr>
              <a:spLocks/>
            </p:cNvSpPr>
            <p:nvPr/>
          </p:nvSpPr>
          <p:spPr bwMode="auto">
            <a:xfrm>
              <a:off x="4525394" y="2499254"/>
              <a:ext cx="65797" cy="74570"/>
            </a:xfrm>
            <a:custGeom>
              <a:avLst/>
              <a:gdLst>
                <a:gd name="T0" fmla="*/ 2147483647 w 49"/>
                <a:gd name="T1" fmla="*/ 2147483647 h 56"/>
                <a:gd name="T2" fmla="*/ 2147483647 w 49"/>
                <a:gd name="T3" fmla="*/ 2147483647 h 56"/>
                <a:gd name="T4" fmla="*/ 2147483647 w 49"/>
                <a:gd name="T5" fmla="*/ 2147483647 h 56"/>
                <a:gd name="T6" fmla="*/ 2147483647 w 49"/>
                <a:gd name="T7" fmla="*/ 2147483647 h 56"/>
                <a:gd name="T8" fmla="*/ 2147483647 w 49"/>
                <a:gd name="T9" fmla="*/ 2147483647 h 56"/>
                <a:gd name="T10" fmla="*/ 2147483647 w 49"/>
                <a:gd name="T11" fmla="*/ 2147483647 h 56"/>
                <a:gd name="T12" fmla="*/ 2147483647 w 49"/>
                <a:gd name="T13" fmla="*/ 2147483647 h 56"/>
                <a:gd name="T14" fmla="*/ 2147483647 w 49"/>
                <a:gd name="T15" fmla="*/ 2147483647 h 56"/>
                <a:gd name="T16" fmla="*/ 2147483647 w 49"/>
                <a:gd name="T17" fmla="*/ 2147483647 h 56"/>
                <a:gd name="T18" fmla="*/ 2147483647 w 49"/>
                <a:gd name="T19" fmla="*/ 0 h 56"/>
                <a:gd name="T20" fmla="*/ 2147483647 w 49"/>
                <a:gd name="T21" fmla="*/ 0 h 56"/>
                <a:gd name="T22" fmla="*/ 2147483647 w 49"/>
                <a:gd name="T23" fmla="*/ 0 h 56"/>
                <a:gd name="T24" fmla="*/ 2147483647 w 49"/>
                <a:gd name="T25" fmla="*/ 2147483647 h 56"/>
                <a:gd name="T26" fmla="*/ 2147483647 w 49"/>
                <a:gd name="T27" fmla="*/ 2147483647 h 56"/>
                <a:gd name="T28" fmla="*/ 2147483647 w 49"/>
                <a:gd name="T29" fmla="*/ 2147483647 h 56"/>
                <a:gd name="T30" fmla="*/ 2147483647 w 49"/>
                <a:gd name="T31" fmla="*/ 2147483647 h 56"/>
                <a:gd name="T32" fmla="*/ 0 w 49"/>
                <a:gd name="T33" fmla="*/ 2147483647 h 56"/>
                <a:gd name="T34" fmla="*/ 2147483647 w 49"/>
                <a:gd name="T35" fmla="*/ 2147483647 h 56"/>
                <a:gd name="T36" fmla="*/ 2147483647 w 49"/>
                <a:gd name="T37" fmla="*/ 2147483647 h 5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9"/>
                <a:gd name="T58" fmla="*/ 0 h 56"/>
                <a:gd name="T59" fmla="*/ 49 w 49"/>
                <a:gd name="T60" fmla="*/ 56 h 5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9" h="56">
                  <a:moveTo>
                    <a:pt x="16" y="48"/>
                  </a:moveTo>
                  <a:lnTo>
                    <a:pt x="24" y="48"/>
                  </a:lnTo>
                  <a:lnTo>
                    <a:pt x="24" y="56"/>
                  </a:lnTo>
                  <a:lnTo>
                    <a:pt x="33" y="56"/>
                  </a:lnTo>
                  <a:lnTo>
                    <a:pt x="33" y="48"/>
                  </a:lnTo>
                  <a:lnTo>
                    <a:pt x="33" y="40"/>
                  </a:lnTo>
                  <a:lnTo>
                    <a:pt x="41" y="32"/>
                  </a:lnTo>
                  <a:lnTo>
                    <a:pt x="41" y="16"/>
                  </a:lnTo>
                  <a:lnTo>
                    <a:pt x="49" y="8"/>
                  </a:lnTo>
                  <a:lnTo>
                    <a:pt x="49" y="0"/>
                  </a:lnTo>
                  <a:lnTo>
                    <a:pt x="41" y="0"/>
                  </a:lnTo>
                  <a:lnTo>
                    <a:pt x="24" y="8"/>
                  </a:lnTo>
                  <a:lnTo>
                    <a:pt x="24" y="16"/>
                  </a:lnTo>
                  <a:lnTo>
                    <a:pt x="16" y="8"/>
                  </a:lnTo>
                  <a:lnTo>
                    <a:pt x="8" y="32"/>
                  </a:lnTo>
                  <a:lnTo>
                    <a:pt x="0" y="40"/>
                  </a:lnTo>
                  <a:lnTo>
                    <a:pt x="8" y="48"/>
                  </a:lnTo>
                  <a:lnTo>
                    <a:pt x="16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Freeform 702"/>
            <p:cNvSpPr>
              <a:spLocks/>
            </p:cNvSpPr>
            <p:nvPr/>
          </p:nvSpPr>
          <p:spPr bwMode="auto">
            <a:xfrm>
              <a:off x="4806128" y="2799726"/>
              <a:ext cx="106372" cy="107468"/>
            </a:xfrm>
            <a:custGeom>
              <a:avLst/>
              <a:gdLst>
                <a:gd name="T0" fmla="*/ 2147483647 w 80"/>
                <a:gd name="T1" fmla="*/ 2147483647 h 80"/>
                <a:gd name="T2" fmla="*/ 2147483647 w 80"/>
                <a:gd name="T3" fmla="*/ 0 h 80"/>
                <a:gd name="T4" fmla="*/ 2147483647 w 80"/>
                <a:gd name="T5" fmla="*/ 2147483647 h 80"/>
                <a:gd name="T6" fmla="*/ 2147483647 w 80"/>
                <a:gd name="T7" fmla="*/ 2147483647 h 80"/>
                <a:gd name="T8" fmla="*/ 2147483647 w 80"/>
                <a:gd name="T9" fmla="*/ 2147483647 h 80"/>
                <a:gd name="T10" fmla="*/ 2147483647 w 80"/>
                <a:gd name="T11" fmla="*/ 2147483647 h 80"/>
                <a:gd name="T12" fmla="*/ 2147483647 w 80"/>
                <a:gd name="T13" fmla="*/ 2147483647 h 80"/>
                <a:gd name="T14" fmla="*/ 2147483647 w 80"/>
                <a:gd name="T15" fmla="*/ 2147483647 h 80"/>
                <a:gd name="T16" fmla="*/ 0 w 80"/>
                <a:gd name="T17" fmla="*/ 2147483647 h 80"/>
                <a:gd name="T18" fmla="*/ 2147483647 w 80"/>
                <a:gd name="T19" fmla="*/ 2147483647 h 80"/>
                <a:gd name="T20" fmla="*/ 2147483647 w 80"/>
                <a:gd name="T21" fmla="*/ 2147483647 h 80"/>
                <a:gd name="T22" fmla="*/ 2147483647 w 80"/>
                <a:gd name="T23" fmla="*/ 2147483647 h 80"/>
                <a:gd name="T24" fmla="*/ 2147483647 w 80"/>
                <a:gd name="T25" fmla="*/ 2147483647 h 80"/>
                <a:gd name="T26" fmla="*/ 2147483647 w 80"/>
                <a:gd name="T27" fmla="*/ 2147483647 h 80"/>
                <a:gd name="T28" fmla="*/ 2147483647 w 80"/>
                <a:gd name="T29" fmla="*/ 2147483647 h 80"/>
                <a:gd name="T30" fmla="*/ 2147483647 w 80"/>
                <a:gd name="T31" fmla="*/ 2147483647 h 80"/>
                <a:gd name="T32" fmla="*/ 2147483647 w 80"/>
                <a:gd name="T33" fmla="*/ 2147483647 h 80"/>
                <a:gd name="T34" fmla="*/ 2147483647 w 80"/>
                <a:gd name="T35" fmla="*/ 2147483647 h 80"/>
                <a:gd name="T36" fmla="*/ 2147483647 w 80"/>
                <a:gd name="T37" fmla="*/ 2147483647 h 80"/>
                <a:gd name="T38" fmla="*/ 2147483647 w 80"/>
                <a:gd name="T39" fmla="*/ 2147483647 h 80"/>
                <a:gd name="T40" fmla="*/ 2147483647 w 80"/>
                <a:gd name="T41" fmla="*/ 2147483647 h 80"/>
                <a:gd name="T42" fmla="*/ 2147483647 w 80"/>
                <a:gd name="T43" fmla="*/ 2147483647 h 80"/>
                <a:gd name="T44" fmla="*/ 2147483647 w 80"/>
                <a:gd name="T45" fmla="*/ 2147483647 h 80"/>
                <a:gd name="T46" fmla="*/ 2147483647 w 80"/>
                <a:gd name="T47" fmla="*/ 2147483647 h 8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80"/>
                <a:gd name="T73" fmla="*/ 0 h 80"/>
                <a:gd name="T74" fmla="*/ 80 w 80"/>
                <a:gd name="T75" fmla="*/ 80 h 8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80" h="80">
                  <a:moveTo>
                    <a:pt x="80" y="8"/>
                  </a:moveTo>
                  <a:lnTo>
                    <a:pt x="80" y="0"/>
                  </a:lnTo>
                  <a:lnTo>
                    <a:pt x="80" y="8"/>
                  </a:lnTo>
                  <a:lnTo>
                    <a:pt x="64" y="8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24" y="48"/>
                  </a:lnTo>
                  <a:lnTo>
                    <a:pt x="16" y="56"/>
                  </a:lnTo>
                  <a:lnTo>
                    <a:pt x="16" y="72"/>
                  </a:lnTo>
                  <a:lnTo>
                    <a:pt x="32" y="80"/>
                  </a:lnTo>
                  <a:lnTo>
                    <a:pt x="40" y="72"/>
                  </a:lnTo>
                  <a:lnTo>
                    <a:pt x="40" y="64"/>
                  </a:lnTo>
                  <a:lnTo>
                    <a:pt x="56" y="56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32" y="24"/>
                  </a:lnTo>
                  <a:lnTo>
                    <a:pt x="56" y="16"/>
                  </a:lnTo>
                  <a:lnTo>
                    <a:pt x="72" y="16"/>
                  </a:lnTo>
                  <a:lnTo>
                    <a:pt x="80" y="16"/>
                  </a:lnTo>
                  <a:lnTo>
                    <a:pt x="8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703"/>
            <p:cNvSpPr>
              <a:spLocks/>
            </p:cNvSpPr>
            <p:nvPr/>
          </p:nvSpPr>
          <p:spPr bwMode="auto">
            <a:xfrm>
              <a:off x="4546230" y="1833608"/>
              <a:ext cx="441936" cy="525279"/>
            </a:xfrm>
            <a:custGeom>
              <a:avLst/>
              <a:gdLst>
                <a:gd name="T0" fmla="*/ 2147483647 w 329"/>
                <a:gd name="T1" fmla="*/ 2147483647 h 392"/>
                <a:gd name="T2" fmla="*/ 2147483647 w 329"/>
                <a:gd name="T3" fmla="*/ 2147483647 h 392"/>
                <a:gd name="T4" fmla="*/ 2147483647 w 329"/>
                <a:gd name="T5" fmla="*/ 2147483647 h 392"/>
                <a:gd name="T6" fmla="*/ 2147483647 w 329"/>
                <a:gd name="T7" fmla="*/ 2147483647 h 392"/>
                <a:gd name="T8" fmla="*/ 2147483647 w 329"/>
                <a:gd name="T9" fmla="*/ 2147483647 h 392"/>
                <a:gd name="T10" fmla="*/ 2147483647 w 329"/>
                <a:gd name="T11" fmla="*/ 2147483647 h 392"/>
                <a:gd name="T12" fmla="*/ 2147483647 w 329"/>
                <a:gd name="T13" fmla="*/ 2147483647 h 392"/>
                <a:gd name="T14" fmla="*/ 2147483647 w 329"/>
                <a:gd name="T15" fmla="*/ 2147483647 h 392"/>
                <a:gd name="T16" fmla="*/ 2147483647 w 329"/>
                <a:gd name="T17" fmla="*/ 2147483647 h 392"/>
                <a:gd name="T18" fmla="*/ 2147483647 w 329"/>
                <a:gd name="T19" fmla="*/ 2147483647 h 392"/>
                <a:gd name="T20" fmla="*/ 2147483647 w 329"/>
                <a:gd name="T21" fmla="*/ 2147483647 h 392"/>
                <a:gd name="T22" fmla="*/ 2147483647 w 329"/>
                <a:gd name="T23" fmla="*/ 2147483647 h 392"/>
                <a:gd name="T24" fmla="*/ 2147483647 w 329"/>
                <a:gd name="T25" fmla="*/ 2147483647 h 392"/>
                <a:gd name="T26" fmla="*/ 2147483647 w 329"/>
                <a:gd name="T27" fmla="*/ 2147483647 h 392"/>
                <a:gd name="T28" fmla="*/ 2147483647 w 329"/>
                <a:gd name="T29" fmla="*/ 2147483647 h 392"/>
                <a:gd name="T30" fmla="*/ 2147483647 w 329"/>
                <a:gd name="T31" fmla="*/ 2147483647 h 392"/>
                <a:gd name="T32" fmla="*/ 2147483647 w 329"/>
                <a:gd name="T33" fmla="*/ 2147483647 h 392"/>
                <a:gd name="T34" fmla="*/ 2147483647 w 329"/>
                <a:gd name="T35" fmla="*/ 2147483647 h 392"/>
                <a:gd name="T36" fmla="*/ 2147483647 w 329"/>
                <a:gd name="T37" fmla="*/ 2147483647 h 392"/>
                <a:gd name="T38" fmla="*/ 2147483647 w 329"/>
                <a:gd name="T39" fmla="*/ 2147483647 h 392"/>
                <a:gd name="T40" fmla="*/ 2147483647 w 329"/>
                <a:gd name="T41" fmla="*/ 2147483647 h 392"/>
                <a:gd name="T42" fmla="*/ 2147483647 w 329"/>
                <a:gd name="T43" fmla="*/ 2147483647 h 392"/>
                <a:gd name="T44" fmla="*/ 2147483647 w 329"/>
                <a:gd name="T45" fmla="*/ 2147483647 h 392"/>
                <a:gd name="T46" fmla="*/ 2147483647 w 329"/>
                <a:gd name="T47" fmla="*/ 2147483647 h 392"/>
                <a:gd name="T48" fmla="*/ 2147483647 w 329"/>
                <a:gd name="T49" fmla="*/ 2147483647 h 392"/>
                <a:gd name="T50" fmla="*/ 2147483647 w 329"/>
                <a:gd name="T51" fmla="*/ 2147483647 h 392"/>
                <a:gd name="T52" fmla="*/ 2147483647 w 329"/>
                <a:gd name="T53" fmla="*/ 2147483647 h 392"/>
                <a:gd name="T54" fmla="*/ 2147483647 w 329"/>
                <a:gd name="T55" fmla="*/ 2147483647 h 392"/>
                <a:gd name="T56" fmla="*/ 2147483647 w 329"/>
                <a:gd name="T57" fmla="*/ 2147483647 h 392"/>
                <a:gd name="T58" fmla="*/ 2147483647 w 329"/>
                <a:gd name="T59" fmla="*/ 2147483647 h 392"/>
                <a:gd name="T60" fmla="*/ 2147483647 w 329"/>
                <a:gd name="T61" fmla="*/ 2147483647 h 392"/>
                <a:gd name="T62" fmla="*/ 2147483647 w 329"/>
                <a:gd name="T63" fmla="*/ 2147483647 h 392"/>
                <a:gd name="T64" fmla="*/ 2147483647 w 329"/>
                <a:gd name="T65" fmla="*/ 2147483647 h 392"/>
                <a:gd name="T66" fmla="*/ 2147483647 w 329"/>
                <a:gd name="T67" fmla="*/ 2147483647 h 392"/>
                <a:gd name="T68" fmla="*/ 2147483647 w 329"/>
                <a:gd name="T69" fmla="*/ 2147483647 h 392"/>
                <a:gd name="T70" fmla="*/ 2147483647 w 329"/>
                <a:gd name="T71" fmla="*/ 2147483647 h 392"/>
                <a:gd name="T72" fmla="*/ 2147483647 w 329"/>
                <a:gd name="T73" fmla="*/ 2147483647 h 392"/>
                <a:gd name="T74" fmla="*/ 2147483647 w 329"/>
                <a:gd name="T75" fmla="*/ 2147483647 h 392"/>
                <a:gd name="T76" fmla="*/ 0 w 329"/>
                <a:gd name="T77" fmla="*/ 2147483647 h 392"/>
                <a:gd name="T78" fmla="*/ 2147483647 w 329"/>
                <a:gd name="T79" fmla="*/ 2147483647 h 392"/>
                <a:gd name="T80" fmla="*/ 2147483647 w 329"/>
                <a:gd name="T81" fmla="*/ 2147483647 h 392"/>
                <a:gd name="T82" fmla="*/ 2147483647 w 329"/>
                <a:gd name="T83" fmla="*/ 2147483647 h 392"/>
                <a:gd name="T84" fmla="*/ 2147483647 w 329"/>
                <a:gd name="T85" fmla="*/ 2147483647 h 392"/>
                <a:gd name="T86" fmla="*/ 2147483647 w 329"/>
                <a:gd name="T87" fmla="*/ 2147483647 h 39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9"/>
                <a:gd name="T133" fmla="*/ 0 h 392"/>
                <a:gd name="T134" fmla="*/ 329 w 329"/>
                <a:gd name="T135" fmla="*/ 392 h 39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9" h="392">
                  <a:moveTo>
                    <a:pt x="89" y="352"/>
                  </a:moveTo>
                  <a:lnTo>
                    <a:pt x="97" y="344"/>
                  </a:lnTo>
                  <a:lnTo>
                    <a:pt x="97" y="328"/>
                  </a:lnTo>
                  <a:lnTo>
                    <a:pt x="97" y="320"/>
                  </a:lnTo>
                  <a:lnTo>
                    <a:pt x="105" y="312"/>
                  </a:lnTo>
                  <a:lnTo>
                    <a:pt x="97" y="304"/>
                  </a:lnTo>
                  <a:lnTo>
                    <a:pt x="89" y="280"/>
                  </a:lnTo>
                  <a:lnTo>
                    <a:pt x="97" y="264"/>
                  </a:lnTo>
                  <a:lnTo>
                    <a:pt x="97" y="248"/>
                  </a:lnTo>
                  <a:lnTo>
                    <a:pt x="105" y="240"/>
                  </a:lnTo>
                  <a:lnTo>
                    <a:pt x="121" y="240"/>
                  </a:lnTo>
                  <a:lnTo>
                    <a:pt x="121" y="224"/>
                  </a:lnTo>
                  <a:lnTo>
                    <a:pt x="113" y="216"/>
                  </a:lnTo>
                  <a:lnTo>
                    <a:pt x="121" y="200"/>
                  </a:lnTo>
                  <a:lnTo>
                    <a:pt x="129" y="176"/>
                  </a:lnTo>
                  <a:lnTo>
                    <a:pt x="137" y="176"/>
                  </a:lnTo>
                  <a:lnTo>
                    <a:pt x="145" y="152"/>
                  </a:lnTo>
                  <a:lnTo>
                    <a:pt x="153" y="144"/>
                  </a:lnTo>
                  <a:lnTo>
                    <a:pt x="145" y="128"/>
                  </a:lnTo>
                  <a:lnTo>
                    <a:pt x="153" y="120"/>
                  </a:lnTo>
                  <a:lnTo>
                    <a:pt x="161" y="112"/>
                  </a:lnTo>
                  <a:lnTo>
                    <a:pt x="169" y="112"/>
                  </a:lnTo>
                  <a:lnTo>
                    <a:pt x="177" y="96"/>
                  </a:lnTo>
                  <a:lnTo>
                    <a:pt x="185" y="96"/>
                  </a:lnTo>
                  <a:lnTo>
                    <a:pt x="193" y="96"/>
                  </a:lnTo>
                  <a:lnTo>
                    <a:pt x="193" y="88"/>
                  </a:lnTo>
                  <a:lnTo>
                    <a:pt x="201" y="80"/>
                  </a:lnTo>
                  <a:lnTo>
                    <a:pt x="209" y="80"/>
                  </a:lnTo>
                  <a:lnTo>
                    <a:pt x="209" y="72"/>
                  </a:lnTo>
                  <a:lnTo>
                    <a:pt x="217" y="80"/>
                  </a:lnTo>
                  <a:lnTo>
                    <a:pt x="225" y="88"/>
                  </a:lnTo>
                  <a:lnTo>
                    <a:pt x="233" y="88"/>
                  </a:lnTo>
                  <a:lnTo>
                    <a:pt x="249" y="88"/>
                  </a:lnTo>
                  <a:lnTo>
                    <a:pt x="265" y="80"/>
                  </a:lnTo>
                  <a:lnTo>
                    <a:pt x="273" y="56"/>
                  </a:lnTo>
                  <a:lnTo>
                    <a:pt x="281" y="48"/>
                  </a:lnTo>
                  <a:lnTo>
                    <a:pt x="297" y="48"/>
                  </a:lnTo>
                  <a:lnTo>
                    <a:pt x="313" y="56"/>
                  </a:lnTo>
                  <a:lnTo>
                    <a:pt x="313" y="72"/>
                  </a:lnTo>
                  <a:lnTo>
                    <a:pt x="305" y="80"/>
                  </a:lnTo>
                  <a:lnTo>
                    <a:pt x="313" y="72"/>
                  </a:lnTo>
                  <a:lnTo>
                    <a:pt x="305" y="80"/>
                  </a:lnTo>
                  <a:lnTo>
                    <a:pt x="321" y="64"/>
                  </a:lnTo>
                  <a:lnTo>
                    <a:pt x="329" y="56"/>
                  </a:lnTo>
                  <a:lnTo>
                    <a:pt x="321" y="48"/>
                  </a:lnTo>
                  <a:lnTo>
                    <a:pt x="321" y="40"/>
                  </a:lnTo>
                  <a:lnTo>
                    <a:pt x="329" y="24"/>
                  </a:lnTo>
                  <a:lnTo>
                    <a:pt x="321" y="16"/>
                  </a:lnTo>
                  <a:lnTo>
                    <a:pt x="305" y="0"/>
                  </a:lnTo>
                  <a:lnTo>
                    <a:pt x="289" y="16"/>
                  </a:lnTo>
                  <a:lnTo>
                    <a:pt x="273" y="8"/>
                  </a:lnTo>
                  <a:lnTo>
                    <a:pt x="265" y="8"/>
                  </a:lnTo>
                  <a:lnTo>
                    <a:pt x="249" y="8"/>
                  </a:lnTo>
                  <a:lnTo>
                    <a:pt x="233" y="24"/>
                  </a:lnTo>
                  <a:lnTo>
                    <a:pt x="225" y="24"/>
                  </a:lnTo>
                  <a:lnTo>
                    <a:pt x="217" y="24"/>
                  </a:lnTo>
                  <a:lnTo>
                    <a:pt x="209" y="32"/>
                  </a:lnTo>
                  <a:lnTo>
                    <a:pt x="201" y="32"/>
                  </a:lnTo>
                  <a:lnTo>
                    <a:pt x="193" y="56"/>
                  </a:lnTo>
                  <a:lnTo>
                    <a:pt x="169" y="56"/>
                  </a:lnTo>
                  <a:lnTo>
                    <a:pt x="161" y="80"/>
                  </a:lnTo>
                  <a:lnTo>
                    <a:pt x="161" y="88"/>
                  </a:lnTo>
                  <a:lnTo>
                    <a:pt x="145" y="88"/>
                  </a:lnTo>
                  <a:lnTo>
                    <a:pt x="129" y="112"/>
                  </a:lnTo>
                  <a:lnTo>
                    <a:pt x="129" y="128"/>
                  </a:lnTo>
                  <a:lnTo>
                    <a:pt x="113" y="152"/>
                  </a:lnTo>
                  <a:lnTo>
                    <a:pt x="105" y="168"/>
                  </a:lnTo>
                  <a:lnTo>
                    <a:pt x="97" y="184"/>
                  </a:lnTo>
                  <a:lnTo>
                    <a:pt x="89" y="200"/>
                  </a:lnTo>
                  <a:lnTo>
                    <a:pt x="65" y="240"/>
                  </a:lnTo>
                  <a:lnTo>
                    <a:pt x="49" y="256"/>
                  </a:lnTo>
                  <a:lnTo>
                    <a:pt x="33" y="264"/>
                  </a:lnTo>
                  <a:lnTo>
                    <a:pt x="25" y="280"/>
                  </a:lnTo>
                  <a:lnTo>
                    <a:pt x="17" y="288"/>
                  </a:lnTo>
                  <a:lnTo>
                    <a:pt x="8" y="296"/>
                  </a:lnTo>
                  <a:lnTo>
                    <a:pt x="8" y="304"/>
                  </a:lnTo>
                  <a:lnTo>
                    <a:pt x="0" y="320"/>
                  </a:lnTo>
                  <a:lnTo>
                    <a:pt x="0" y="336"/>
                  </a:lnTo>
                  <a:lnTo>
                    <a:pt x="8" y="352"/>
                  </a:lnTo>
                  <a:lnTo>
                    <a:pt x="8" y="368"/>
                  </a:lnTo>
                  <a:lnTo>
                    <a:pt x="8" y="384"/>
                  </a:lnTo>
                  <a:lnTo>
                    <a:pt x="25" y="392"/>
                  </a:lnTo>
                  <a:lnTo>
                    <a:pt x="41" y="392"/>
                  </a:lnTo>
                  <a:lnTo>
                    <a:pt x="65" y="376"/>
                  </a:lnTo>
                  <a:lnTo>
                    <a:pt x="73" y="368"/>
                  </a:lnTo>
                  <a:lnTo>
                    <a:pt x="81" y="368"/>
                  </a:lnTo>
                  <a:lnTo>
                    <a:pt x="81" y="376"/>
                  </a:lnTo>
                  <a:lnTo>
                    <a:pt x="81" y="368"/>
                  </a:lnTo>
                  <a:lnTo>
                    <a:pt x="89" y="35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3" name="Freeform 704"/>
            <p:cNvSpPr>
              <a:spLocks/>
            </p:cNvSpPr>
            <p:nvPr/>
          </p:nvSpPr>
          <p:spPr bwMode="auto">
            <a:xfrm>
              <a:off x="4654795" y="1941076"/>
              <a:ext cx="214937" cy="504443"/>
            </a:xfrm>
            <a:custGeom>
              <a:avLst/>
              <a:gdLst>
                <a:gd name="T0" fmla="*/ 2147483647 w 160"/>
                <a:gd name="T1" fmla="*/ 2147483647 h 376"/>
                <a:gd name="T2" fmla="*/ 2147483647 w 160"/>
                <a:gd name="T3" fmla="*/ 2147483647 h 376"/>
                <a:gd name="T4" fmla="*/ 2147483647 w 160"/>
                <a:gd name="T5" fmla="*/ 2147483647 h 376"/>
                <a:gd name="T6" fmla="*/ 2147483647 w 160"/>
                <a:gd name="T7" fmla="*/ 2147483647 h 376"/>
                <a:gd name="T8" fmla="*/ 2147483647 w 160"/>
                <a:gd name="T9" fmla="*/ 0 h 376"/>
                <a:gd name="T10" fmla="*/ 2147483647 w 160"/>
                <a:gd name="T11" fmla="*/ 2147483647 h 376"/>
                <a:gd name="T12" fmla="*/ 2147483647 w 160"/>
                <a:gd name="T13" fmla="*/ 2147483647 h 376"/>
                <a:gd name="T14" fmla="*/ 2147483647 w 160"/>
                <a:gd name="T15" fmla="*/ 2147483647 h 376"/>
                <a:gd name="T16" fmla="*/ 2147483647 w 160"/>
                <a:gd name="T17" fmla="*/ 2147483647 h 376"/>
                <a:gd name="T18" fmla="*/ 2147483647 w 160"/>
                <a:gd name="T19" fmla="*/ 2147483647 h 376"/>
                <a:gd name="T20" fmla="*/ 2147483647 w 160"/>
                <a:gd name="T21" fmla="*/ 2147483647 h 376"/>
                <a:gd name="T22" fmla="*/ 2147483647 w 160"/>
                <a:gd name="T23" fmla="*/ 2147483647 h 376"/>
                <a:gd name="T24" fmla="*/ 2147483647 w 160"/>
                <a:gd name="T25" fmla="*/ 2147483647 h 376"/>
                <a:gd name="T26" fmla="*/ 2147483647 w 160"/>
                <a:gd name="T27" fmla="*/ 2147483647 h 376"/>
                <a:gd name="T28" fmla="*/ 2147483647 w 160"/>
                <a:gd name="T29" fmla="*/ 2147483647 h 376"/>
                <a:gd name="T30" fmla="*/ 2147483647 w 160"/>
                <a:gd name="T31" fmla="*/ 2147483647 h 376"/>
                <a:gd name="T32" fmla="*/ 2147483647 w 160"/>
                <a:gd name="T33" fmla="*/ 2147483647 h 376"/>
                <a:gd name="T34" fmla="*/ 2147483647 w 160"/>
                <a:gd name="T35" fmla="*/ 2147483647 h 376"/>
                <a:gd name="T36" fmla="*/ 0 w 160"/>
                <a:gd name="T37" fmla="*/ 2147483647 h 376"/>
                <a:gd name="T38" fmla="*/ 2147483647 w 160"/>
                <a:gd name="T39" fmla="*/ 2147483647 h 376"/>
                <a:gd name="T40" fmla="*/ 2147483647 w 160"/>
                <a:gd name="T41" fmla="*/ 2147483647 h 376"/>
                <a:gd name="T42" fmla="*/ 2147483647 w 160"/>
                <a:gd name="T43" fmla="*/ 2147483647 h 376"/>
                <a:gd name="T44" fmla="*/ 2147483647 w 160"/>
                <a:gd name="T45" fmla="*/ 2147483647 h 376"/>
                <a:gd name="T46" fmla="*/ 2147483647 w 160"/>
                <a:gd name="T47" fmla="*/ 2147483647 h 376"/>
                <a:gd name="T48" fmla="*/ 2147483647 w 160"/>
                <a:gd name="T49" fmla="*/ 2147483647 h 376"/>
                <a:gd name="T50" fmla="*/ 2147483647 w 160"/>
                <a:gd name="T51" fmla="*/ 2147483647 h 376"/>
                <a:gd name="T52" fmla="*/ 2147483647 w 160"/>
                <a:gd name="T53" fmla="*/ 2147483647 h 376"/>
                <a:gd name="T54" fmla="*/ 2147483647 w 160"/>
                <a:gd name="T55" fmla="*/ 2147483647 h 376"/>
                <a:gd name="T56" fmla="*/ 2147483647 w 160"/>
                <a:gd name="T57" fmla="*/ 2147483647 h 376"/>
                <a:gd name="T58" fmla="*/ 2147483647 w 160"/>
                <a:gd name="T59" fmla="*/ 2147483647 h 376"/>
                <a:gd name="T60" fmla="*/ 2147483647 w 160"/>
                <a:gd name="T61" fmla="*/ 2147483647 h 376"/>
                <a:gd name="T62" fmla="*/ 2147483647 w 160"/>
                <a:gd name="T63" fmla="*/ 2147483647 h 376"/>
                <a:gd name="T64" fmla="*/ 2147483647 w 160"/>
                <a:gd name="T65" fmla="*/ 2147483647 h 376"/>
                <a:gd name="T66" fmla="*/ 2147483647 w 160"/>
                <a:gd name="T67" fmla="*/ 2147483647 h 37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60"/>
                <a:gd name="T103" fmla="*/ 0 h 376"/>
                <a:gd name="T104" fmla="*/ 160 w 160"/>
                <a:gd name="T105" fmla="*/ 376 h 37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60" h="376">
                  <a:moveTo>
                    <a:pt x="160" y="88"/>
                  </a:moveTo>
                  <a:lnTo>
                    <a:pt x="160" y="80"/>
                  </a:lnTo>
                  <a:lnTo>
                    <a:pt x="160" y="72"/>
                  </a:lnTo>
                  <a:lnTo>
                    <a:pt x="160" y="56"/>
                  </a:lnTo>
                  <a:lnTo>
                    <a:pt x="160" y="40"/>
                  </a:lnTo>
                  <a:lnTo>
                    <a:pt x="152" y="24"/>
                  </a:lnTo>
                  <a:lnTo>
                    <a:pt x="144" y="24"/>
                  </a:lnTo>
                  <a:lnTo>
                    <a:pt x="136" y="16"/>
                  </a:lnTo>
                  <a:lnTo>
                    <a:pt x="128" y="8"/>
                  </a:lnTo>
                  <a:lnTo>
                    <a:pt x="120" y="0"/>
                  </a:lnTo>
                  <a:lnTo>
                    <a:pt x="112" y="8"/>
                  </a:lnTo>
                  <a:lnTo>
                    <a:pt x="112" y="16"/>
                  </a:lnTo>
                  <a:lnTo>
                    <a:pt x="104" y="16"/>
                  </a:lnTo>
                  <a:lnTo>
                    <a:pt x="96" y="16"/>
                  </a:lnTo>
                  <a:lnTo>
                    <a:pt x="88" y="32"/>
                  </a:lnTo>
                  <a:lnTo>
                    <a:pt x="80" y="32"/>
                  </a:lnTo>
                  <a:lnTo>
                    <a:pt x="72" y="40"/>
                  </a:lnTo>
                  <a:lnTo>
                    <a:pt x="64" y="48"/>
                  </a:lnTo>
                  <a:lnTo>
                    <a:pt x="72" y="64"/>
                  </a:lnTo>
                  <a:lnTo>
                    <a:pt x="64" y="72"/>
                  </a:lnTo>
                  <a:lnTo>
                    <a:pt x="56" y="96"/>
                  </a:lnTo>
                  <a:lnTo>
                    <a:pt x="48" y="96"/>
                  </a:lnTo>
                  <a:lnTo>
                    <a:pt x="40" y="120"/>
                  </a:lnTo>
                  <a:lnTo>
                    <a:pt x="32" y="136"/>
                  </a:lnTo>
                  <a:lnTo>
                    <a:pt x="40" y="144"/>
                  </a:lnTo>
                  <a:lnTo>
                    <a:pt x="40" y="160"/>
                  </a:lnTo>
                  <a:lnTo>
                    <a:pt x="24" y="160"/>
                  </a:lnTo>
                  <a:lnTo>
                    <a:pt x="16" y="168"/>
                  </a:lnTo>
                  <a:lnTo>
                    <a:pt x="16" y="184"/>
                  </a:lnTo>
                  <a:lnTo>
                    <a:pt x="8" y="200"/>
                  </a:lnTo>
                  <a:lnTo>
                    <a:pt x="16" y="224"/>
                  </a:lnTo>
                  <a:lnTo>
                    <a:pt x="24" y="232"/>
                  </a:lnTo>
                  <a:lnTo>
                    <a:pt x="16" y="240"/>
                  </a:lnTo>
                  <a:lnTo>
                    <a:pt x="16" y="248"/>
                  </a:lnTo>
                  <a:lnTo>
                    <a:pt x="16" y="264"/>
                  </a:lnTo>
                  <a:lnTo>
                    <a:pt x="8" y="272"/>
                  </a:lnTo>
                  <a:lnTo>
                    <a:pt x="0" y="288"/>
                  </a:lnTo>
                  <a:lnTo>
                    <a:pt x="0" y="296"/>
                  </a:lnTo>
                  <a:lnTo>
                    <a:pt x="8" y="312"/>
                  </a:lnTo>
                  <a:lnTo>
                    <a:pt x="8" y="328"/>
                  </a:lnTo>
                  <a:lnTo>
                    <a:pt x="16" y="352"/>
                  </a:lnTo>
                  <a:lnTo>
                    <a:pt x="16" y="360"/>
                  </a:lnTo>
                  <a:lnTo>
                    <a:pt x="24" y="368"/>
                  </a:lnTo>
                  <a:lnTo>
                    <a:pt x="24" y="376"/>
                  </a:lnTo>
                  <a:lnTo>
                    <a:pt x="40" y="376"/>
                  </a:lnTo>
                  <a:lnTo>
                    <a:pt x="40" y="368"/>
                  </a:lnTo>
                  <a:lnTo>
                    <a:pt x="48" y="360"/>
                  </a:lnTo>
                  <a:lnTo>
                    <a:pt x="64" y="360"/>
                  </a:lnTo>
                  <a:lnTo>
                    <a:pt x="72" y="344"/>
                  </a:lnTo>
                  <a:lnTo>
                    <a:pt x="72" y="312"/>
                  </a:lnTo>
                  <a:lnTo>
                    <a:pt x="72" y="296"/>
                  </a:lnTo>
                  <a:lnTo>
                    <a:pt x="80" y="296"/>
                  </a:lnTo>
                  <a:lnTo>
                    <a:pt x="96" y="288"/>
                  </a:lnTo>
                  <a:lnTo>
                    <a:pt x="96" y="272"/>
                  </a:lnTo>
                  <a:lnTo>
                    <a:pt x="88" y="256"/>
                  </a:lnTo>
                  <a:lnTo>
                    <a:pt x="80" y="248"/>
                  </a:lnTo>
                  <a:lnTo>
                    <a:pt x="80" y="224"/>
                  </a:lnTo>
                  <a:lnTo>
                    <a:pt x="80" y="200"/>
                  </a:lnTo>
                  <a:lnTo>
                    <a:pt x="96" y="184"/>
                  </a:lnTo>
                  <a:lnTo>
                    <a:pt x="104" y="176"/>
                  </a:lnTo>
                  <a:lnTo>
                    <a:pt x="128" y="160"/>
                  </a:lnTo>
                  <a:lnTo>
                    <a:pt x="136" y="144"/>
                  </a:lnTo>
                  <a:lnTo>
                    <a:pt x="128" y="136"/>
                  </a:lnTo>
                  <a:lnTo>
                    <a:pt x="136" y="120"/>
                  </a:lnTo>
                  <a:lnTo>
                    <a:pt x="152" y="104"/>
                  </a:lnTo>
                  <a:lnTo>
                    <a:pt x="160" y="112"/>
                  </a:lnTo>
                  <a:lnTo>
                    <a:pt x="160" y="104"/>
                  </a:lnTo>
                  <a:lnTo>
                    <a:pt x="160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4" name="Freeform 705"/>
            <p:cNvSpPr>
              <a:spLocks/>
            </p:cNvSpPr>
            <p:nvPr/>
          </p:nvSpPr>
          <p:spPr bwMode="auto">
            <a:xfrm>
              <a:off x="4837930" y="2531056"/>
              <a:ext cx="311439" cy="203971"/>
            </a:xfrm>
            <a:custGeom>
              <a:avLst/>
              <a:gdLst>
                <a:gd name="T0" fmla="*/ 2147483647 w 232"/>
                <a:gd name="T1" fmla="*/ 2147483647 h 152"/>
                <a:gd name="T2" fmla="*/ 2147483647 w 232"/>
                <a:gd name="T3" fmla="*/ 2147483647 h 152"/>
                <a:gd name="T4" fmla="*/ 2147483647 w 232"/>
                <a:gd name="T5" fmla="*/ 2147483647 h 152"/>
                <a:gd name="T6" fmla="*/ 2147483647 w 232"/>
                <a:gd name="T7" fmla="*/ 2147483647 h 152"/>
                <a:gd name="T8" fmla="*/ 2147483647 w 232"/>
                <a:gd name="T9" fmla="*/ 2147483647 h 152"/>
                <a:gd name="T10" fmla="*/ 2147483647 w 232"/>
                <a:gd name="T11" fmla="*/ 2147483647 h 152"/>
                <a:gd name="T12" fmla="*/ 2147483647 w 232"/>
                <a:gd name="T13" fmla="*/ 2147483647 h 152"/>
                <a:gd name="T14" fmla="*/ 2147483647 w 232"/>
                <a:gd name="T15" fmla="*/ 2147483647 h 152"/>
                <a:gd name="T16" fmla="*/ 2147483647 w 232"/>
                <a:gd name="T17" fmla="*/ 2147483647 h 152"/>
                <a:gd name="T18" fmla="*/ 2147483647 w 232"/>
                <a:gd name="T19" fmla="*/ 2147483647 h 152"/>
                <a:gd name="T20" fmla="*/ 2147483647 w 232"/>
                <a:gd name="T21" fmla="*/ 2147483647 h 152"/>
                <a:gd name="T22" fmla="*/ 2147483647 w 232"/>
                <a:gd name="T23" fmla="*/ 0 h 152"/>
                <a:gd name="T24" fmla="*/ 2147483647 w 232"/>
                <a:gd name="T25" fmla="*/ 0 h 152"/>
                <a:gd name="T26" fmla="*/ 2147483647 w 232"/>
                <a:gd name="T27" fmla="*/ 2147483647 h 152"/>
                <a:gd name="T28" fmla="*/ 2147483647 w 232"/>
                <a:gd name="T29" fmla="*/ 2147483647 h 152"/>
                <a:gd name="T30" fmla="*/ 2147483647 w 232"/>
                <a:gd name="T31" fmla="*/ 2147483647 h 152"/>
                <a:gd name="T32" fmla="*/ 2147483647 w 232"/>
                <a:gd name="T33" fmla="*/ 2147483647 h 152"/>
                <a:gd name="T34" fmla="*/ 2147483647 w 232"/>
                <a:gd name="T35" fmla="*/ 2147483647 h 152"/>
                <a:gd name="T36" fmla="*/ 2147483647 w 232"/>
                <a:gd name="T37" fmla="*/ 2147483647 h 152"/>
                <a:gd name="T38" fmla="*/ 2147483647 w 232"/>
                <a:gd name="T39" fmla="*/ 2147483647 h 152"/>
                <a:gd name="T40" fmla="*/ 2147483647 w 232"/>
                <a:gd name="T41" fmla="*/ 2147483647 h 152"/>
                <a:gd name="T42" fmla="*/ 2147483647 w 232"/>
                <a:gd name="T43" fmla="*/ 2147483647 h 152"/>
                <a:gd name="T44" fmla="*/ 0 w 232"/>
                <a:gd name="T45" fmla="*/ 2147483647 h 152"/>
                <a:gd name="T46" fmla="*/ 0 w 232"/>
                <a:gd name="T47" fmla="*/ 2147483647 h 152"/>
                <a:gd name="T48" fmla="*/ 2147483647 w 232"/>
                <a:gd name="T49" fmla="*/ 2147483647 h 152"/>
                <a:gd name="T50" fmla="*/ 2147483647 w 232"/>
                <a:gd name="T51" fmla="*/ 2147483647 h 152"/>
                <a:gd name="T52" fmla="*/ 2147483647 w 232"/>
                <a:gd name="T53" fmla="*/ 2147483647 h 152"/>
                <a:gd name="T54" fmla="*/ 2147483647 w 232"/>
                <a:gd name="T55" fmla="*/ 2147483647 h 152"/>
                <a:gd name="T56" fmla="*/ 2147483647 w 232"/>
                <a:gd name="T57" fmla="*/ 2147483647 h 152"/>
                <a:gd name="T58" fmla="*/ 2147483647 w 232"/>
                <a:gd name="T59" fmla="*/ 2147483647 h 152"/>
                <a:gd name="T60" fmla="*/ 2147483647 w 232"/>
                <a:gd name="T61" fmla="*/ 2147483647 h 152"/>
                <a:gd name="T62" fmla="*/ 2147483647 w 232"/>
                <a:gd name="T63" fmla="*/ 2147483647 h 152"/>
                <a:gd name="T64" fmla="*/ 2147483647 w 232"/>
                <a:gd name="T65" fmla="*/ 2147483647 h 152"/>
                <a:gd name="T66" fmla="*/ 2147483647 w 232"/>
                <a:gd name="T67" fmla="*/ 2147483647 h 152"/>
                <a:gd name="T68" fmla="*/ 2147483647 w 232"/>
                <a:gd name="T69" fmla="*/ 2147483647 h 152"/>
                <a:gd name="T70" fmla="*/ 2147483647 w 232"/>
                <a:gd name="T71" fmla="*/ 2147483647 h 152"/>
                <a:gd name="T72" fmla="*/ 2147483647 w 232"/>
                <a:gd name="T73" fmla="*/ 2147483647 h 152"/>
                <a:gd name="T74" fmla="*/ 2147483647 w 232"/>
                <a:gd name="T75" fmla="*/ 2147483647 h 152"/>
                <a:gd name="T76" fmla="*/ 2147483647 w 232"/>
                <a:gd name="T77" fmla="*/ 2147483647 h 152"/>
                <a:gd name="T78" fmla="*/ 2147483647 w 232"/>
                <a:gd name="T79" fmla="*/ 2147483647 h 152"/>
                <a:gd name="T80" fmla="*/ 2147483647 w 232"/>
                <a:gd name="T81" fmla="*/ 2147483647 h 152"/>
                <a:gd name="T82" fmla="*/ 2147483647 w 232"/>
                <a:gd name="T83" fmla="*/ 2147483647 h 152"/>
                <a:gd name="T84" fmla="*/ 2147483647 w 232"/>
                <a:gd name="T85" fmla="*/ 2147483647 h 152"/>
                <a:gd name="T86" fmla="*/ 2147483647 w 232"/>
                <a:gd name="T87" fmla="*/ 2147483647 h 152"/>
                <a:gd name="T88" fmla="*/ 2147483647 w 232"/>
                <a:gd name="T89" fmla="*/ 2147483647 h 15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32"/>
                <a:gd name="T136" fmla="*/ 0 h 152"/>
                <a:gd name="T137" fmla="*/ 232 w 232"/>
                <a:gd name="T138" fmla="*/ 152 h 15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32" h="152">
                  <a:moveTo>
                    <a:pt x="216" y="88"/>
                  </a:moveTo>
                  <a:lnTo>
                    <a:pt x="224" y="88"/>
                  </a:lnTo>
                  <a:lnTo>
                    <a:pt x="232" y="64"/>
                  </a:lnTo>
                  <a:lnTo>
                    <a:pt x="232" y="56"/>
                  </a:lnTo>
                  <a:lnTo>
                    <a:pt x="208" y="48"/>
                  </a:lnTo>
                  <a:lnTo>
                    <a:pt x="192" y="40"/>
                  </a:lnTo>
                  <a:lnTo>
                    <a:pt x="184" y="40"/>
                  </a:lnTo>
                  <a:lnTo>
                    <a:pt x="168" y="32"/>
                  </a:lnTo>
                  <a:lnTo>
                    <a:pt x="160" y="16"/>
                  </a:lnTo>
                  <a:lnTo>
                    <a:pt x="136" y="8"/>
                  </a:lnTo>
                  <a:lnTo>
                    <a:pt x="128" y="8"/>
                  </a:lnTo>
                  <a:lnTo>
                    <a:pt x="128" y="0"/>
                  </a:lnTo>
                  <a:lnTo>
                    <a:pt x="120" y="0"/>
                  </a:lnTo>
                  <a:lnTo>
                    <a:pt x="112" y="24"/>
                  </a:lnTo>
                  <a:lnTo>
                    <a:pt x="96" y="24"/>
                  </a:lnTo>
                  <a:lnTo>
                    <a:pt x="72" y="24"/>
                  </a:lnTo>
                  <a:lnTo>
                    <a:pt x="48" y="16"/>
                  </a:lnTo>
                  <a:lnTo>
                    <a:pt x="32" y="16"/>
                  </a:lnTo>
                  <a:lnTo>
                    <a:pt x="24" y="16"/>
                  </a:lnTo>
                  <a:lnTo>
                    <a:pt x="24" y="32"/>
                  </a:lnTo>
                  <a:lnTo>
                    <a:pt x="16" y="40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8" y="80"/>
                  </a:lnTo>
                  <a:lnTo>
                    <a:pt x="16" y="88"/>
                  </a:lnTo>
                  <a:lnTo>
                    <a:pt x="48" y="80"/>
                  </a:lnTo>
                  <a:lnTo>
                    <a:pt x="72" y="80"/>
                  </a:lnTo>
                  <a:lnTo>
                    <a:pt x="96" y="96"/>
                  </a:lnTo>
                  <a:lnTo>
                    <a:pt x="104" y="112"/>
                  </a:lnTo>
                  <a:lnTo>
                    <a:pt x="88" y="120"/>
                  </a:lnTo>
                  <a:lnTo>
                    <a:pt x="88" y="136"/>
                  </a:lnTo>
                  <a:lnTo>
                    <a:pt x="96" y="136"/>
                  </a:lnTo>
                  <a:lnTo>
                    <a:pt x="104" y="128"/>
                  </a:lnTo>
                  <a:lnTo>
                    <a:pt x="120" y="120"/>
                  </a:lnTo>
                  <a:lnTo>
                    <a:pt x="136" y="120"/>
                  </a:lnTo>
                  <a:lnTo>
                    <a:pt x="144" y="128"/>
                  </a:lnTo>
                  <a:lnTo>
                    <a:pt x="136" y="136"/>
                  </a:lnTo>
                  <a:lnTo>
                    <a:pt x="152" y="152"/>
                  </a:lnTo>
                  <a:lnTo>
                    <a:pt x="184" y="136"/>
                  </a:lnTo>
                  <a:lnTo>
                    <a:pt x="168" y="128"/>
                  </a:lnTo>
                  <a:lnTo>
                    <a:pt x="176" y="112"/>
                  </a:lnTo>
                  <a:lnTo>
                    <a:pt x="200" y="112"/>
                  </a:lnTo>
                  <a:lnTo>
                    <a:pt x="208" y="104"/>
                  </a:lnTo>
                  <a:lnTo>
                    <a:pt x="216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5" name="Freeform 706"/>
            <p:cNvSpPr>
              <a:spLocks/>
            </p:cNvSpPr>
            <p:nvPr/>
          </p:nvSpPr>
          <p:spPr bwMode="auto">
            <a:xfrm>
              <a:off x="5019968" y="2531056"/>
              <a:ext cx="32898" cy="20835"/>
            </a:xfrm>
            <a:custGeom>
              <a:avLst/>
              <a:gdLst>
                <a:gd name="T0" fmla="*/ 2147483647 w 24"/>
                <a:gd name="T1" fmla="*/ 2147483647 h 16"/>
                <a:gd name="T2" fmla="*/ 2147483647 w 24"/>
                <a:gd name="T3" fmla="*/ 0 h 16"/>
                <a:gd name="T4" fmla="*/ 0 w 24"/>
                <a:gd name="T5" fmla="*/ 2147483647 h 16"/>
                <a:gd name="T6" fmla="*/ 2147483647 w 24"/>
                <a:gd name="T7" fmla="*/ 2147483647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"/>
                <a:gd name="T13" fmla="*/ 0 h 16"/>
                <a:gd name="T14" fmla="*/ 24 w 24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" h="16">
                  <a:moveTo>
                    <a:pt x="24" y="16"/>
                  </a:moveTo>
                  <a:lnTo>
                    <a:pt x="8" y="0"/>
                  </a:lnTo>
                  <a:lnTo>
                    <a:pt x="0" y="8"/>
                  </a:lnTo>
                  <a:lnTo>
                    <a:pt x="24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6" name="Freeform 707"/>
            <p:cNvSpPr>
              <a:spLocks/>
            </p:cNvSpPr>
            <p:nvPr/>
          </p:nvSpPr>
          <p:spPr bwMode="auto">
            <a:xfrm>
              <a:off x="4806128" y="2799726"/>
              <a:ext cx="106372" cy="107468"/>
            </a:xfrm>
            <a:custGeom>
              <a:avLst/>
              <a:gdLst>
                <a:gd name="T0" fmla="*/ 2147483647 w 80"/>
                <a:gd name="T1" fmla="*/ 2147483647 h 80"/>
                <a:gd name="T2" fmla="*/ 2147483647 w 80"/>
                <a:gd name="T3" fmla="*/ 0 h 80"/>
                <a:gd name="T4" fmla="*/ 2147483647 w 80"/>
                <a:gd name="T5" fmla="*/ 2147483647 h 80"/>
                <a:gd name="T6" fmla="*/ 2147483647 w 80"/>
                <a:gd name="T7" fmla="*/ 2147483647 h 80"/>
                <a:gd name="T8" fmla="*/ 2147483647 w 80"/>
                <a:gd name="T9" fmla="*/ 2147483647 h 80"/>
                <a:gd name="T10" fmla="*/ 2147483647 w 80"/>
                <a:gd name="T11" fmla="*/ 2147483647 h 80"/>
                <a:gd name="T12" fmla="*/ 2147483647 w 80"/>
                <a:gd name="T13" fmla="*/ 2147483647 h 80"/>
                <a:gd name="T14" fmla="*/ 2147483647 w 80"/>
                <a:gd name="T15" fmla="*/ 2147483647 h 80"/>
                <a:gd name="T16" fmla="*/ 2147483647 w 80"/>
                <a:gd name="T17" fmla="*/ 2147483647 h 80"/>
                <a:gd name="T18" fmla="*/ 2147483647 w 80"/>
                <a:gd name="T19" fmla="*/ 2147483647 h 80"/>
                <a:gd name="T20" fmla="*/ 0 w 80"/>
                <a:gd name="T21" fmla="*/ 2147483647 h 80"/>
                <a:gd name="T22" fmla="*/ 2147483647 w 80"/>
                <a:gd name="T23" fmla="*/ 2147483647 h 80"/>
                <a:gd name="T24" fmla="*/ 2147483647 w 80"/>
                <a:gd name="T25" fmla="*/ 2147483647 h 80"/>
                <a:gd name="T26" fmla="*/ 2147483647 w 80"/>
                <a:gd name="T27" fmla="*/ 2147483647 h 80"/>
                <a:gd name="T28" fmla="*/ 2147483647 w 80"/>
                <a:gd name="T29" fmla="*/ 2147483647 h 80"/>
                <a:gd name="T30" fmla="*/ 2147483647 w 80"/>
                <a:gd name="T31" fmla="*/ 2147483647 h 80"/>
                <a:gd name="T32" fmla="*/ 2147483647 w 80"/>
                <a:gd name="T33" fmla="*/ 2147483647 h 80"/>
                <a:gd name="T34" fmla="*/ 2147483647 w 80"/>
                <a:gd name="T35" fmla="*/ 2147483647 h 80"/>
                <a:gd name="T36" fmla="*/ 2147483647 w 80"/>
                <a:gd name="T37" fmla="*/ 2147483647 h 80"/>
                <a:gd name="T38" fmla="*/ 2147483647 w 80"/>
                <a:gd name="T39" fmla="*/ 2147483647 h 80"/>
                <a:gd name="T40" fmla="*/ 2147483647 w 80"/>
                <a:gd name="T41" fmla="*/ 2147483647 h 80"/>
                <a:gd name="T42" fmla="*/ 2147483647 w 80"/>
                <a:gd name="T43" fmla="*/ 2147483647 h 80"/>
                <a:gd name="T44" fmla="*/ 2147483647 w 80"/>
                <a:gd name="T45" fmla="*/ 2147483647 h 80"/>
                <a:gd name="T46" fmla="*/ 2147483647 w 80"/>
                <a:gd name="T47" fmla="*/ 2147483647 h 80"/>
                <a:gd name="T48" fmla="*/ 2147483647 w 80"/>
                <a:gd name="T49" fmla="*/ 2147483647 h 80"/>
                <a:gd name="T50" fmla="*/ 2147483647 w 80"/>
                <a:gd name="T51" fmla="*/ 2147483647 h 80"/>
                <a:gd name="T52" fmla="*/ 2147483647 w 80"/>
                <a:gd name="T53" fmla="*/ 2147483647 h 8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80"/>
                <a:gd name="T82" fmla="*/ 0 h 80"/>
                <a:gd name="T83" fmla="*/ 80 w 80"/>
                <a:gd name="T84" fmla="*/ 80 h 80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80" h="80">
                  <a:moveTo>
                    <a:pt x="80" y="8"/>
                  </a:moveTo>
                  <a:lnTo>
                    <a:pt x="80" y="0"/>
                  </a:lnTo>
                  <a:lnTo>
                    <a:pt x="80" y="8"/>
                  </a:lnTo>
                  <a:lnTo>
                    <a:pt x="64" y="8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24" y="48"/>
                  </a:lnTo>
                  <a:lnTo>
                    <a:pt x="16" y="56"/>
                  </a:lnTo>
                  <a:lnTo>
                    <a:pt x="16" y="72"/>
                  </a:lnTo>
                  <a:lnTo>
                    <a:pt x="32" y="80"/>
                  </a:lnTo>
                  <a:lnTo>
                    <a:pt x="40" y="72"/>
                  </a:lnTo>
                  <a:lnTo>
                    <a:pt x="40" y="64"/>
                  </a:lnTo>
                  <a:lnTo>
                    <a:pt x="56" y="56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32" y="24"/>
                  </a:lnTo>
                  <a:lnTo>
                    <a:pt x="56" y="16"/>
                  </a:lnTo>
                  <a:lnTo>
                    <a:pt x="72" y="16"/>
                  </a:lnTo>
                  <a:lnTo>
                    <a:pt x="80" y="16"/>
                  </a:lnTo>
                  <a:lnTo>
                    <a:pt x="8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7" name="Freeform 708"/>
            <p:cNvSpPr>
              <a:spLocks/>
            </p:cNvSpPr>
            <p:nvPr/>
          </p:nvSpPr>
          <p:spPr bwMode="auto">
            <a:xfrm>
              <a:off x="5019968" y="2531056"/>
              <a:ext cx="32898" cy="20835"/>
            </a:xfrm>
            <a:custGeom>
              <a:avLst/>
              <a:gdLst>
                <a:gd name="T0" fmla="*/ 2147483647 w 24"/>
                <a:gd name="T1" fmla="*/ 2147483647 h 16"/>
                <a:gd name="T2" fmla="*/ 2147483647 w 24"/>
                <a:gd name="T3" fmla="*/ 0 h 16"/>
                <a:gd name="T4" fmla="*/ 0 w 24"/>
                <a:gd name="T5" fmla="*/ 2147483647 h 16"/>
                <a:gd name="T6" fmla="*/ 2147483647 w 24"/>
                <a:gd name="T7" fmla="*/ 2147483647 h 16"/>
                <a:gd name="T8" fmla="*/ 2147483647 w 24"/>
                <a:gd name="T9" fmla="*/ 2147483647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16"/>
                <a:gd name="T17" fmla="*/ 24 w 24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16">
                  <a:moveTo>
                    <a:pt x="24" y="16"/>
                  </a:moveTo>
                  <a:lnTo>
                    <a:pt x="8" y="0"/>
                  </a:lnTo>
                  <a:lnTo>
                    <a:pt x="0" y="8"/>
                  </a:lnTo>
                  <a:lnTo>
                    <a:pt x="24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8" name="Freeform 709"/>
            <p:cNvSpPr>
              <a:spLocks/>
            </p:cNvSpPr>
            <p:nvPr/>
          </p:nvSpPr>
          <p:spPr bwMode="auto">
            <a:xfrm>
              <a:off x="4806128" y="2638524"/>
              <a:ext cx="171072" cy="117338"/>
            </a:xfrm>
            <a:custGeom>
              <a:avLst/>
              <a:gdLst>
                <a:gd name="T0" fmla="*/ 2147483647 w 128"/>
                <a:gd name="T1" fmla="*/ 2147483647 h 88"/>
                <a:gd name="T2" fmla="*/ 2147483647 w 128"/>
                <a:gd name="T3" fmla="*/ 2147483647 h 88"/>
                <a:gd name="T4" fmla="*/ 2147483647 w 128"/>
                <a:gd name="T5" fmla="*/ 2147483647 h 88"/>
                <a:gd name="T6" fmla="*/ 2147483647 w 128"/>
                <a:gd name="T7" fmla="*/ 0 h 88"/>
                <a:gd name="T8" fmla="*/ 2147483647 w 128"/>
                <a:gd name="T9" fmla="*/ 0 h 88"/>
                <a:gd name="T10" fmla="*/ 2147483647 w 128"/>
                <a:gd name="T11" fmla="*/ 2147483647 h 88"/>
                <a:gd name="T12" fmla="*/ 2147483647 w 128"/>
                <a:gd name="T13" fmla="*/ 0 h 88"/>
                <a:gd name="T14" fmla="*/ 2147483647 w 128"/>
                <a:gd name="T15" fmla="*/ 2147483647 h 88"/>
                <a:gd name="T16" fmla="*/ 2147483647 w 128"/>
                <a:gd name="T17" fmla="*/ 2147483647 h 88"/>
                <a:gd name="T18" fmla="*/ 0 w 128"/>
                <a:gd name="T19" fmla="*/ 2147483647 h 88"/>
                <a:gd name="T20" fmla="*/ 2147483647 w 128"/>
                <a:gd name="T21" fmla="*/ 2147483647 h 88"/>
                <a:gd name="T22" fmla="*/ 2147483647 w 128"/>
                <a:gd name="T23" fmla="*/ 2147483647 h 88"/>
                <a:gd name="T24" fmla="*/ 2147483647 w 128"/>
                <a:gd name="T25" fmla="*/ 2147483647 h 88"/>
                <a:gd name="T26" fmla="*/ 2147483647 w 128"/>
                <a:gd name="T27" fmla="*/ 2147483647 h 88"/>
                <a:gd name="T28" fmla="*/ 2147483647 w 128"/>
                <a:gd name="T29" fmla="*/ 2147483647 h 88"/>
                <a:gd name="T30" fmla="*/ 2147483647 w 128"/>
                <a:gd name="T31" fmla="*/ 2147483647 h 88"/>
                <a:gd name="T32" fmla="*/ 2147483647 w 128"/>
                <a:gd name="T33" fmla="*/ 2147483647 h 88"/>
                <a:gd name="T34" fmla="*/ 2147483647 w 128"/>
                <a:gd name="T35" fmla="*/ 2147483647 h 88"/>
                <a:gd name="T36" fmla="*/ 2147483647 w 128"/>
                <a:gd name="T37" fmla="*/ 2147483647 h 8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28"/>
                <a:gd name="T58" fmla="*/ 0 h 88"/>
                <a:gd name="T59" fmla="*/ 128 w 128"/>
                <a:gd name="T60" fmla="*/ 88 h 8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28" h="88">
                  <a:moveTo>
                    <a:pt x="112" y="40"/>
                  </a:moveTo>
                  <a:lnTo>
                    <a:pt x="128" y="32"/>
                  </a:lnTo>
                  <a:lnTo>
                    <a:pt x="120" y="16"/>
                  </a:lnTo>
                  <a:lnTo>
                    <a:pt x="96" y="0"/>
                  </a:lnTo>
                  <a:lnTo>
                    <a:pt x="72" y="0"/>
                  </a:lnTo>
                  <a:lnTo>
                    <a:pt x="40" y="8"/>
                  </a:lnTo>
                  <a:lnTo>
                    <a:pt x="32" y="0"/>
                  </a:lnTo>
                  <a:lnTo>
                    <a:pt x="24" y="24"/>
                  </a:lnTo>
                  <a:lnTo>
                    <a:pt x="16" y="40"/>
                  </a:lnTo>
                  <a:lnTo>
                    <a:pt x="0" y="40"/>
                  </a:lnTo>
                  <a:lnTo>
                    <a:pt x="32" y="80"/>
                  </a:lnTo>
                  <a:lnTo>
                    <a:pt x="40" y="80"/>
                  </a:lnTo>
                  <a:lnTo>
                    <a:pt x="64" y="80"/>
                  </a:lnTo>
                  <a:lnTo>
                    <a:pt x="88" y="80"/>
                  </a:lnTo>
                  <a:lnTo>
                    <a:pt x="112" y="88"/>
                  </a:lnTo>
                  <a:lnTo>
                    <a:pt x="112" y="64"/>
                  </a:lnTo>
                  <a:lnTo>
                    <a:pt x="120" y="56"/>
                  </a:lnTo>
                  <a:lnTo>
                    <a:pt x="112" y="56"/>
                  </a:lnTo>
                  <a:lnTo>
                    <a:pt x="112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9" name="Freeform 710"/>
            <p:cNvSpPr>
              <a:spLocks/>
            </p:cNvSpPr>
            <p:nvPr/>
          </p:nvSpPr>
          <p:spPr bwMode="auto">
            <a:xfrm>
              <a:off x="4806128" y="2692258"/>
              <a:ext cx="42768" cy="53735"/>
            </a:xfrm>
            <a:custGeom>
              <a:avLst/>
              <a:gdLst>
                <a:gd name="T0" fmla="*/ 2147483647 w 32"/>
                <a:gd name="T1" fmla="*/ 2147483647 h 40"/>
                <a:gd name="T2" fmla="*/ 2147483647 w 32"/>
                <a:gd name="T3" fmla="*/ 2147483647 h 40"/>
                <a:gd name="T4" fmla="*/ 0 w 32"/>
                <a:gd name="T5" fmla="*/ 0 h 40"/>
                <a:gd name="T6" fmla="*/ 2147483647 w 32"/>
                <a:gd name="T7" fmla="*/ 2147483647 h 40"/>
                <a:gd name="T8" fmla="*/ 2147483647 w 32"/>
                <a:gd name="T9" fmla="*/ 214748364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40"/>
                <a:gd name="T17" fmla="*/ 32 w 32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40">
                  <a:moveTo>
                    <a:pt x="32" y="32"/>
                  </a:moveTo>
                  <a:lnTo>
                    <a:pt x="32" y="40"/>
                  </a:lnTo>
                  <a:lnTo>
                    <a:pt x="0" y="0"/>
                  </a:lnTo>
                  <a:lnTo>
                    <a:pt x="8" y="16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11"/>
            <p:cNvSpPr>
              <a:spLocks/>
            </p:cNvSpPr>
            <p:nvPr/>
          </p:nvSpPr>
          <p:spPr bwMode="auto">
            <a:xfrm>
              <a:off x="4665761" y="2573824"/>
              <a:ext cx="118435" cy="64701"/>
            </a:xfrm>
            <a:custGeom>
              <a:avLst/>
              <a:gdLst>
                <a:gd name="T0" fmla="*/ 2147483647 w 88"/>
                <a:gd name="T1" fmla="*/ 2147483647 h 48"/>
                <a:gd name="T2" fmla="*/ 2147483647 w 88"/>
                <a:gd name="T3" fmla="*/ 2147483647 h 48"/>
                <a:gd name="T4" fmla="*/ 2147483647 w 88"/>
                <a:gd name="T5" fmla="*/ 2147483647 h 48"/>
                <a:gd name="T6" fmla="*/ 2147483647 w 88"/>
                <a:gd name="T7" fmla="*/ 2147483647 h 48"/>
                <a:gd name="T8" fmla="*/ 2147483647 w 88"/>
                <a:gd name="T9" fmla="*/ 2147483647 h 48"/>
                <a:gd name="T10" fmla="*/ 2147483647 w 88"/>
                <a:gd name="T11" fmla="*/ 2147483647 h 48"/>
                <a:gd name="T12" fmla="*/ 2147483647 w 88"/>
                <a:gd name="T13" fmla="*/ 2147483647 h 48"/>
                <a:gd name="T14" fmla="*/ 2147483647 w 88"/>
                <a:gd name="T15" fmla="*/ 2147483647 h 48"/>
                <a:gd name="T16" fmla="*/ 2147483647 w 88"/>
                <a:gd name="T17" fmla="*/ 2147483647 h 48"/>
                <a:gd name="T18" fmla="*/ 2147483647 w 88"/>
                <a:gd name="T19" fmla="*/ 0 h 48"/>
                <a:gd name="T20" fmla="*/ 2147483647 w 88"/>
                <a:gd name="T21" fmla="*/ 0 h 48"/>
                <a:gd name="T22" fmla="*/ 2147483647 w 88"/>
                <a:gd name="T23" fmla="*/ 0 h 48"/>
                <a:gd name="T24" fmla="*/ 2147483647 w 88"/>
                <a:gd name="T25" fmla="*/ 2147483647 h 48"/>
                <a:gd name="T26" fmla="*/ 2147483647 w 88"/>
                <a:gd name="T27" fmla="*/ 2147483647 h 48"/>
                <a:gd name="T28" fmla="*/ 0 w 88"/>
                <a:gd name="T29" fmla="*/ 2147483647 h 48"/>
                <a:gd name="T30" fmla="*/ 2147483647 w 88"/>
                <a:gd name="T31" fmla="*/ 2147483647 h 48"/>
                <a:gd name="T32" fmla="*/ 2147483647 w 88"/>
                <a:gd name="T33" fmla="*/ 2147483647 h 48"/>
                <a:gd name="T34" fmla="*/ 2147483647 w 88"/>
                <a:gd name="T35" fmla="*/ 2147483647 h 48"/>
                <a:gd name="T36" fmla="*/ 2147483647 w 88"/>
                <a:gd name="T37" fmla="*/ 2147483647 h 4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8"/>
                <a:gd name="T58" fmla="*/ 0 h 48"/>
                <a:gd name="T59" fmla="*/ 88 w 88"/>
                <a:gd name="T60" fmla="*/ 48 h 4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8" h="48">
                  <a:moveTo>
                    <a:pt x="40" y="40"/>
                  </a:moveTo>
                  <a:lnTo>
                    <a:pt x="56" y="40"/>
                  </a:lnTo>
                  <a:lnTo>
                    <a:pt x="64" y="40"/>
                  </a:lnTo>
                  <a:lnTo>
                    <a:pt x="64" y="48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88" y="24"/>
                  </a:lnTo>
                  <a:lnTo>
                    <a:pt x="72" y="16"/>
                  </a:lnTo>
                  <a:lnTo>
                    <a:pt x="56" y="8"/>
                  </a:ln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16" y="24"/>
                  </a:lnTo>
                  <a:lnTo>
                    <a:pt x="24" y="40"/>
                  </a:lnTo>
                  <a:lnTo>
                    <a:pt x="40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1" name="Freeform 712"/>
            <p:cNvSpPr>
              <a:spLocks/>
            </p:cNvSpPr>
            <p:nvPr/>
          </p:nvSpPr>
          <p:spPr bwMode="auto">
            <a:xfrm>
              <a:off x="4741428" y="2638524"/>
              <a:ext cx="107468" cy="64700"/>
            </a:xfrm>
            <a:custGeom>
              <a:avLst/>
              <a:gdLst>
                <a:gd name="T0" fmla="*/ 2147483647 w 80"/>
                <a:gd name="T1" fmla="*/ 0 h 48"/>
                <a:gd name="T2" fmla="*/ 2147483647 w 80"/>
                <a:gd name="T3" fmla="*/ 0 h 48"/>
                <a:gd name="T4" fmla="*/ 2147483647 w 80"/>
                <a:gd name="T5" fmla="*/ 2147483647 h 48"/>
                <a:gd name="T6" fmla="*/ 2147483647 w 80"/>
                <a:gd name="T7" fmla="*/ 2147483647 h 48"/>
                <a:gd name="T8" fmla="*/ 2147483647 w 80"/>
                <a:gd name="T9" fmla="*/ 2147483647 h 48"/>
                <a:gd name="T10" fmla="*/ 2147483647 w 80"/>
                <a:gd name="T11" fmla="*/ 2147483647 h 48"/>
                <a:gd name="T12" fmla="*/ 2147483647 w 80"/>
                <a:gd name="T13" fmla="*/ 2147483647 h 48"/>
                <a:gd name="T14" fmla="*/ 0 w 80"/>
                <a:gd name="T15" fmla="*/ 2147483647 h 48"/>
                <a:gd name="T16" fmla="*/ 0 w 80"/>
                <a:gd name="T17" fmla="*/ 2147483647 h 48"/>
                <a:gd name="T18" fmla="*/ 2147483647 w 80"/>
                <a:gd name="T19" fmla="*/ 2147483647 h 48"/>
                <a:gd name="T20" fmla="*/ 2147483647 w 80"/>
                <a:gd name="T21" fmla="*/ 2147483647 h 48"/>
                <a:gd name="T22" fmla="*/ 2147483647 w 80"/>
                <a:gd name="T23" fmla="*/ 2147483647 h 48"/>
                <a:gd name="T24" fmla="*/ 2147483647 w 80"/>
                <a:gd name="T25" fmla="*/ 2147483647 h 48"/>
                <a:gd name="T26" fmla="*/ 2147483647 w 80"/>
                <a:gd name="T27" fmla="*/ 2147483647 h 48"/>
                <a:gd name="T28" fmla="*/ 2147483647 w 80"/>
                <a:gd name="T29" fmla="*/ 0 h 48"/>
                <a:gd name="T30" fmla="*/ 2147483647 w 80"/>
                <a:gd name="T31" fmla="*/ 0 h 48"/>
                <a:gd name="T32" fmla="*/ 2147483647 w 80"/>
                <a:gd name="T33" fmla="*/ 0 h 4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"/>
                <a:gd name="T52" fmla="*/ 0 h 48"/>
                <a:gd name="T53" fmla="*/ 80 w 80"/>
                <a:gd name="T54" fmla="*/ 48 h 4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" h="48">
                  <a:moveTo>
                    <a:pt x="56" y="0"/>
                  </a:moveTo>
                  <a:lnTo>
                    <a:pt x="48" y="0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16" y="40"/>
                  </a:lnTo>
                  <a:lnTo>
                    <a:pt x="32" y="48"/>
                  </a:lnTo>
                  <a:lnTo>
                    <a:pt x="48" y="40"/>
                  </a:lnTo>
                  <a:lnTo>
                    <a:pt x="64" y="40"/>
                  </a:lnTo>
                  <a:lnTo>
                    <a:pt x="72" y="24"/>
                  </a:lnTo>
                  <a:lnTo>
                    <a:pt x="80" y="0"/>
                  </a:lnTo>
                  <a:lnTo>
                    <a:pt x="72" y="0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2" name="Freeform 713"/>
            <p:cNvSpPr>
              <a:spLocks/>
            </p:cNvSpPr>
            <p:nvPr/>
          </p:nvSpPr>
          <p:spPr bwMode="auto">
            <a:xfrm>
              <a:off x="4752394" y="2605626"/>
              <a:ext cx="96502" cy="43865"/>
            </a:xfrm>
            <a:custGeom>
              <a:avLst/>
              <a:gdLst>
                <a:gd name="T0" fmla="*/ 2147483647 w 72"/>
                <a:gd name="T1" fmla="*/ 2147483647 h 32"/>
                <a:gd name="T2" fmla="*/ 2147483647 w 72"/>
                <a:gd name="T3" fmla="*/ 0 h 32"/>
                <a:gd name="T4" fmla="*/ 2147483647 w 72"/>
                <a:gd name="T5" fmla="*/ 2147483647 h 32"/>
                <a:gd name="T6" fmla="*/ 2147483647 w 72"/>
                <a:gd name="T7" fmla="*/ 2147483647 h 32"/>
                <a:gd name="T8" fmla="*/ 0 w 72"/>
                <a:gd name="T9" fmla="*/ 2147483647 h 32"/>
                <a:gd name="T10" fmla="*/ 0 w 72"/>
                <a:gd name="T11" fmla="*/ 2147483647 h 32"/>
                <a:gd name="T12" fmla="*/ 2147483647 w 72"/>
                <a:gd name="T13" fmla="*/ 2147483647 h 32"/>
                <a:gd name="T14" fmla="*/ 2147483647 w 72"/>
                <a:gd name="T15" fmla="*/ 2147483647 h 32"/>
                <a:gd name="T16" fmla="*/ 2147483647 w 72"/>
                <a:gd name="T17" fmla="*/ 2147483647 h 32"/>
                <a:gd name="T18" fmla="*/ 2147483647 w 72"/>
                <a:gd name="T19" fmla="*/ 2147483647 h 32"/>
                <a:gd name="T20" fmla="*/ 2147483647 w 72"/>
                <a:gd name="T21" fmla="*/ 2147483647 h 32"/>
                <a:gd name="T22" fmla="*/ 2147483647 w 72"/>
                <a:gd name="T23" fmla="*/ 2147483647 h 32"/>
                <a:gd name="T24" fmla="*/ 2147483647 w 72"/>
                <a:gd name="T25" fmla="*/ 2147483647 h 32"/>
                <a:gd name="T26" fmla="*/ 2147483647 w 72"/>
                <a:gd name="T27" fmla="*/ 2147483647 h 32"/>
                <a:gd name="T28" fmla="*/ 2147483647 w 72"/>
                <a:gd name="T29" fmla="*/ 2147483647 h 32"/>
                <a:gd name="T30" fmla="*/ 2147483647 w 72"/>
                <a:gd name="T31" fmla="*/ 2147483647 h 32"/>
                <a:gd name="T32" fmla="*/ 2147483647 w 72"/>
                <a:gd name="T33" fmla="*/ 2147483647 h 3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2"/>
                <a:gd name="T52" fmla="*/ 0 h 32"/>
                <a:gd name="T53" fmla="*/ 72 w 72"/>
                <a:gd name="T54" fmla="*/ 32 h 3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2" h="32">
                  <a:moveTo>
                    <a:pt x="40" y="8"/>
                  </a:moveTo>
                  <a:lnTo>
                    <a:pt x="24" y="0"/>
                  </a:lnTo>
                  <a:lnTo>
                    <a:pt x="16" y="8"/>
                  </a:lnTo>
                  <a:lnTo>
                    <a:pt x="16" y="16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40" y="24"/>
                  </a:lnTo>
                  <a:lnTo>
                    <a:pt x="48" y="24"/>
                  </a:lnTo>
                  <a:lnTo>
                    <a:pt x="64" y="24"/>
                  </a:lnTo>
                  <a:lnTo>
                    <a:pt x="72" y="24"/>
                  </a:lnTo>
                  <a:lnTo>
                    <a:pt x="64" y="16"/>
                  </a:lnTo>
                  <a:lnTo>
                    <a:pt x="64" y="8"/>
                  </a:lnTo>
                  <a:lnTo>
                    <a:pt x="56" y="8"/>
                  </a:lnTo>
                  <a:lnTo>
                    <a:pt x="4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3" name="Freeform 714"/>
            <p:cNvSpPr>
              <a:spLocks/>
            </p:cNvSpPr>
            <p:nvPr/>
          </p:nvSpPr>
          <p:spPr bwMode="auto">
            <a:xfrm>
              <a:off x="4806128" y="2692258"/>
              <a:ext cx="42768" cy="53735"/>
            </a:xfrm>
            <a:custGeom>
              <a:avLst/>
              <a:gdLst>
                <a:gd name="T0" fmla="*/ 2147483647 w 32"/>
                <a:gd name="T1" fmla="*/ 2147483647 h 40"/>
                <a:gd name="T2" fmla="*/ 2147483647 w 32"/>
                <a:gd name="T3" fmla="*/ 2147483647 h 40"/>
                <a:gd name="T4" fmla="*/ 0 w 32"/>
                <a:gd name="T5" fmla="*/ 0 h 40"/>
                <a:gd name="T6" fmla="*/ 2147483647 w 32"/>
                <a:gd name="T7" fmla="*/ 2147483647 h 40"/>
                <a:gd name="T8" fmla="*/ 2147483647 w 32"/>
                <a:gd name="T9" fmla="*/ 214748364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40"/>
                <a:gd name="T17" fmla="*/ 32 w 32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40">
                  <a:moveTo>
                    <a:pt x="32" y="32"/>
                  </a:moveTo>
                  <a:lnTo>
                    <a:pt x="32" y="40"/>
                  </a:lnTo>
                  <a:lnTo>
                    <a:pt x="0" y="0"/>
                  </a:lnTo>
                  <a:lnTo>
                    <a:pt x="8" y="16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4" name="Freeform 715"/>
            <p:cNvSpPr>
              <a:spLocks/>
            </p:cNvSpPr>
            <p:nvPr/>
          </p:nvSpPr>
          <p:spPr bwMode="auto">
            <a:xfrm>
              <a:off x="4752394" y="2605626"/>
              <a:ext cx="96502" cy="43865"/>
            </a:xfrm>
            <a:custGeom>
              <a:avLst/>
              <a:gdLst>
                <a:gd name="T0" fmla="*/ 2147483647 w 72"/>
                <a:gd name="T1" fmla="*/ 2147483647 h 32"/>
                <a:gd name="T2" fmla="*/ 2147483647 w 72"/>
                <a:gd name="T3" fmla="*/ 0 h 32"/>
                <a:gd name="T4" fmla="*/ 2147483647 w 72"/>
                <a:gd name="T5" fmla="*/ 0 h 32"/>
                <a:gd name="T6" fmla="*/ 2147483647 w 72"/>
                <a:gd name="T7" fmla="*/ 2147483647 h 32"/>
                <a:gd name="T8" fmla="*/ 2147483647 w 72"/>
                <a:gd name="T9" fmla="*/ 2147483647 h 32"/>
                <a:gd name="T10" fmla="*/ 0 w 72"/>
                <a:gd name="T11" fmla="*/ 2147483647 h 32"/>
                <a:gd name="T12" fmla="*/ 0 w 72"/>
                <a:gd name="T13" fmla="*/ 2147483647 h 32"/>
                <a:gd name="T14" fmla="*/ 0 w 72"/>
                <a:gd name="T15" fmla="*/ 2147483647 h 32"/>
                <a:gd name="T16" fmla="*/ 2147483647 w 72"/>
                <a:gd name="T17" fmla="*/ 2147483647 h 32"/>
                <a:gd name="T18" fmla="*/ 2147483647 w 72"/>
                <a:gd name="T19" fmla="*/ 2147483647 h 32"/>
                <a:gd name="T20" fmla="*/ 2147483647 w 72"/>
                <a:gd name="T21" fmla="*/ 2147483647 h 32"/>
                <a:gd name="T22" fmla="*/ 2147483647 w 72"/>
                <a:gd name="T23" fmla="*/ 2147483647 h 32"/>
                <a:gd name="T24" fmla="*/ 2147483647 w 72"/>
                <a:gd name="T25" fmla="*/ 2147483647 h 32"/>
                <a:gd name="T26" fmla="*/ 2147483647 w 72"/>
                <a:gd name="T27" fmla="*/ 2147483647 h 32"/>
                <a:gd name="T28" fmla="*/ 2147483647 w 72"/>
                <a:gd name="T29" fmla="*/ 2147483647 h 32"/>
                <a:gd name="T30" fmla="*/ 2147483647 w 72"/>
                <a:gd name="T31" fmla="*/ 2147483647 h 32"/>
                <a:gd name="T32" fmla="*/ 2147483647 w 72"/>
                <a:gd name="T33" fmla="*/ 2147483647 h 32"/>
                <a:gd name="T34" fmla="*/ 2147483647 w 72"/>
                <a:gd name="T35" fmla="*/ 2147483647 h 32"/>
                <a:gd name="T36" fmla="*/ 2147483647 w 72"/>
                <a:gd name="T37" fmla="*/ 2147483647 h 3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72"/>
                <a:gd name="T58" fmla="*/ 0 h 32"/>
                <a:gd name="T59" fmla="*/ 72 w 72"/>
                <a:gd name="T60" fmla="*/ 32 h 3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72" h="32">
                  <a:moveTo>
                    <a:pt x="40" y="8"/>
                  </a:moveTo>
                  <a:lnTo>
                    <a:pt x="24" y="0"/>
                  </a:lnTo>
                  <a:lnTo>
                    <a:pt x="16" y="8"/>
                  </a:lnTo>
                  <a:lnTo>
                    <a:pt x="16" y="16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40" y="24"/>
                  </a:lnTo>
                  <a:lnTo>
                    <a:pt x="48" y="24"/>
                  </a:lnTo>
                  <a:lnTo>
                    <a:pt x="64" y="24"/>
                  </a:lnTo>
                  <a:lnTo>
                    <a:pt x="72" y="24"/>
                  </a:lnTo>
                  <a:lnTo>
                    <a:pt x="64" y="16"/>
                  </a:lnTo>
                  <a:lnTo>
                    <a:pt x="64" y="8"/>
                  </a:lnTo>
                  <a:lnTo>
                    <a:pt x="56" y="8"/>
                  </a:lnTo>
                  <a:lnTo>
                    <a:pt x="4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5" name="Freeform 716"/>
            <p:cNvSpPr>
              <a:spLocks/>
            </p:cNvSpPr>
            <p:nvPr/>
          </p:nvSpPr>
          <p:spPr bwMode="auto">
            <a:xfrm>
              <a:off x="4848896" y="2745993"/>
              <a:ext cx="117338" cy="96502"/>
            </a:xfrm>
            <a:custGeom>
              <a:avLst/>
              <a:gdLst>
                <a:gd name="T0" fmla="*/ 2147483647 w 88"/>
                <a:gd name="T1" fmla="*/ 0 h 72"/>
                <a:gd name="T2" fmla="*/ 2147483647 w 88"/>
                <a:gd name="T3" fmla="*/ 0 h 72"/>
                <a:gd name="T4" fmla="*/ 0 w 88"/>
                <a:gd name="T5" fmla="*/ 0 h 72"/>
                <a:gd name="T6" fmla="*/ 0 w 88"/>
                <a:gd name="T7" fmla="*/ 2147483647 h 72"/>
                <a:gd name="T8" fmla="*/ 2147483647 w 88"/>
                <a:gd name="T9" fmla="*/ 2147483647 h 72"/>
                <a:gd name="T10" fmla="*/ 0 w 88"/>
                <a:gd name="T11" fmla="*/ 2147483647 h 72"/>
                <a:gd name="T12" fmla="*/ 2147483647 w 88"/>
                <a:gd name="T13" fmla="*/ 2147483647 h 72"/>
                <a:gd name="T14" fmla="*/ 2147483647 w 88"/>
                <a:gd name="T15" fmla="*/ 2147483647 h 72"/>
                <a:gd name="T16" fmla="*/ 2147483647 w 88"/>
                <a:gd name="T17" fmla="*/ 2147483647 h 72"/>
                <a:gd name="T18" fmla="*/ 2147483647 w 88"/>
                <a:gd name="T19" fmla="*/ 2147483647 h 72"/>
                <a:gd name="T20" fmla="*/ 2147483647 w 88"/>
                <a:gd name="T21" fmla="*/ 2147483647 h 72"/>
                <a:gd name="T22" fmla="*/ 2147483647 w 88"/>
                <a:gd name="T23" fmla="*/ 2147483647 h 72"/>
                <a:gd name="T24" fmla="*/ 2147483647 w 88"/>
                <a:gd name="T25" fmla="*/ 2147483647 h 72"/>
                <a:gd name="T26" fmla="*/ 2147483647 w 88"/>
                <a:gd name="T27" fmla="*/ 2147483647 h 72"/>
                <a:gd name="T28" fmla="*/ 2147483647 w 88"/>
                <a:gd name="T29" fmla="*/ 2147483647 h 72"/>
                <a:gd name="T30" fmla="*/ 2147483647 w 88"/>
                <a:gd name="T31" fmla="*/ 2147483647 h 72"/>
                <a:gd name="T32" fmla="*/ 2147483647 w 88"/>
                <a:gd name="T33" fmla="*/ 2147483647 h 72"/>
                <a:gd name="T34" fmla="*/ 2147483647 w 88"/>
                <a:gd name="T35" fmla="*/ 2147483647 h 72"/>
                <a:gd name="T36" fmla="*/ 2147483647 w 88"/>
                <a:gd name="T37" fmla="*/ 2147483647 h 72"/>
                <a:gd name="T38" fmla="*/ 2147483647 w 88"/>
                <a:gd name="T39" fmla="*/ 2147483647 h 72"/>
                <a:gd name="T40" fmla="*/ 2147483647 w 88"/>
                <a:gd name="T41" fmla="*/ 2147483647 h 72"/>
                <a:gd name="T42" fmla="*/ 2147483647 w 88"/>
                <a:gd name="T43" fmla="*/ 0 h 72"/>
                <a:gd name="T44" fmla="*/ 2147483647 w 88"/>
                <a:gd name="T45" fmla="*/ 0 h 7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88"/>
                <a:gd name="T70" fmla="*/ 0 h 72"/>
                <a:gd name="T71" fmla="*/ 88 w 88"/>
                <a:gd name="T72" fmla="*/ 72 h 7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88" h="72">
                  <a:moveTo>
                    <a:pt x="32" y="0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" y="16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8" y="48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8" y="48"/>
                  </a:lnTo>
                  <a:lnTo>
                    <a:pt x="48" y="56"/>
                  </a:lnTo>
                  <a:lnTo>
                    <a:pt x="40" y="56"/>
                  </a:lnTo>
                  <a:lnTo>
                    <a:pt x="48" y="72"/>
                  </a:lnTo>
                  <a:lnTo>
                    <a:pt x="64" y="64"/>
                  </a:lnTo>
                  <a:lnTo>
                    <a:pt x="80" y="64"/>
                  </a:lnTo>
                  <a:lnTo>
                    <a:pt x="88" y="48"/>
                  </a:lnTo>
                  <a:lnTo>
                    <a:pt x="64" y="40"/>
                  </a:lnTo>
                  <a:lnTo>
                    <a:pt x="64" y="24"/>
                  </a:lnTo>
                  <a:lnTo>
                    <a:pt x="80" y="8"/>
                  </a:lnTo>
                  <a:lnTo>
                    <a:pt x="56" y="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6" name="Freeform 717"/>
            <p:cNvSpPr>
              <a:spLocks/>
            </p:cNvSpPr>
            <p:nvPr/>
          </p:nvSpPr>
          <p:spPr bwMode="auto">
            <a:xfrm>
              <a:off x="4773229" y="2692258"/>
              <a:ext cx="85536" cy="150237"/>
            </a:xfrm>
            <a:custGeom>
              <a:avLst/>
              <a:gdLst>
                <a:gd name="T0" fmla="*/ 2147483647 w 64"/>
                <a:gd name="T1" fmla="*/ 2147483647 h 112"/>
                <a:gd name="T2" fmla="*/ 2147483647 w 64"/>
                <a:gd name="T3" fmla="*/ 2147483647 h 112"/>
                <a:gd name="T4" fmla="*/ 2147483647 w 64"/>
                <a:gd name="T5" fmla="*/ 2147483647 h 112"/>
                <a:gd name="T6" fmla="*/ 2147483647 w 64"/>
                <a:gd name="T7" fmla="*/ 2147483647 h 112"/>
                <a:gd name="T8" fmla="*/ 2147483647 w 64"/>
                <a:gd name="T9" fmla="*/ 2147483647 h 112"/>
                <a:gd name="T10" fmla="*/ 2147483647 w 64"/>
                <a:gd name="T11" fmla="*/ 2147483647 h 112"/>
                <a:gd name="T12" fmla="*/ 2147483647 w 64"/>
                <a:gd name="T13" fmla="*/ 2147483647 h 112"/>
                <a:gd name="T14" fmla="*/ 2147483647 w 64"/>
                <a:gd name="T15" fmla="*/ 2147483647 h 112"/>
                <a:gd name="T16" fmla="*/ 2147483647 w 64"/>
                <a:gd name="T17" fmla="*/ 2147483647 h 112"/>
                <a:gd name="T18" fmla="*/ 2147483647 w 64"/>
                <a:gd name="T19" fmla="*/ 2147483647 h 112"/>
                <a:gd name="T20" fmla="*/ 2147483647 w 64"/>
                <a:gd name="T21" fmla="*/ 0 h 112"/>
                <a:gd name="T22" fmla="*/ 2147483647 w 64"/>
                <a:gd name="T23" fmla="*/ 2147483647 h 112"/>
                <a:gd name="T24" fmla="*/ 2147483647 w 64"/>
                <a:gd name="T25" fmla="*/ 2147483647 h 112"/>
                <a:gd name="T26" fmla="*/ 2147483647 w 64"/>
                <a:gd name="T27" fmla="*/ 2147483647 h 112"/>
                <a:gd name="T28" fmla="*/ 2147483647 w 64"/>
                <a:gd name="T29" fmla="*/ 2147483647 h 112"/>
                <a:gd name="T30" fmla="*/ 2147483647 w 64"/>
                <a:gd name="T31" fmla="*/ 2147483647 h 112"/>
                <a:gd name="T32" fmla="*/ 0 w 64"/>
                <a:gd name="T33" fmla="*/ 2147483647 h 112"/>
                <a:gd name="T34" fmla="*/ 2147483647 w 64"/>
                <a:gd name="T35" fmla="*/ 2147483647 h 112"/>
                <a:gd name="T36" fmla="*/ 2147483647 w 64"/>
                <a:gd name="T37" fmla="*/ 2147483647 h 112"/>
                <a:gd name="T38" fmla="*/ 2147483647 w 64"/>
                <a:gd name="T39" fmla="*/ 2147483647 h 112"/>
                <a:gd name="T40" fmla="*/ 2147483647 w 64"/>
                <a:gd name="T41" fmla="*/ 2147483647 h 112"/>
                <a:gd name="T42" fmla="*/ 2147483647 w 64"/>
                <a:gd name="T43" fmla="*/ 2147483647 h 11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64"/>
                <a:gd name="T67" fmla="*/ 0 h 112"/>
                <a:gd name="T68" fmla="*/ 64 w 64"/>
                <a:gd name="T69" fmla="*/ 112 h 112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64" h="112">
                  <a:moveTo>
                    <a:pt x="40" y="96"/>
                  </a:moveTo>
                  <a:lnTo>
                    <a:pt x="56" y="88"/>
                  </a:lnTo>
                  <a:lnTo>
                    <a:pt x="64" y="88"/>
                  </a:lnTo>
                  <a:lnTo>
                    <a:pt x="64" y="80"/>
                  </a:lnTo>
                  <a:lnTo>
                    <a:pt x="56" y="72"/>
                  </a:lnTo>
                  <a:lnTo>
                    <a:pt x="64" y="56"/>
                  </a:lnTo>
                  <a:lnTo>
                    <a:pt x="56" y="48"/>
                  </a:lnTo>
                  <a:lnTo>
                    <a:pt x="56" y="40"/>
                  </a:lnTo>
                  <a:lnTo>
                    <a:pt x="56" y="32"/>
                  </a:lnTo>
                  <a:lnTo>
                    <a:pt x="32" y="16"/>
                  </a:lnTo>
                  <a:lnTo>
                    <a:pt x="24" y="0"/>
                  </a:lnTo>
                  <a:lnTo>
                    <a:pt x="8" y="8"/>
                  </a:lnTo>
                  <a:lnTo>
                    <a:pt x="16" y="16"/>
                  </a:lnTo>
                  <a:lnTo>
                    <a:pt x="16" y="24"/>
                  </a:lnTo>
                  <a:lnTo>
                    <a:pt x="16" y="40"/>
                  </a:lnTo>
                  <a:lnTo>
                    <a:pt x="8" y="56"/>
                  </a:lnTo>
                  <a:lnTo>
                    <a:pt x="0" y="72"/>
                  </a:lnTo>
                  <a:lnTo>
                    <a:pt x="16" y="88"/>
                  </a:lnTo>
                  <a:lnTo>
                    <a:pt x="16" y="96"/>
                  </a:lnTo>
                  <a:lnTo>
                    <a:pt x="24" y="112"/>
                  </a:lnTo>
                  <a:lnTo>
                    <a:pt x="32" y="104"/>
                  </a:lnTo>
                  <a:lnTo>
                    <a:pt x="40" y="9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7" name="Freeform 718"/>
            <p:cNvSpPr>
              <a:spLocks/>
            </p:cNvSpPr>
            <p:nvPr/>
          </p:nvSpPr>
          <p:spPr bwMode="auto">
            <a:xfrm>
              <a:off x="4698659" y="2670326"/>
              <a:ext cx="96502" cy="118435"/>
            </a:xfrm>
            <a:custGeom>
              <a:avLst/>
              <a:gdLst>
                <a:gd name="T0" fmla="*/ 2147483647 w 72"/>
                <a:gd name="T1" fmla="*/ 2147483647 h 88"/>
                <a:gd name="T2" fmla="*/ 2147483647 w 72"/>
                <a:gd name="T3" fmla="*/ 2147483647 h 88"/>
                <a:gd name="T4" fmla="*/ 2147483647 w 72"/>
                <a:gd name="T5" fmla="*/ 2147483647 h 88"/>
                <a:gd name="T6" fmla="*/ 2147483647 w 72"/>
                <a:gd name="T7" fmla="*/ 2147483647 h 88"/>
                <a:gd name="T8" fmla="*/ 2147483647 w 72"/>
                <a:gd name="T9" fmla="*/ 2147483647 h 88"/>
                <a:gd name="T10" fmla="*/ 2147483647 w 72"/>
                <a:gd name="T11" fmla="*/ 2147483647 h 88"/>
                <a:gd name="T12" fmla="*/ 2147483647 w 72"/>
                <a:gd name="T13" fmla="*/ 0 h 88"/>
                <a:gd name="T14" fmla="*/ 2147483647 w 72"/>
                <a:gd name="T15" fmla="*/ 2147483647 h 88"/>
                <a:gd name="T16" fmla="*/ 0 w 72"/>
                <a:gd name="T17" fmla="*/ 2147483647 h 88"/>
                <a:gd name="T18" fmla="*/ 0 w 72"/>
                <a:gd name="T19" fmla="*/ 2147483647 h 88"/>
                <a:gd name="T20" fmla="*/ 0 w 72"/>
                <a:gd name="T21" fmla="*/ 2147483647 h 88"/>
                <a:gd name="T22" fmla="*/ 2147483647 w 72"/>
                <a:gd name="T23" fmla="*/ 2147483647 h 88"/>
                <a:gd name="T24" fmla="*/ 2147483647 w 72"/>
                <a:gd name="T25" fmla="*/ 2147483647 h 88"/>
                <a:gd name="T26" fmla="*/ 2147483647 w 72"/>
                <a:gd name="T27" fmla="*/ 2147483647 h 88"/>
                <a:gd name="T28" fmla="*/ 2147483647 w 72"/>
                <a:gd name="T29" fmla="*/ 2147483647 h 88"/>
                <a:gd name="T30" fmla="*/ 2147483647 w 72"/>
                <a:gd name="T31" fmla="*/ 2147483647 h 88"/>
                <a:gd name="T32" fmla="*/ 2147483647 w 72"/>
                <a:gd name="T33" fmla="*/ 2147483647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2"/>
                <a:gd name="T52" fmla="*/ 0 h 88"/>
                <a:gd name="T53" fmla="*/ 72 w 72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2" h="88">
                  <a:moveTo>
                    <a:pt x="72" y="56"/>
                  </a:moveTo>
                  <a:lnTo>
                    <a:pt x="72" y="40"/>
                  </a:lnTo>
                  <a:lnTo>
                    <a:pt x="72" y="32"/>
                  </a:lnTo>
                  <a:lnTo>
                    <a:pt x="64" y="24"/>
                  </a:lnTo>
                  <a:lnTo>
                    <a:pt x="48" y="16"/>
                  </a:lnTo>
                  <a:lnTo>
                    <a:pt x="32" y="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0" y="8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24" y="48"/>
                  </a:lnTo>
                  <a:lnTo>
                    <a:pt x="32" y="72"/>
                  </a:lnTo>
                  <a:lnTo>
                    <a:pt x="56" y="88"/>
                  </a:lnTo>
                  <a:lnTo>
                    <a:pt x="64" y="72"/>
                  </a:lnTo>
                  <a:lnTo>
                    <a:pt x="72" y="5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8" name="Freeform 719"/>
            <p:cNvSpPr>
              <a:spLocks/>
            </p:cNvSpPr>
            <p:nvPr/>
          </p:nvSpPr>
          <p:spPr bwMode="auto">
            <a:xfrm>
              <a:off x="4806128" y="2445520"/>
              <a:ext cx="52638" cy="31802"/>
            </a:xfrm>
            <a:custGeom>
              <a:avLst/>
              <a:gdLst>
                <a:gd name="T0" fmla="*/ 2147483647 w 40"/>
                <a:gd name="T1" fmla="*/ 2147483647 h 24"/>
                <a:gd name="T2" fmla="*/ 2147483647 w 40"/>
                <a:gd name="T3" fmla="*/ 2147483647 h 24"/>
                <a:gd name="T4" fmla="*/ 2147483647 w 40"/>
                <a:gd name="T5" fmla="*/ 2147483647 h 24"/>
                <a:gd name="T6" fmla="*/ 2147483647 w 40"/>
                <a:gd name="T7" fmla="*/ 2147483647 h 24"/>
                <a:gd name="T8" fmla="*/ 2147483647 w 40"/>
                <a:gd name="T9" fmla="*/ 0 h 24"/>
                <a:gd name="T10" fmla="*/ 2147483647 w 40"/>
                <a:gd name="T11" fmla="*/ 0 h 24"/>
                <a:gd name="T12" fmla="*/ 0 w 40"/>
                <a:gd name="T13" fmla="*/ 2147483647 h 24"/>
                <a:gd name="T14" fmla="*/ 0 w 40"/>
                <a:gd name="T15" fmla="*/ 2147483647 h 24"/>
                <a:gd name="T16" fmla="*/ 2147483647 w 40"/>
                <a:gd name="T17" fmla="*/ 2147483647 h 24"/>
                <a:gd name="T18" fmla="*/ 2147483647 w 40"/>
                <a:gd name="T19" fmla="*/ 2147483647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"/>
                <a:gd name="T31" fmla="*/ 0 h 24"/>
                <a:gd name="T32" fmla="*/ 40 w 40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" h="24">
                  <a:moveTo>
                    <a:pt x="32" y="24"/>
                  </a:moveTo>
                  <a:lnTo>
                    <a:pt x="40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32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9" name="Freeform 720"/>
            <p:cNvSpPr>
              <a:spLocks/>
            </p:cNvSpPr>
            <p:nvPr/>
          </p:nvSpPr>
          <p:spPr bwMode="auto">
            <a:xfrm>
              <a:off x="4848896" y="2745993"/>
              <a:ext cx="117338" cy="96502"/>
            </a:xfrm>
            <a:custGeom>
              <a:avLst/>
              <a:gdLst>
                <a:gd name="T0" fmla="*/ 2147483647 w 88"/>
                <a:gd name="T1" fmla="*/ 0 h 72"/>
                <a:gd name="T2" fmla="*/ 2147483647 w 88"/>
                <a:gd name="T3" fmla="*/ 0 h 72"/>
                <a:gd name="T4" fmla="*/ 0 w 88"/>
                <a:gd name="T5" fmla="*/ 0 h 72"/>
                <a:gd name="T6" fmla="*/ 0 w 88"/>
                <a:gd name="T7" fmla="*/ 2147483647 h 72"/>
                <a:gd name="T8" fmla="*/ 2147483647 w 88"/>
                <a:gd name="T9" fmla="*/ 2147483647 h 72"/>
                <a:gd name="T10" fmla="*/ 0 w 88"/>
                <a:gd name="T11" fmla="*/ 2147483647 h 72"/>
                <a:gd name="T12" fmla="*/ 2147483647 w 88"/>
                <a:gd name="T13" fmla="*/ 2147483647 h 72"/>
                <a:gd name="T14" fmla="*/ 2147483647 w 88"/>
                <a:gd name="T15" fmla="*/ 2147483647 h 72"/>
                <a:gd name="T16" fmla="*/ 2147483647 w 88"/>
                <a:gd name="T17" fmla="*/ 2147483647 h 72"/>
                <a:gd name="T18" fmla="*/ 2147483647 w 88"/>
                <a:gd name="T19" fmla="*/ 2147483647 h 72"/>
                <a:gd name="T20" fmla="*/ 2147483647 w 88"/>
                <a:gd name="T21" fmla="*/ 2147483647 h 72"/>
                <a:gd name="T22" fmla="*/ 2147483647 w 88"/>
                <a:gd name="T23" fmla="*/ 2147483647 h 72"/>
                <a:gd name="T24" fmla="*/ 2147483647 w 88"/>
                <a:gd name="T25" fmla="*/ 2147483647 h 72"/>
                <a:gd name="T26" fmla="*/ 2147483647 w 88"/>
                <a:gd name="T27" fmla="*/ 2147483647 h 72"/>
                <a:gd name="T28" fmla="*/ 2147483647 w 88"/>
                <a:gd name="T29" fmla="*/ 2147483647 h 72"/>
                <a:gd name="T30" fmla="*/ 2147483647 w 88"/>
                <a:gd name="T31" fmla="*/ 2147483647 h 72"/>
                <a:gd name="T32" fmla="*/ 2147483647 w 88"/>
                <a:gd name="T33" fmla="*/ 2147483647 h 72"/>
                <a:gd name="T34" fmla="*/ 2147483647 w 88"/>
                <a:gd name="T35" fmla="*/ 2147483647 h 72"/>
                <a:gd name="T36" fmla="*/ 2147483647 w 88"/>
                <a:gd name="T37" fmla="*/ 2147483647 h 72"/>
                <a:gd name="T38" fmla="*/ 2147483647 w 88"/>
                <a:gd name="T39" fmla="*/ 2147483647 h 72"/>
                <a:gd name="T40" fmla="*/ 2147483647 w 88"/>
                <a:gd name="T41" fmla="*/ 2147483647 h 72"/>
                <a:gd name="T42" fmla="*/ 2147483647 w 88"/>
                <a:gd name="T43" fmla="*/ 2147483647 h 72"/>
                <a:gd name="T44" fmla="*/ 2147483647 w 88"/>
                <a:gd name="T45" fmla="*/ 2147483647 h 72"/>
                <a:gd name="T46" fmla="*/ 2147483647 w 88"/>
                <a:gd name="T47" fmla="*/ 2147483647 h 72"/>
                <a:gd name="T48" fmla="*/ 2147483647 w 88"/>
                <a:gd name="T49" fmla="*/ 0 h 72"/>
                <a:gd name="T50" fmla="*/ 2147483647 w 88"/>
                <a:gd name="T51" fmla="*/ 0 h 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88"/>
                <a:gd name="T79" fmla="*/ 0 h 72"/>
                <a:gd name="T80" fmla="*/ 88 w 88"/>
                <a:gd name="T81" fmla="*/ 72 h 72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88" h="72">
                  <a:moveTo>
                    <a:pt x="32" y="0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" y="16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8" y="48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8" y="48"/>
                  </a:lnTo>
                  <a:lnTo>
                    <a:pt x="48" y="56"/>
                  </a:lnTo>
                  <a:lnTo>
                    <a:pt x="40" y="56"/>
                  </a:lnTo>
                  <a:lnTo>
                    <a:pt x="48" y="72"/>
                  </a:lnTo>
                  <a:lnTo>
                    <a:pt x="64" y="64"/>
                  </a:lnTo>
                  <a:lnTo>
                    <a:pt x="80" y="64"/>
                  </a:lnTo>
                  <a:lnTo>
                    <a:pt x="88" y="48"/>
                  </a:lnTo>
                  <a:lnTo>
                    <a:pt x="64" y="40"/>
                  </a:lnTo>
                  <a:lnTo>
                    <a:pt x="64" y="24"/>
                  </a:lnTo>
                  <a:lnTo>
                    <a:pt x="80" y="8"/>
                  </a:lnTo>
                  <a:lnTo>
                    <a:pt x="56" y="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0" name="Freeform 721"/>
            <p:cNvSpPr>
              <a:spLocks/>
            </p:cNvSpPr>
            <p:nvPr/>
          </p:nvSpPr>
          <p:spPr bwMode="auto">
            <a:xfrm>
              <a:off x="4806128" y="2445520"/>
              <a:ext cx="52638" cy="31802"/>
            </a:xfrm>
            <a:custGeom>
              <a:avLst/>
              <a:gdLst>
                <a:gd name="T0" fmla="*/ 2147483647 w 40"/>
                <a:gd name="T1" fmla="*/ 2147483647 h 24"/>
                <a:gd name="T2" fmla="*/ 2147483647 w 40"/>
                <a:gd name="T3" fmla="*/ 2147483647 h 24"/>
                <a:gd name="T4" fmla="*/ 2147483647 w 40"/>
                <a:gd name="T5" fmla="*/ 2147483647 h 24"/>
                <a:gd name="T6" fmla="*/ 2147483647 w 40"/>
                <a:gd name="T7" fmla="*/ 2147483647 h 24"/>
                <a:gd name="T8" fmla="*/ 2147483647 w 40"/>
                <a:gd name="T9" fmla="*/ 0 h 24"/>
                <a:gd name="T10" fmla="*/ 2147483647 w 40"/>
                <a:gd name="T11" fmla="*/ 0 h 24"/>
                <a:gd name="T12" fmla="*/ 0 w 40"/>
                <a:gd name="T13" fmla="*/ 2147483647 h 24"/>
                <a:gd name="T14" fmla="*/ 0 w 40"/>
                <a:gd name="T15" fmla="*/ 2147483647 h 24"/>
                <a:gd name="T16" fmla="*/ 2147483647 w 40"/>
                <a:gd name="T17" fmla="*/ 2147483647 h 24"/>
                <a:gd name="T18" fmla="*/ 2147483647 w 40"/>
                <a:gd name="T19" fmla="*/ 2147483647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"/>
                <a:gd name="T31" fmla="*/ 0 h 24"/>
                <a:gd name="T32" fmla="*/ 40 w 40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" h="24">
                  <a:moveTo>
                    <a:pt x="32" y="24"/>
                  </a:moveTo>
                  <a:lnTo>
                    <a:pt x="40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32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1" name="Freeform 722"/>
            <p:cNvSpPr>
              <a:spLocks/>
            </p:cNvSpPr>
            <p:nvPr/>
          </p:nvSpPr>
          <p:spPr bwMode="auto">
            <a:xfrm>
              <a:off x="4708529" y="2466355"/>
              <a:ext cx="161202" cy="150237"/>
            </a:xfrm>
            <a:custGeom>
              <a:avLst/>
              <a:gdLst>
                <a:gd name="T0" fmla="*/ 0 w 120"/>
                <a:gd name="T1" fmla="*/ 2147483647 h 112"/>
                <a:gd name="T2" fmla="*/ 0 w 120"/>
                <a:gd name="T3" fmla="*/ 2147483647 h 112"/>
                <a:gd name="T4" fmla="*/ 0 w 120"/>
                <a:gd name="T5" fmla="*/ 2147483647 h 112"/>
                <a:gd name="T6" fmla="*/ 2147483647 w 120"/>
                <a:gd name="T7" fmla="*/ 2147483647 h 112"/>
                <a:gd name="T8" fmla="*/ 2147483647 w 120"/>
                <a:gd name="T9" fmla="*/ 2147483647 h 112"/>
                <a:gd name="T10" fmla="*/ 2147483647 w 120"/>
                <a:gd name="T11" fmla="*/ 2147483647 h 112"/>
                <a:gd name="T12" fmla="*/ 2147483647 w 120"/>
                <a:gd name="T13" fmla="*/ 2147483647 h 112"/>
                <a:gd name="T14" fmla="*/ 2147483647 w 120"/>
                <a:gd name="T15" fmla="*/ 2147483647 h 112"/>
                <a:gd name="T16" fmla="*/ 2147483647 w 120"/>
                <a:gd name="T17" fmla="*/ 2147483647 h 112"/>
                <a:gd name="T18" fmla="*/ 2147483647 w 120"/>
                <a:gd name="T19" fmla="*/ 2147483647 h 112"/>
                <a:gd name="T20" fmla="*/ 2147483647 w 120"/>
                <a:gd name="T21" fmla="*/ 2147483647 h 112"/>
                <a:gd name="T22" fmla="*/ 2147483647 w 120"/>
                <a:gd name="T23" fmla="*/ 2147483647 h 112"/>
                <a:gd name="T24" fmla="*/ 2147483647 w 120"/>
                <a:gd name="T25" fmla="*/ 2147483647 h 112"/>
                <a:gd name="T26" fmla="*/ 2147483647 w 120"/>
                <a:gd name="T27" fmla="*/ 2147483647 h 112"/>
                <a:gd name="T28" fmla="*/ 2147483647 w 120"/>
                <a:gd name="T29" fmla="*/ 2147483647 h 112"/>
                <a:gd name="T30" fmla="*/ 2147483647 w 120"/>
                <a:gd name="T31" fmla="*/ 2147483647 h 112"/>
                <a:gd name="T32" fmla="*/ 2147483647 w 120"/>
                <a:gd name="T33" fmla="*/ 2147483647 h 112"/>
                <a:gd name="T34" fmla="*/ 2147483647 w 120"/>
                <a:gd name="T35" fmla="*/ 2147483647 h 112"/>
                <a:gd name="T36" fmla="*/ 2147483647 w 120"/>
                <a:gd name="T37" fmla="*/ 2147483647 h 112"/>
                <a:gd name="T38" fmla="*/ 2147483647 w 120"/>
                <a:gd name="T39" fmla="*/ 2147483647 h 112"/>
                <a:gd name="T40" fmla="*/ 2147483647 w 120"/>
                <a:gd name="T41" fmla="*/ 2147483647 h 112"/>
                <a:gd name="T42" fmla="*/ 2147483647 w 120"/>
                <a:gd name="T43" fmla="*/ 2147483647 h 112"/>
                <a:gd name="T44" fmla="*/ 2147483647 w 120"/>
                <a:gd name="T45" fmla="*/ 0 h 112"/>
                <a:gd name="T46" fmla="*/ 2147483647 w 120"/>
                <a:gd name="T47" fmla="*/ 0 h 112"/>
                <a:gd name="T48" fmla="*/ 2147483647 w 120"/>
                <a:gd name="T49" fmla="*/ 0 h 112"/>
                <a:gd name="T50" fmla="*/ 2147483647 w 120"/>
                <a:gd name="T51" fmla="*/ 2147483647 h 112"/>
                <a:gd name="T52" fmla="*/ 0 w 120"/>
                <a:gd name="T53" fmla="*/ 2147483647 h 112"/>
                <a:gd name="T54" fmla="*/ 0 w 120"/>
                <a:gd name="T55" fmla="*/ 2147483647 h 112"/>
                <a:gd name="T56" fmla="*/ 0 w 120"/>
                <a:gd name="T57" fmla="*/ 2147483647 h 11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20"/>
                <a:gd name="T88" fmla="*/ 0 h 112"/>
                <a:gd name="T89" fmla="*/ 120 w 120"/>
                <a:gd name="T90" fmla="*/ 112 h 11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20" h="112">
                  <a:moveTo>
                    <a:pt x="0" y="32"/>
                  </a:moveTo>
                  <a:lnTo>
                    <a:pt x="0" y="40"/>
                  </a:lnTo>
                  <a:lnTo>
                    <a:pt x="0" y="48"/>
                  </a:lnTo>
                  <a:lnTo>
                    <a:pt x="8" y="64"/>
                  </a:lnTo>
                  <a:lnTo>
                    <a:pt x="8" y="80"/>
                  </a:lnTo>
                  <a:lnTo>
                    <a:pt x="24" y="88"/>
                  </a:lnTo>
                  <a:lnTo>
                    <a:pt x="40" y="96"/>
                  </a:lnTo>
                  <a:lnTo>
                    <a:pt x="56" y="104"/>
                  </a:lnTo>
                  <a:lnTo>
                    <a:pt x="72" y="112"/>
                  </a:lnTo>
                  <a:lnTo>
                    <a:pt x="88" y="112"/>
                  </a:lnTo>
                  <a:lnTo>
                    <a:pt x="96" y="112"/>
                  </a:lnTo>
                  <a:lnTo>
                    <a:pt x="104" y="112"/>
                  </a:lnTo>
                  <a:lnTo>
                    <a:pt x="112" y="88"/>
                  </a:lnTo>
                  <a:lnTo>
                    <a:pt x="120" y="80"/>
                  </a:lnTo>
                  <a:lnTo>
                    <a:pt x="120" y="64"/>
                  </a:lnTo>
                  <a:lnTo>
                    <a:pt x="120" y="56"/>
                  </a:lnTo>
                  <a:lnTo>
                    <a:pt x="112" y="48"/>
                  </a:lnTo>
                  <a:lnTo>
                    <a:pt x="120" y="40"/>
                  </a:lnTo>
                  <a:lnTo>
                    <a:pt x="120" y="24"/>
                  </a:lnTo>
                  <a:lnTo>
                    <a:pt x="112" y="8"/>
                  </a:lnTo>
                  <a:lnTo>
                    <a:pt x="104" y="8"/>
                  </a:lnTo>
                  <a:lnTo>
                    <a:pt x="80" y="8"/>
                  </a:lnTo>
                  <a:lnTo>
                    <a:pt x="72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16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2" name="Freeform 723"/>
            <p:cNvSpPr>
              <a:spLocks/>
            </p:cNvSpPr>
            <p:nvPr/>
          </p:nvSpPr>
          <p:spPr bwMode="auto">
            <a:xfrm>
              <a:off x="4569258" y="2659360"/>
              <a:ext cx="75667" cy="43865"/>
            </a:xfrm>
            <a:custGeom>
              <a:avLst/>
              <a:gdLst>
                <a:gd name="T0" fmla="*/ 2147483647 w 56"/>
                <a:gd name="T1" fmla="*/ 2147483647 h 32"/>
                <a:gd name="T2" fmla="*/ 2147483647 w 56"/>
                <a:gd name="T3" fmla="*/ 0 h 32"/>
                <a:gd name="T4" fmla="*/ 2147483647 w 56"/>
                <a:gd name="T5" fmla="*/ 0 h 32"/>
                <a:gd name="T6" fmla="*/ 2147483647 w 56"/>
                <a:gd name="T7" fmla="*/ 0 h 32"/>
                <a:gd name="T8" fmla="*/ 2147483647 w 56"/>
                <a:gd name="T9" fmla="*/ 0 h 32"/>
                <a:gd name="T10" fmla="*/ 0 w 56"/>
                <a:gd name="T11" fmla="*/ 2147483647 h 32"/>
                <a:gd name="T12" fmla="*/ 0 w 56"/>
                <a:gd name="T13" fmla="*/ 2147483647 h 32"/>
                <a:gd name="T14" fmla="*/ 2147483647 w 56"/>
                <a:gd name="T15" fmla="*/ 2147483647 h 32"/>
                <a:gd name="T16" fmla="*/ 2147483647 w 56"/>
                <a:gd name="T17" fmla="*/ 2147483647 h 32"/>
                <a:gd name="T18" fmla="*/ 2147483647 w 56"/>
                <a:gd name="T19" fmla="*/ 2147483647 h 32"/>
                <a:gd name="T20" fmla="*/ 2147483647 w 56"/>
                <a:gd name="T21" fmla="*/ 2147483647 h 32"/>
                <a:gd name="T22" fmla="*/ 2147483647 w 56"/>
                <a:gd name="T23" fmla="*/ 2147483647 h 32"/>
                <a:gd name="T24" fmla="*/ 2147483647 w 56"/>
                <a:gd name="T25" fmla="*/ 2147483647 h 3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6"/>
                <a:gd name="T40" fmla="*/ 0 h 32"/>
                <a:gd name="T41" fmla="*/ 56 w 56"/>
                <a:gd name="T42" fmla="*/ 32 h 3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6" h="32">
                  <a:moveTo>
                    <a:pt x="48" y="8"/>
                  </a:move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32" y="24"/>
                  </a:lnTo>
                  <a:lnTo>
                    <a:pt x="48" y="24"/>
                  </a:lnTo>
                  <a:lnTo>
                    <a:pt x="56" y="16"/>
                  </a:lnTo>
                  <a:lnTo>
                    <a:pt x="4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Freeform 724"/>
            <p:cNvSpPr>
              <a:spLocks/>
            </p:cNvSpPr>
            <p:nvPr/>
          </p:nvSpPr>
          <p:spPr bwMode="auto">
            <a:xfrm>
              <a:off x="4602157" y="2380819"/>
              <a:ext cx="52638" cy="85536"/>
            </a:xfrm>
            <a:custGeom>
              <a:avLst/>
              <a:gdLst>
                <a:gd name="T0" fmla="*/ 2147483647 w 40"/>
                <a:gd name="T1" fmla="*/ 2147483647 h 64"/>
                <a:gd name="T2" fmla="*/ 2147483647 w 40"/>
                <a:gd name="T3" fmla="*/ 2147483647 h 64"/>
                <a:gd name="T4" fmla="*/ 2147483647 w 40"/>
                <a:gd name="T5" fmla="*/ 2147483647 h 64"/>
                <a:gd name="T6" fmla="*/ 2147483647 w 40"/>
                <a:gd name="T7" fmla="*/ 2147483647 h 64"/>
                <a:gd name="T8" fmla="*/ 2147483647 w 40"/>
                <a:gd name="T9" fmla="*/ 2147483647 h 64"/>
                <a:gd name="T10" fmla="*/ 2147483647 w 40"/>
                <a:gd name="T11" fmla="*/ 2147483647 h 64"/>
                <a:gd name="T12" fmla="*/ 2147483647 w 40"/>
                <a:gd name="T13" fmla="*/ 2147483647 h 64"/>
                <a:gd name="T14" fmla="*/ 2147483647 w 40"/>
                <a:gd name="T15" fmla="*/ 0 h 64"/>
                <a:gd name="T16" fmla="*/ 2147483647 w 40"/>
                <a:gd name="T17" fmla="*/ 2147483647 h 64"/>
                <a:gd name="T18" fmla="*/ 2147483647 w 40"/>
                <a:gd name="T19" fmla="*/ 2147483647 h 64"/>
                <a:gd name="T20" fmla="*/ 0 w 40"/>
                <a:gd name="T21" fmla="*/ 2147483647 h 64"/>
                <a:gd name="T22" fmla="*/ 0 w 40"/>
                <a:gd name="T23" fmla="*/ 2147483647 h 64"/>
                <a:gd name="T24" fmla="*/ 2147483647 w 40"/>
                <a:gd name="T25" fmla="*/ 2147483647 h 64"/>
                <a:gd name="T26" fmla="*/ 2147483647 w 40"/>
                <a:gd name="T27" fmla="*/ 2147483647 h 64"/>
                <a:gd name="T28" fmla="*/ 2147483647 w 40"/>
                <a:gd name="T29" fmla="*/ 2147483647 h 64"/>
                <a:gd name="T30" fmla="*/ 2147483647 w 40"/>
                <a:gd name="T31" fmla="*/ 2147483647 h 6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0"/>
                <a:gd name="T49" fmla="*/ 0 h 64"/>
                <a:gd name="T50" fmla="*/ 40 w 40"/>
                <a:gd name="T51" fmla="*/ 64 h 6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0" h="64">
                  <a:moveTo>
                    <a:pt x="24" y="64"/>
                  </a:moveTo>
                  <a:lnTo>
                    <a:pt x="24" y="48"/>
                  </a:lnTo>
                  <a:lnTo>
                    <a:pt x="24" y="32"/>
                  </a:lnTo>
                  <a:lnTo>
                    <a:pt x="32" y="32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24"/>
                  </a:lnTo>
                  <a:lnTo>
                    <a:pt x="0" y="40"/>
                  </a:lnTo>
                  <a:lnTo>
                    <a:pt x="8" y="48"/>
                  </a:lnTo>
                  <a:lnTo>
                    <a:pt x="16" y="64"/>
                  </a:lnTo>
                  <a:lnTo>
                    <a:pt x="16" y="56"/>
                  </a:lnTo>
                  <a:lnTo>
                    <a:pt x="24" y="6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4" name="Freeform 725"/>
            <p:cNvSpPr>
              <a:spLocks/>
            </p:cNvSpPr>
            <p:nvPr/>
          </p:nvSpPr>
          <p:spPr bwMode="auto">
            <a:xfrm>
              <a:off x="4514428" y="2551891"/>
              <a:ext cx="54831" cy="53735"/>
            </a:xfrm>
            <a:custGeom>
              <a:avLst/>
              <a:gdLst>
                <a:gd name="T0" fmla="*/ 2147483647 w 41"/>
                <a:gd name="T1" fmla="*/ 2147483647 h 40"/>
                <a:gd name="T2" fmla="*/ 2147483647 w 41"/>
                <a:gd name="T3" fmla="*/ 2147483647 h 40"/>
                <a:gd name="T4" fmla="*/ 2147483647 w 41"/>
                <a:gd name="T5" fmla="*/ 2147483647 h 40"/>
                <a:gd name="T6" fmla="*/ 2147483647 w 41"/>
                <a:gd name="T7" fmla="*/ 2147483647 h 40"/>
                <a:gd name="T8" fmla="*/ 2147483647 w 41"/>
                <a:gd name="T9" fmla="*/ 2147483647 h 40"/>
                <a:gd name="T10" fmla="*/ 2147483647 w 41"/>
                <a:gd name="T11" fmla="*/ 2147483647 h 40"/>
                <a:gd name="T12" fmla="*/ 2147483647 w 41"/>
                <a:gd name="T13" fmla="*/ 2147483647 h 40"/>
                <a:gd name="T14" fmla="*/ 2147483647 w 41"/>
                <a:gd name="T15" fmla="*/ 2147483647 h 40"/>
                <a:gd name="T16" fmla="*/ 2147483647 w 41"/>
                <a:gd name="T17" fmla="*/ 2147483647 h 40"/>
                <a:gd name="T18" fmla="*/ 2147483647 w 41"/>
                <a:gd name="T19" fmla="*/ 2147483647 h 40"/>
                <a:gd name="T20" fmla="*/ 2147483647 w 41"/>
                <a:gd name="T21" fmla="*/ 2147483647 h 40"/>
                <a:gd name="T22" fmla="*/ 2147483647 w 41"/>
                <a:gd name="T23" fmla="*/ 0 h 40"/>
                <a:gd name="T24" fmla="*/ 0 w 41"/>
                <a:gd name="T25" fmla="*/ 2147483647 h 40"/>
                <a:gd name="T26" fmla="*/ 0 w 41"/>
                <a:gd name="T27" fmla="*/ 2147483647 h 40"/>
                <a:gd name="T28" fmla="*/ 2147483647 w 41"/>
                <a:gd name="T29" fmla="*/ 2147483647 h 4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1"/>
                <a:gd name="T46" fmla="*/ 0 h 40"/>
                <a:gd name="T47" fmla="*/ 41 w 41"/>
                <a:gd name="T48" fmla="*/ 40 h 4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1" h="40">
                  <a:moveTo>
                    <a:pt x="8" y="24"/>
                  </a:moveTo>
                  <a:lnTo>
                    <a:pt x="16" y="32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41" y="32"/>
                  </a:lnTo>
                  <a:lnTo>
                    <a:pt x="41" y="24"/>
                  </a:lnTo>
                  <a:lnTo>
                    <a:pt x="41" y="16"/>
                  </a:lnTo>
                  <a:lnTo>
                    <a:pt x="32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Freeform 726"/>
            <p:cNvSpPr>
              <a:spLocks/>
            </p:cNvSpPr>
            <p:nvPr/>
          </p:nvSpPr>
          <p:spPr bwMode="auto">
            <a:xfrm>
              <a:off x="4569258" y="2659360"/>
              <a:ext cx="75667" cy="43865"/>
            </a:xfrm>
            <a:custGeom>
              <a:avLst/>
              <a:gdLst>
                <a:gd name="T0" fmla="*/ 2147483647 w 56"/>
                <a:gd name="T1" fmla="*/ 2147483647 h 32"/>
                <a:gd name="T2" fmla="*/ 2147483647 w 56"/>
                <a:gd name="T3" fmla="*/ 0 h 32"/>
                <a:gd name="T4" fmla="*/ 2147483647 w 56"/>
                <a:gd name="T5" fmla="*/ 0 h 32"/>
                <a:gd name="T6" fmla="*/ 2147483647 w 56"/>
                <a:gd name="T7" fmla="*/ 0 h 32"/>
                <a:gd name="T8" fmla="*/ 2147483647 w 56"/>
                <a:gd name="T9" fmla="*/ 0 h 32"/>
                <a:gd name="T10" fmla="*/ 2147483647 w 56"/>
                <a:gd name="T11" fmla="*/ 0 h 32"/>
                <a:gd name="T12" fmla="*/ 2147483647 w 56"/>
                <a:gd name="T13" fmla="*/ 0 h 32"/>
                <a:gd name="T14" fmla="*/ 0 w 56"/>
                <a:gd name="T15" fmla="*/ 2147483647 h 32"/>
                <a:gd name="T16" fmla="*/ 0 w 56"/>
                <a:gd name="T17" fmla="*/ 2147483647 h 32"/>
                <a:gd name="T18" fmla="*/ 2147483647 w 56"/>
                <a:gd name="T19" fmla="*/ 2147483647 h 32"/>
                <a:gd name="T20" fmla="*/ 2147483647 w 56"/>
                <a:gd name="T21" fmla="*/ 2147483647 h 32"/>
                <a:gd name="T22" fmla="*/ 2147483647 w 56"/>
                <a:gd name="T23" fmla="*/ 2147483647 h 32"/>
                <a:gd name="T24" fmla="*/ 2147483647 w 56"/>
                <a:gd name="T25" fmla="*/ 2147483647 h 32"/>
                <a:gd name="T26" fmla="*/ 2147483647 w 56"/>
                <a:gd name="T27" fmla="*/ 2147483647 h 32"/>
                <a:gd name="T28" fmla="*/ 2147483647 w 56"/>
                <a:gd name="T29" fmla="*/ 2147483647 h 32"/>
                <a:gd name="T30" fmla="*/ 2147483647 w 56"/>
                <a:gd name="T31" fmla="*/ 2147483647 h 32"/>
                <a:gd name="T32" fmla="*/ 2147483647 w 56"/>
                <a:gd name="T33" fmla="*/ 2147483647 h 32"/>
                <a:gd name="T34" fmla="*/ 2147483647 w 56"/>
                <a:gd name="T35" fmla="*/ 2147483647 h 32"/>
                <a:gd name="T36" fmla="*/ 2147483647 w 56"/>
                <a:gd name="T37" fmla="*/ 2147483647 h 32"/>
                <a:gd name="T38" fmla="*/ 2147483647 w 56"/>
                <a:gd name="T39" fmla="*/ 2147483647 h 3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6"/>
                <a:gd name="T61" fmla="*/ 0 h 32"/>
                <a:gd name="T62" fmla="*/ 56 w 56"/>
                <a:gd name="T63" fmla="*/ 32 h 3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6" h="32">
                  <a:moveTo>
                    <a:pt x="48" y="8"/>
                  </a:move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32" y="24"/>
                  </a:lnTo>
                  <a:lnTo>
                    <a:pt x="48" y="24"/>
                  </a:lnTo>
                  <a:lnTo>
                    <a:pt x="56" y="16"/>
                  </a:lnTo>
                  <a:lnTo>
                    <a:pt x="4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6" name="Freeform 727"/>
            <p:cNvSpPr>
              <a:spLocks/>
            </p:cNvSpPr>
            <p:nvPr/>
          </p:nvSpPr>
          <p:spPr bwMode="auto">
            <a:xfrm>
              <a:off x="4514428" y="2551891"/>
              <a:ext cx="54831" cy="53735"/>
            </a:xfrm>
            <a:custGeom>
              <a:avLst/>
              <a:gdLst>
                <a:gd name="T0" fmla="*/ 2147483647 w 41"/>
                <a:gd name="T1" fmla="*/ 2147483647 h 40"/>
                <a:gd name="T2" fmla="*/ 2147483647 w 41"/>
                <a:gd name="T3" fmla="*/ 2147483647 h 40"/>
                <a:gd name="T4" fmla="*/ 2147483647 w 41"/>
                <a:gd name="T5" fmla="*/ 2147483647 h 40"/>
                <a:gd name="T6" fmla="*/ 2147483647 w 41"/>
                <a:gd name="T7" fmla="*/ 2147483647 h 40"/>
                <a:gd name="T8" fmla="*/ 2147483647 w 41"/>
                <a:gd name="T9" fmla="*/ 2147483647 h 40"/>
                <a:gd name="T10" fmla="*/ 2147483647 w 41"/>
                <a:gd name="T11" fmla="*/ 2147483647 h 40"/>
                <a:gd name="T12" fmla="*/ 2147483647 w 41"/>
                <a:gd name="T13" fmla="*/ 2147483647 h 40"/>
                <a:gd name="T14" fmla="*/ 2147483647 w 41"/>
                <a:gd name="T15" fmla="*/ 2147483647 h 40"/>
                <a:gd name="T16" fmla="*/ 2147483647 w 41"/>
                <a:gd name="T17" fmla="*/ 2147483647 h 40"/>
                <a:gd name="T18" fmla="*/ 2147483647 w 41"/>
                <a:gd name="T19" fmla="*/ 2147483647 h 40"/>
                <a:gd name="T20" fmla="*/ 2147483647 w 41"/>
                <a:gd name="T21" fmla="*/ 2147483647 h 40"/>
                <a:gd name="T22" fmla="*/ 2147483647 w 41"/>
                <a:gd name="T23" fmla="*/ 2147483647 h 40"/>
                <a:gd name="T24" fmla="*/ 2147483647 w 41"/>
                <a:gd name="T25" fmla="*/ 2147483647 h 40"/>
                <a:gd name="T26" fmla="*/ 2147483647 w 41"/>
                <a:gd name="T27" fmla="*/ 0 h 40"/>
                <a:gd name="T28" fmla="*/ 0 w 41"/>
                <a:gd name="T29" fmla="*/ 2147483647 h 40"/>
                <a:gd name="T30" fmla="*/ 0 w 41"/>
                <a:gd name="T31" fmla="*/ 2147483647 h 40"/>
                <a:gd name="T32" fmla="*/ 0 w 41"/>
                <a:gd name="T33" fmla="*/ 2147483647 h 40"/>
                <a:gd name="T34" fmla="*/ 2147483647 w 41"/>
                <a:gd name="T35" fmla="*/ 2147483647 h 4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1"/>
                <a:gd name="T55" fmla="*/ 0 h 40"/>
                <a:gd name="T56" fmla="*/ 41 w 41"/>
                <a:gd name="T57" fmla="*/ 40 h 4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1" h="40">
                  <a:moveTo>
                    <a:pt x="8" y="24"/>
                  </a:moveTo>
                  <a:lnTo>
                    <a:pt x="16" y="32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41" y="32"/>
                  </a:lnTo>
                  <a:lnTo>
                    <a:pt x="41" y="24"/>
                  </a:lnTo>
                  <a:lnTo>
                    <a:pt x="41" y="16"/>
                  </a:lnTo>
                  <a:lnTo>
                    <a:pt x="32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Freeform 728"/>
            <p:cNvSpPr>
              <a:spLocks/>
            </p:cNvSpPr>
            <p:nvPr/>
          </p:nvSpPr>
          <p:spPr bwMode="auto">
            <a:xfrm>
              <a:off x="4471660" y="3163803"/>
              <a:ext cx="269768" cy="203971"/>
            </a:xfrm>
            <a:custGeom>
              <a:avLst/>
              <a:gdLst>
                <a:gd name="T0" fmla="*/ 2147483647 w 201"/>
                <a:gd name="T1" fmla="*/ 2147483647 h 152"/>
                <a:gd name="T2" fmla="*/ 2147483647 w 201"/>
                <a:gd name="T3" fmla="*/ 2147483647 h 152"/>
                <a:gd name="T4" fmla="*/ 2147483647 w 201"/>
                <a:gd name="T5" fmla="*/ 2147483647 h 152"/>
                <a:gd name="T6" fmla="*/ 2147483647 w 201"/>
                <a:gd name="T7" fmla="*/ 2147483647 h 152"/>
                <a:gd name="T8" fmla="*/ 2147483647 w 201"/>
                <a:gd name="T9" fmla="*/ 2147483647 h 152"/>
                <a:gd name="T10" fmla="*/ 2147483647 w 201"/>
                <a:gd name="T11" fmla="*/ 2147483647 h 152"/>
                <a:gd name="T12" fmla="*/ 2147483647 w 201"/>
                <a:gd name="T13" fmla="*/ 2147483647 h 152"/>
                <a:gd name="T14" fmla="*/ 2147483647 w 201"/>
                <a:gd name="T15" fmla="*/ 2147483647 h 152"/>
                <a:gd name="T16" fmla="*/ 2147483647 w 201"/>
                <a:gd name="T17" fmla="*/ 2147483647 h 152"/>
                <a:gd name="T18" fmla="*/ 2147483647 w 201"/>
                <a:gd name="T19" fmla="*/ 2147483647 h 152"/>
                <a:gd name="T20" fmla="*/ 2147483647 w 201"/>
                <a:gd name="T21" fmla="*/ 2147483647 h 152"/>
                <a:gd name="T22" fmla="*/ 2147483647 w 201"/>
                <a:gd name="T23" fmla="*/ 2147483647 h 152"/>
                <a:gd name="T24" fmla="*/ 2147483647 w 201"/>
                <a:gd name="T25" fmla="*/ 2147483647 h 152"/>
                <a:gd name="T26" fmla="*/ 2147483647 w 201"/>
                <a:gd name="T27" fmla="*/ 0 h 152"/>
                <a:gd name="T28" fmla="*/ 2147483647 w 201"/>
                <a:gd name="T29" fmla="*/ 2147483647 h 152"/>
                <a:gd name="T30" fmla="*/ 2147483647 w 201"/>
                <a:gd name="T31" fmla="*/ 2147483647 h 152"/>
                <a:gd name="T32" fmla="*/ 2147483647 w 201"/>
                <a:gd name="T33" fmla="*/ 2147483647 h 152"/>
                <a:gd name="T34" fmla="*/ 2147483647 w 201"/>
                <a:gd name="T35" fmla="*/ 2147483647 h 152"/>
                <a:gd name="T36" fmla="*/ 2147483647 w 201"/>
                <a:gd name="T37" fmla="*/ 2147483647 h 152"/>
                <a:gd name="T38" fmla="*/ 0 w 201"/>
                <a:gd name="T39" fmla="*/ 2147483647 h 152"/>
                <a:gd name="T40" fmla="*/ 2147483647 w 201"/>
                <a:gd name="T41" fmla="*/ 2147483647 h 152"/>
                <a:gd name="T42" fmla="*/ 2147483647 w 201"/>
                <a:gd name="T43" fmla="*/ 2147483647 h 152"/>
                <a:gd name="T44" fmla="*/ 2147483647 w 201"/>
                <a:gd name="T45" fmla="*/ 2147483647 h 152"/>
                <a:gd name="T46" fmla="*/ 2147483647 w 201"/>
                <a:gd name="T47" fmla="*/ 2147483647 h 15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01"/>
                <a:gd name="T73" fmla="*/ 0 h 152"/>
                <a:gd name="T74" fmla="*/ 201 w 201"/>
                <a:gd name="T75" fmla="*/ 152 h 15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01" h="152">
                  <a:moveTo>
                    <a:pt x="40" y="152"/>
                  </a:moveTo>
                  <a:lnTo>
                    <a:pt x="48" y="136"/>
                  </a:lnTo>
                  <a:lnTo>
                    <a:pt x="64" y="136"/>
                  </a:lnTo>
                  <a:lnTo>
                    <a:pt x="89" y="144"/>
                  </a:lnTo>
                  <a:lnTo>
                    <a:pt x="105" y="136"/>
                  </a:lnTo>
                  <a:lnTo>
                    <a:pt x="129" y="136"/>
                  </a:lnTo>
                  <a:lnTo>
                    <a:pt x="153" y="136"/>
                  </a:lnTo>
                  <a:lnTo>
                    <a:pt x="169" y="120"/>
                  </a:lnTo>
                  <a:lnTo>
                    <a:pt x="193" y="96"/>
                  </a:lnTo>
                  <a:lnTo>
                    <a:pt x="201" y="48"/>
                  </a:lnTo>
                  <a:lnTo>
                    <a:pt x="193" y="40"/>
                  </a:lnTo>
                  <a:lnTo>
                    <a:pt x="185" y="16"/>
                  </a:lnTo>
                  <a:lnTo>
                    <a:pt x="177" y="8"/>
                  </a:lnTo>
                  <a:lnTo>
                    <a:pt x="145" y="0"/>
                  </a:lnTo>
                  <a:lnTo>
                    <a:pt x="73" y="48"/>
                  </a:lnTo>
                  <a:lnTo>
                    <a:pt x="48" y="64"/>
                  </a:lnTo>
                  <a:lnTo>
                    <a:pt x="48" y="96"/>
                  </a:lnTo>
                  <a:lnTo>
                    <a:pt x="40" y="112"/>
                  </a:lnTo>
                  <a:lnTo>
                    <a:pt x="16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5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Freeform 729"/>
            <p:cNvSpPr>
              <a:spLocks/>
            </p:cNvSpPr>
            <p:nvPr/>
          </p:nvSpPr>
          <p:spPr bwMode="auto">
            <a:xfrm>
              <a:off x="4256723" y="3142968"/>
              <a:ext cx="279637" cy="257704"/>
            </a:xfrm>
            <a:custGeom>
              <a:avLst/>
              <a:gdLst>
                <a:gd name="T0" fmla="*/ 2147483647 w 208"/>
                <a:gd name="T1" fmla="*/ 2147483647 h 192"/>
                <a:gd name="T2" fmla="*/ 2147483647 w 208"/>
                <a:gd name="T3" fmla="*/ 2147483647 h 192"/>
                <a:gd name="T4" fmla="*/ 2147483647 w 208"/>
                <a:gd name="T5" fmla="*/ 2147483647 h 192"/>
                <a:gd name="T6" fmla="*/ 2147483647 w 208"/>
                <a:gd name="T7" fmla="*/ 2147483647 h 192"/>
                <a:gd name="T8" fmla="*/ 2147483647 w 208"/>
                <a:gd name="T9" fmla="*/ 2147483647 h 192"/>
                <a:gd name="T10" fmla="*/ 2147483647 w 208"/>
                <a:gd name="T11" fmla="*/ 2147483647 h 192"/>
                <a:gd name="T12" fmla="*/ 2147483647 w 208"/>
                <a:gd name="T13" fmla="*/ 2147483647 h 192"/>
                <a:gd name="T14" fmla="*/ 2147483647 w 208"/>
                <a:gd name="T15" fmla="*/ 2147483647 h 192"/>
                <a:gd name="T16" fmla="*/ 2147483647 w 208"/>
                <a:gd name="T17" fmla="*/ 2147483647 h 192"/>
                <a:gd name="T18" fmla="*/ 2147483647 w 208"/>
                <a:gd name="T19" fmla="*/ 2147483647 h 192"/>
                <a:gd name="T20" fmla="*/ 2147483647 w 208"/>
                <a:gd name="T21" fmla="*/ 2147483647 h 192"/>
                <a:gd name="T22" fmla="*/ 2147483647 w 208"/>
                <a:gd name="T23" fmla="*/ 0 h 192"/>
                <a:gd name="T24" fmla="*/ 2147483647 w 208"/>
                <a:gd name="T25" fmla="*/ 0 h 192"/>
                <a:gd name="T26" fmla="*/ 2147483647 w 208"/>
                <a:gd name="T27" fmla="*/ 2147483647 h 192"/>
                <a:gd name="T28" fmla="*/ 2147483647 w 208"/>
                <a:gd name="T29" fmla="*/ 2147483647 h 192"/>
                <a:gd name="T30" fmla="*/ 2147483647 w 208"/>
                <a:gd name="T31" fmla="*/ 2147483647 h 192"/>
                <a:gd name="T32" fmla="*/ 2147483647 w 208"/>
                <a:gd name="T33" fmla="*/ 2147483647 h 192"/>
                <a:gd name="T34" fmla="*/ 2147483647 w 208"/>
                <a:gd name="T35" fmla="*/ 2147483647 h 192"/>
                <a:gd name="T36" fmla="*/ 0 w 208"/>
                <a:gd name="T37" fmla="*/ 2147483647 h 192"/>
                <a:gd name="T38" fmla="*/ 2147483647 w 208"/>
                <a:gd name="T39" fmla="*/ 2147483647 h 192"/>
                <a:gd name="T40" fmla="*/ 2147483647 w 208"/>
                <a:gd name="T41" fmla="*/ 2147483647 h 192"/>
                <a:gd name="T42" fmla="*/ 2147483647 w 208"/>
                <a:gd name="T43" fmla="*/ 2147483647 h 192"/>
                <a:gd name="T44" fmla="*/ 2147483647 w 208"/>
                <a:gd name="T45" fmla="*/ 2147483647 h 192"/>
                <a:gd name="T46" fmla="*/ 2147483647 w 208"/>
                <a:gd name="T47" fmla="*/ 2147483647 h 192"/>
                <a:gd name="T48" fmla="*/ 2147483647 w 208"/>
                <a:gd name="T49" fmla="*/ 2147483647 h 192"/>
                <a:gd name="T50" fmla="*/ 2147483647 w 208"/>
                <a:gd name="T51" fmla="*/ 2147483647 h 192"/>
                <a:gd name="T52" fmla="*/ 2147483647 w 208"/>
                <a:gd name="T53" fmla="*/ 2147483647 h 192"/>
                <a:gd name="T54" fmla="*/ 2147483647 w 208"/>
                <a:gd name="T55" fmla="*/ 2147483647 h 192"/>
                <a:gd name="T56" fmla="*/ 2147483647 w 208"/>
                <a:gd name="T57" fmla="*/ 2147483647 h 192"/>
                <a:gd name="T58" fmla="*/ 2147483647 w 208"/>
                <a:gd name="T59" fmla="*/ 2147483647 h 192"/>
                <a:gd name="T60" fmla="*/ 2147483647 w 208"/>
                <a:gd name="T61" fmla="*/ 2147483647 h 192"/>
                <a:gd name="T62" fmla="*/ 2147483647 w 208"/>
                <a:gd name="T63" fmla="*/ 2147483647 h 192"/>
                <a:gd name="T64" fmla="*/ 2147483647 w 208"/>
                <a:gd name="T65" fmla="*/ 2147483647 h 19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08"/>
                <a:gd name="T100" fmla="*/ 0 h 192"/>
                <a:gd name="T101" fmla="*/ 208 w 208"/>
                <a:gd name="T102" fmla="*/ 192 h 19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08" h="192">
                  <a:moveTo>
                    <a:pt x="96" y="176"/>
                  </a:moveTo>
                  <a:lnTo>
                    <a:pt x="112" y="160"/>
                  </a:lnTo>
                  <a:lnTo>
                    <a:pt x="128" y="144"/>
                  </a:lnTo>
                  <a:lnTo>
                    <a:pt x="152" y="128"/>
                  </a:lnTo>
                  <a:lnTo>
                    <a:pt x="160" y="128"/>
                  </a:lnTo>
                  <a:lnTo>
                    <a:pt x="176" y="128"/>
                  </a:lnTo>
                  <a:lnTo>
                    <a:pt x="200" y="128"/>
                  </a:lnTo>
                  <a:lnTo>
                    <a:pt x="208" y="112"/>
                  </a:lnTo>
                  <a:lnTo>
                    <a:pt x="208" y="80"/>
                  </a:lnTo>
                  <a:lnTo>
                    <a:pt x="200" y="80"/>
                  </a:lnTo>
                  <a:lnTo>
                    <a:pt x="192" y="72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88" y="112"/>
                  </a:lnTo>
                  <a:lnTo>
                    <a:pt x="96" y="120"/>
                  </a:lnTo>
                  <a:lnTo>
                    <a:pt x="80" y="128"/>
                  </a:lnTo>
                  <a:lnTo>
                    <a:pt x="24" y="128"/>
                  </a:lnTo>
                  <a:lnTo>
                    <a:pt x="16" y="120"/>
                  </a:lnTo>
                  <a:lnTo>
                    <a:pt x="0" y="136"/>
                  </a:lnTo>
                  <a:lnTo>
                    <a:pt x="8" y="152"/>
                  </a:lnTo>
                  <a:lnTo>
                    <a:pt x="16" y="168"/>
                  </a:lnTo>
                  <a:lnTo>
                    <a:pt x="8" y="168"/>
                  </a:lnTo>
                  <a:lnTo>
                    <a:pt x="24" y="168"/>
                  </a:lnTo>
                  <a:lnTo>
                    <a:pt x="40" y="168"/>
                  </a:lnTo>
                  <a:lnTo>
                    <a:pt x="48" y="176"/>
                  </a:lnTo>
                  <a:lnTo>
                    <a:pt x="56" y="192"/>
                  </a:lnTo>
                  <a:lnTo>
                    <a:pt x="64" y="192"/>
                  </a:lnTo>
                  <a:lnTo>
                    <a:pt x="72" y="192"/>
                  </a:lnTo>
                  <a:lnTo>
                    <a:pt x="80" y="192"/>
                  </a:lnTo>
                  <a:lnTo>
                    <a:pt x="88" y="192"/>
                  </a:lnTo>
                  <a:lnTo>
                    <a:pt x="96" y="192"/>
                  </a:lnTo>
                  <a:lnTo>
                    <a:pt x="96" y="184"/>
                  </a:lnTo>
                  <a:lnTo>
                    <a:pt x="96" y="17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Freeform 730"/>
            <p:cNvSpPr>
              <a:spLocks/>
            </p:cNvSpPr>
            <p:nvPr/>
          </p:nvSpPr>
          <p:spPr bwMode="auto">
            <a:xfrm>
              <a:off x="5170204" y="3378740"/>
              <a:ext cx="161203" cy="225903"/>
            </a:xfrm>
            <a:custGeom>
              <a:avLst/>
              <a:gdLst>
                <a:gd name="T0" fmla="*/ 2147483647 w 120"/>
                <a:gd name="T1" fmla="*/ 2147483647 h 168"/>
                <a:gd name="T2" fmla="*/ 2147483647 w 120"/>
                <a:gd name="T3" fmla="*/ 2147483647 h 168"/>
                <a:gd name="T4" fmla="*/ 2147483647 w 120"/>
                <a:gd name="T5" fmla="*/ 2147483647 h 168"/>
                <a:gd name="T6" fmla="*/ 2147483647 w 120"/>
                <a:gd name="T7" fmla="*/ 2147483647 h 168"/>
                <a:gd name="T8" fmla="*/ 2147483647 w 120"/>
                <a:gd name="T9" fmla="*/ 2147483647 h 168"/>
                <a:gd name="T10" fmla="*/ 2147483647 w 120"/>
                <a:gd name="T11" fmla="*/ 2147483647 h 168"/>
                <a:gd name="T12" fmla="*/ 2147483647 w 120"/>
                <a:gd name="T13" fmla="*/ 2147483647 h 168"/>
                <a:gd name="T14" fmla="*/ 2147483647 w 120"/>
                <a:gd name="T15" fmla="*/ 2147483647 h 168"/>
                <a:gd name="T16" fmla="*/ 2147483647 w 120"/>
                <a:gd name="T17" fmla="*/ 2147483647 h 168"/>
                <a:gd name="T18" fmla="*/ 2147483647 w 120"/>
                <a:gd name="T19" fmla="*/ 2147483647 h 168"/>
                <a:gd name="T20" fmla="*/ 2147483647 w 120"/>
                <a:gd name="T21" fmla="*/ 2147483647 h 168"/>
                <a:gd name="T22" fmla="*/ 2147483647 w 120"/>
                <a:gd name="T23" fmla="*/ 2147483647 h 168"/>
                <a:gd name="T24" fmla="*/ 0 w 120"/>
                <a:gd name="T25" fmla="*/ 2147483647 h 168"/>
                <a:gd name="T26" fmla="*/ 0 w 120"/>
                <a:gd name="T27" fmla="*/ 2147483647 h 168"/>
                <a:gd name="T28" fmla="*/ 2147483647 w 120"/>
                <a:gd name="T29" fmla="*/ 2147483647 h 168"/>
                <a:gd name="T30" fmla="*/ 2147483647 w 120"/>
                <a:gd name="T31" fmla="*/ 2147483647 h 168"/>
                <a:gd name="T32" fmla="*/ 2147483647 w 120"/>
                <a:gd name="T33" fmla="*/ 2147483647 h 168"/>
                <a:gd name="T34" fmla="*/ 2147483647 w 120"/>
                <a:gd name="T35" fmla="*/ 2147483647 h 168"/>
                <a:gd name="T36" fmla="*/ 2147483647 w 120"/>
                <a:gd name="T37" fmla="*/ 2147483647 h 168"/>
                <a:gd name="T38" fmla="*/ 2147483647 w 120"/>
                <a:gd name="T39" fmla="*/ 0 h 168"/>
                <a:gd name="T40" fmla="*/ 2147483647 w 120"/>
                <a:gd name="T41" fmla="*/ 2147483647 h 16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20"/>
                <a:gd name="T64" fmla="*/ 0 h 168"/>
                <a:gd name="T65" fmla="*/ 120 w 120"/>
                <a:gd name="T66" fmla="*/ 168 h 16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20" h="168">
                  <a:moveTo>
                    <a:pt x="48" y="16"/>
                  </a:moveTo>
                  <a:lnTo>
                    <a:pt x="32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56" y="40"/>
                  </a:lnTo>
                  <a:lnTo>
                    <a:pt x="80" y="48"/>
                  </a:lnTo>
                  <a:lnTo>
                    <a:pt x="48" y="80"/>
                  </a:lnTo>
                  <a:lnTo>
                    <a:pt x="24" y="88"/>
                  </a:lnTo>
                  <a:lnTo>
                    <a:pt x="8" y="96"/>
                  </a:lnTo>
                  <a:lnTo>
                    <a:pt x="16" y="104"/>
                  </a:lnTo>
                  <a:lnTo>
                    <a:pt x="8" y="96"/>
                  </a:lnTo>
                  <a:lnTo>
                    <a:pt x="8" y="104"/>
                  </a:lnTo>
                  <a:lnTo>
                    <a:pt x="0" y="112"/>
                  </a:lnTo>
                  <a:lnTo>
                    <a:pt x="0" y="152"/>
                  </a:lnTo>
                  <a:lnTo>
                    <a:pt x="8" y="168"/>
                  </a:lnTo>
                  <a:lnTo>
                    <a:pt x="24" y="136"/>
                  </a:lnTo>
                  <a:lnTo>
                    <a:pt x="56" y="120"/>
                  </a:lnTo>
                  <a:lnTo>
                    <a:pt x="88" y="88"/>
                  </a:lnTo>
                  <a:lnTo>
                    <a:pt x="112" y="32"/>
                  </a:lnTo>
                  <a:lnTo>
                    <a:pt x="120" y="0"/>
                  </a:lnTo>
                  <a:lnTo>
                    <a:pt x="48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Freeform 731"/>
            <p:cNvSpPr>
              <a:spLocks/>
            </p:cNvSpPr>
            <p:nvPr/>
          </p:nvSpPr>
          <p:spPr bwMode="auto">
            <a:xfrm>
              <a:off x="4471660" y="3163803"/>
              <a:ext cx="269768" cy="203971"/>
            </a:xfrm>
            <a:custGeom>
              <a:avLst/>
              <a:gdLst>
                <a:gd name="T0" fmla="*/ 2147483647 w 201"/>
                <a:gd name="T1" fmla="*/ 2147483647 h 152"/>
                <a:gd name="T2" fmla="*/ 2147483647 w 201"/>
                <a:gd name="T3" fmla="*/ 2147483647 h 152"/>
                <a:gd name="T4" fmla="*/ 2147483647 w 201"/>
                <a:gd name="T5" fmla="*/ 2147483647 h 152"/>
                <a:gd name="T6" fmla="*/ 2147483647 w 201"/>
                <a:gd name="T7" fmla="*/ 2147483647 h 152"/>
                <a:gd name="T8" fmla="*/ 2147483647 w 201"/>
                <a:gd name="T9" fmla="*/ 2147483647 h 152"/>
                <a:gd name="T10" fmla="*/ 2147483647 w 201"/>
                <a:gd name="T11" fmla="*/ 2147483647 h 152"/>
                <a:gd name="T12" fmla="*/ 2147483647 w 201"/>
                <a:gd name="T13" fmla="*/ 2147483647 h 152"/>
                <a:gd name="T14" fmla="*/ 2147483647 w 201"/>
                <a:gd name="T15" fmla="*/ 2147483647 h 152"/>
                <a:gd name="T16" fmla="*/ 2147483647 w 201"/>
                <a:gd name="T17" fmla="*/ 2147483647 h 152"/>
                <a:gd name="T18" fmla="*/ 2147483647 w 201"/>
                <a:gd name="T19" fmla="*/ 2147483647 h 152"/>
                <a:gd name="T20" fmla="*/ 2147483647 w 201"/>
                <a:gd name="T21" fmla="*/ 2147483647 h 152"/>
                <a:gd name="T22" fmla="*/ 2147483647 w 201"/>
                <a:gd name="T23" fmla="*/ 2147483647 h 152"/>
                <a:gd name="T24" fmla="*/ 2147483647 w 201"/>
                <a:gd name="T25" fmla="*/ 2147483647 h 152"/>
                <a:gd name="T26" fmla="*/ 2147483647 w 201"/>
                <a:gd name="T27" fmla="*/ 2147483647 h 152"/>
                <a:gd name="T28" fmla="*/ 2147483647 w 201"/>
                <a:gd name="T29" fmla="*/ 2147483647 h 152"/>
                <a:gd name="T30" fmla="*/ 2147483647 w 201"/>
                <a:gd name="T31" fmla="*/ 0 h 152"/>
                <a:gd name="T32" fmla="*/ 2147483647 w 201"/>
                <a:gd name="T33" fmla="*/ 2147483647 h 152"/>
                <a:gd name="T34" fmla="*/ 2147483647 w 201"/>
                <a:gd name="T35" fmla="*/ 2147483647 h 152"/>
                <a:gd name="T36" fmla="*/ 2147483647 w 201"/>
                <a:gd name="T37" fmla="*/ 2147483647 h 152"/>
                <a:gd name="T38" fmla="*/ 2147483647 w 201"/>
                <a:gd name="T39" fmla="*/ 2147483647 h 152"/>
                <a:gd name="T40" fmla="*/ 2147483647 w 201"/>
                <a:gd name="T41" fmla="*/ 2147483647 h 152"/>
                <a:gd name="T42" fmla="*/ 2147483647 w 201"/>
                <a:gd name="T43" fmla="*/ 2147483647 h 152"/>
                <a:gd name="T44" fmla="*/ 0 w 201"/>
                <a:gd name="T45" fmla="*/ 2147483647 h 152"/>
                <a:gd name="T46" fmla="*/ 2147483647 w 201"/>
                <a:gd name="T47" fmla="*/ 2147483647 h 152"/>
                <a:gd name="T48" fmla="*/ 2147483647 w 201"/>
                <a:gd name="T49" fmla="*/ 2147483647 h 152"/>
                <a:gd name="T50" fmla="*/ 2147483647 w 201"/>
                <a:gd name="T51" fmla="*/ 2147483647 h 152"/>
                <a:gd name="T52" fmla="*/ 2147483647 w 201"/>
                <a:gd name="T53" fmla="*/ 2147483647 h 152"/>
                <a:gd name="T54" fmla="*/ 2147483647 w 201"/>
                <a:gd name="T55" fmla="*/ 2147483647 h 152"/>
                <a:gd name="T56" fmla="*/ 2147483647 w 201"/>
                <a:gd name="T57" fmla="*/ 2147483647 h 152"/>
                <a:gd name="T58" fmla="*/ 2147483647 w 201"/>
                <a:gd name="T59" fmla="*/ 2147483647 h 152"/>
                <a:gd name="T60" fmla="*/ 2147483647 w 201"/>
                <a:gd name="T61" fmla="*/ 2147483647 h 152"/>
                <a:gd name="T62" fmla="*/ 2147483647 w 201"/>
                <a:gd name="T63" fmla="*/ 2147483647 h 152"/>
                <a:gd name="T64" fmla="*/ 2147483647 w 201"/>
                <a:gd name="T65" fmla="*/ 2147483647 h 152"/>
                <a:gd name="T66" fmla="*/ 2147483647 w 201"/>
                <a:gd name="T67" fmla="*/ 2147483647 h 152"/>
                <a:gd name="T68" fmla="*/ 2147483647 w 201"/>
                <a:gd name="T69" fmla="*/ 2147483647 h 152"/>
                <a:gd name="T70" fmla="*/ 2147483647 w 201"/>
                <a:gd name="T71" fmla="*/ 2147483647 h 152"/>
                <a:gd name="T72" fmla="*/ 2147483647 w 201"/>
                <a:gd name="T73" fmla="*/ 2147483647 h 152"/>
                <a:gd name="T74" fmla="*/ 2147483647 w 201"/>
                <a:gd name="T75" fmla="*/ 2147483647 h 152"/>
                <a:gd name="T76" fmla="*/ 2147483647 w 201"/>
                <a:gd name="T77" fmla="*/ 2147483647 h 152"/>
                <a:gd name="T78" fmla="*/ 2147483647 w 201"/>
                <a:gd name="T79" fmla="*/ 2147483647 h 152"/>
                <a:gd name="T80" fmla="*/ 2147483647 w 201"/>
                <a:gd name="T81" fmla="*/ 2147483647 h 152"/>
                <a:gd name="T82" fmla="*/ 2147483647 w 201"/>
                <a:gd name="T83" fmla="*/ 2147483647 h 152"/>
                <a:gd name="T84" fmla="*/ 2147483647 w 201"/>
                <a:gd name="T85" fmla="*/ 0 h 152"/>
                <a:gd name="T86" fmla="*/ 2147483647 w 201"/>
                <a:gd name="T87" fmla="*/ 2147483647 h 152"/>
                <a:gd name="T88" fmla="*/ 2147483647 w 201"/>
                <a:gd name="T89" fmla="*/ 2147483647 h 152"/>
                <a:gd name="T90" fmla="*/ 2147483647 w 201"/>
                <a:gd name="T91" fmla="*/ 2147483647 h 152"/>
                <a:gd name="T92" fmla="*/ 2147483647 w 201"/>
                <a:gd name="T93" fmla="*/ 2147483647 h 152"/>
                <a:gd name="T94" fmla="*/ 2147483647 w 201"/>
                <a:gd name="T95" fmla="*/ 2147483647 h 152"/>
                <a:gd name="T96" fmla="*/ 2147483647 w 201"/>
                <a:gd name="T97" fmla="*/ 2147483647 h 152"/>
                <a:gd name="T98" fmla="*/ 0 w 201"/>
                <a:gd name="T99" fmla="*/ 2147483647 h 152"/>
                <a:gd name="T100" fmla="*/ 2147483647 w 201"/>
                <a:gd name="T101" fmla="*/ 2147483647 h 152"/>
                <a:gd name="T102" fmla="*/ 2147483647 w 201"/>
                <a:gd name="T103" fmla="*/ 2147483647 h 152"/>
                <a:gd name="T104" fmla="*/ 2147483647 w 201"/>
                <a:gd name="T105" fmla="*/ 2147483647 h 152"/>
                <a:gd name="T106" fmla="*/ 2147483647 w 201"/>
                <a:gd name="T107" fmla="*/ 2147483647 h 152"/>
                <a:gd name="T108" fmla="*/ 2147483647 w 201"/>
                <a:gd name="T109" fmla="*/ 2147483647 h 1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201"/>
                <a:gd name="T166" fmla="*/ 0 h 152"/>
                <a:gd name="T167" fmla="*/ 201 w 201"/>
                <a:gd name="T168" fmla="*/ 152 h 152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201" h="152">
                  <a:moveTo>
                    <a:pt x="40" y="152"/>
                  </a:moveTo>
                  <a:lnTo>
                    <a:pt x="48" y="136"/>
                  </a:lnTo>
                  <a:lnTo>
                    <a:pt x="64" y="136"/>
                  </a:lnTo>
                  <a:lnTo>
                    <a:pt x="89" y="144"/>
                  </a:lnTo>
                  <a:lnTo>
                    <a:pt x="105" y="136"/>
                  </a:lnTo>
                  <a:lnTo>
                    <a:pt x="129" y="136"/>
                  </a:lnTo>
                  <a:lnTo>
                    <a:pt x="153" y="136"/>
                  </a:lnTo>
                  <a:lnTo>
                    <a:pt x="169" y="120"/>
                  </a:lnTo>
                  <a:lnTo>
                    <a:pt x="193" y="96"/>
                  </a:lnTo>
                  <a:lnTo>
                    <a:pt x="201" y="48"/>
                  </a:lnTo>
                  <a:lnTo>
                    <a:pt x="193" y="40"/>
                  </a:lnTo>
                  <a:lnTo>
                    <a:pt x="185" y="16"/>
                  </a:lnTo>
                  <a:lnTo>
                    <a:pt x="177" y="8"/>
                  </a:lnTo>
                  <a:lnTo>
                    <a:pt x="145" y="0"/>
                  </a:lnTo>
                  <a:lnTo>
                    <a:pt x="73" y="48"/>
                  </a:lnTo>
                  <a:lnTo>
                    <a:pt x="48" y="64"/>
                  </a:lnTo>
                  <a:lnTo>
                    <a:pt x="48" y="96"/>
                  </a:lnTo>
                  <a:lnTo>
                    <a:pt x="40" y="112"/>
                  </a:lnTo>
                  <a:lnTo>
                    <a:pt x="16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52"/>
                  </a:lnTo>
                  <a:lnTo>
                    <a:pt x="48" y="136"/>
                  </a:lnTo>
                  <a:lnTo>
                    <a:pt x="64" y="136"/>
                  </a:lnTo>
                  <a:lnTo>
                    <a:pt x="89" y="144"/>
                  </a:lnTo>
                  <a:lnTo>
                    <a:pt x="105" y="136"/>
                  </a:lnTo>
                  <a:lnTo>
                    <a:pt x="129" y="136"/>
                  </a:lnTo>
                  <a:lnTo>
                    <a:pt x="153" y="136"/>
                  </a:lnTo>
                  <a:lnTo>
                    <a:pt x="169" y="120"/>
                  </a:lnTo>
                  <a:lnTo>
                    <a:pt x="193" y="96"/>
                  </a:lnTo>
                  <a:lnTo>
                    <a:pt x="201" y="48"/>
                  </a:lnTo>
                  <a:lnTo>
                    <a:pt x="193" y="40"/>
                  </a:lnTo>
                  <a:lnTo>
                    <a:pt x="185" y="16"/>
                  </a:lnTo>
                  <a:lnTo>
                    <a:pt x="177" y="8"/>
                  </a:lnTo>
                  <a:lnTo>
                    <a:pt x="145" y="0"/>
                  </a:lnTo>
                  <a:lnTo>
                    <a:pt x="73" y="48"/>
                  </a:lnTo>
                  <a:lnTo>
                    <a:pt x="48" y="64"/>
                  </a:lnTo>
                  <a:lnTo>
                    <a:pt x="48" y="96"/>
                  </a:lnTo>
                  <a:lnTo>
                    <a:pt x="40" y="112"/>
                  </a:lnTo>
                  <a:lnTo>
                    <a:pt x="16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5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Freeform 732"/>
            <p:cNvSpPr>
              <a:spLocks/>
            </p:cNvSpPr>
            <p:nvPr/>
          </p:nvSpPr>
          <p:spPr bwMode="auto">
            <a:xfrm>
              <a:off x="5170204" y="3378740"/>
              <a:ext cx="161203" cy="225903"/>
            </a:xfrm>
            <a:custGeom>
              <a:avLst/>
              <a:gdLst>
                <a:gd name="T0" fmla="*/ 2147483647 w 120"/>
                <a:gd name="T1" fmla="*/ 2147483647 h 168"/>
                <a:gd name="T2" fmla="*/ 2147483647 w 120"/>
                <a:gd name="T3" fmla="*/ 2147483647 h 168"/>
                <a:gd name="T4" fmla="*/ 2147483647 w 120"/>
                <a:gd name="T5" fmla="*/ 2147483647 h 168"/>
                <a:gd name="T6" fmla="*/ 2147483647 w 120"/>
                <a:gd name="T7" fmla="*/ 2147483647 h 168"/>
                <a:gd name="T8" fmla="*/ 2147483647 w 120"/>
                <a:gd name="T9" fmla="*/ 2147483647 h 168"/>
                <a:gd name="T10" fmla="*/ 2147483647 w 120"/>
                <a:gd name="T11" fmla="*/ 2147483647 h 168"/>
                <a:gd name="T12" fmla="*/ 2147483647 w 120"/>
                <a:gd name="T13" fmla="*/ 2147483647 h 168"/>
                <a:gd name="T14" fmla="*/ 2147483647 w 120"/>
                <a:gd name="T15" fmla="*/ 2147483647 h 168"/>
                <a:gd name="T16" fmla="*/ 2147483647 w 120"/>
                <a:gd name="T17" fmla="*/ 2147483647 h 168"/>
                <a:gd name="T18" fmla="*/ 2147483647 w 120"/>
                <a:gd name="T19" fmla="*/ 2147483647 h 168"/>
                <a:gd name="T20" fmla="*/ 2147483647 w 120"/>
                <a:gd name="T21" fmla="*/ 2147483647 h 168"/>
                <a:gd name="T22" fmla="*/ 2147483647 w 120"/>
                <a:gd name="T23" fmla="*/ 2147483647 h 168"/>
                <a:gd name="T24" fmla="*/ 2147483647 w 120"/>
                <a:gd name="T25" fmla="*/ 2147483647 h 168"/>
                <a:gd name="T26" fmla="*/ 0 w 120"/>
                <a:gd name="T27" fmla="*/ 2147483647 h 168"/>
                <a:gd name="T28" fmla="*/ 0 w 120"/>
                <a:gd name="T29" fmla="*/ 2147483647 h 168"/>
                <a:gd name="T30" fmla="*/ 2147483647 w 120"/>
                <a:gd name="T31" fmla="*/ 2147483647 h 168"/>
                <a:gd name="T32" fmla="*/ 2147483647 w 120"/>
                <a:gd name="T33" fmla="*/ 2147483647 h 168"/>
                <a:gd name="T34" fmla="*/ 2147483647 w 120"/>
                <a:gd name="T35" fmla="*/ 2147483647 h 168"/>
                <a:gd name="T36" fmla="*/ 2147483647 w 120"/>
                <a:gd name="T37" fmla="*/ 2147483647 h 168"/>
                <a:gd name="T38" fmla="*/ 2147483647 w 120"/>
                <a:gd name="T39" fmla="*/ 2147483647 h 168"/>
                <a:gd name="T40" fmla="*/ 2147483647 w 120"/>
                <a:gd name="T41" fmla="*/ 0 h 168"/>
                <a:gd name="T42" fmla="*/ 2147483647 w 120"/>
                <a:gd name="T43" fmla="*/ 2147483647 h 16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0"/>
                <a:gd name="T67" fmla="*/ 0 h 168"/>
                <a:gd name="T68" fmla="*/ 120 w 120"/>
                <a:gd name="T69" fmla="*/ 168 h 16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0" h="168">
                  <a:moveTo>
                    <a:pt x="48" y="16"/>
                  </a:moveTo>
                  <a:lnTo>
                    <a:pt x="32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56" y="40"/>
                  </a:lnTo>
                  <a:lnTo>
                    <a:pt x="80" y="48"/>
                  </a:lnTo>
                  <a:lnTo>
                    <a:pt x="48" y="80"/>
                  </a:lnTo>
                  <a:lnTo>
                    <a:pt x="24" y="88"/>
                  </a:lnTo>
                  <a:lnTo>
                    <a:pt x="8" y="96"/>
                  </a:lnTo>
                  <a:lnTo>
                    <a:pt x="16" y="104"/>
                  </a:lnTo>
                  <a:lnTo>
                    <a:pt x="8" y="96"/>
                  </a:lnTo>
                  <a:lnTo>
                    <a:pt x="8" y="104"/>
                  </a:lnTo>
                  <a:lnTo>
                    <a:pt x="0" y="112"/>
                  </a:lnTo>
                  <a:lnTo>
                    <a:pt x="0" y="152"/>
                  </a:lnTo>
                  <a:lnTo>
                    <a:pt x="8" y="168"/>
                  </a:lnTo>
                  <a:lnTo>
                    <a:pt x="24" y="136"/>
                  </a:lnTo>
                  <a:lnTo>
                    <a:pt x="56" y="120"/>
                  </a:lnTo>
                  <a:lnTo>
                    <a:pt x="88" y="88"/>
                  </a:lnTo>
                  <a:lnTo>
                    <a:pt x="112" y="32"/>
                  </a:lnTo>
                  <a:lnTo>
                    <a:pt x="120" y="0"/>
                  </a:lnTo>
                  <a:lnTo>
                    <a:pt x="48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Freeform 733"/>
            <p:cNvSpPr>
              <a:spLocks/>
            </p:cNvSpPr>
            <p:nvPr/>
          </p:nvSpPr>
          <p:spPr bwMode="auto">
            <a:xfrm>
              <a:off x="4708529" y="3367774"/>
              <a:ext cx="21932" cy="86633"/>
            </a:xfrm>
            <a:custGeom>
              <a:avLst/>
              <a:gdLst>
                <a:gd name="T0" fmla="*/ 2147483647 w 16"/>
                <a:gd name="T1" fmla="*/ 0 h 64"/>
                <a:gd name="T2" fmla="*/ 2147483647 w 16"/>
                <a:gd name="T3" fmla="*/ 2147483647 h 64"/>
                <a:gd name="T4" fmla="*/ 0 w 16"/>
                <a:gd name="T5" fmla="*/ 2147483647 h 64"/>
                <a:gd name="T6" fmla="*/ 0 w 16"/>
                <a:gd name="T7" fmla="*/ 2147483647 h 64"/>
                <a:gd name="T8" fmla="*/ 2147483647 w 16"/>
                <a:gd name="T9" fmla="*/ 2147483647 h 64"/>
                <a:gd name="T10" fmla="*/ 2147483647 w 16"/>
                <a:gd name="T11" fmla="*/ 2147483647 h 64"/>
                <a:gd name="T12" fmla="*/ 2147483647 w 16"/>
                <a:gd name="T13" fmla="*/ 0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64"/>
                <a:gd name="T23" fmla="*/ 16 w 16"/>
                <a:gd name="T24" fmla="*/ 64 h 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64">
                  <a:moveTo>
                    <a:pt x="8" y="0"/>
                  </a:moveTo>
                  <a:lnTo>
                    <a:pt x="16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8" y="64"/>
                  </a:lnTo>
                  <a:lnTo>
                    <a:pt x="16" y="64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Freeform 734"/>
            <p:cNvSpPr>
              <a:spLocks/>
            </p:cNvSpPr>
            <p:nvPr/>
          </p:nvSpPr>
          <p:spPr bwMode="auto">
            <a:xfrm>
              <a:off x="4708529" y="3367774"/>
              <a:ext cx="21932" cy="86633"/>
            </a:xfrm>
            <a:custGeom>
              <a:avLst/>
              <a:gdLst>
                <a:gd name="T0" fmla="*/ 2147483647 w 16"/>
                <a:gd name="T1" fmla="*/ 0 h 64"/>
                <a:gd name="T2" fmla="*/ 2147483647 w 16"/>
                <a:gd name="T3" fmla="*/ 0 h 64"/>
                <a:gd name="T4" fmla="*/ 2147483647 w 16"/>
                <a:gd name="T5" fmla="*/ 2147483647 h 64"/>
                <a:gd name="T6" fmla="*/ 0 w 16"/>
                <a:gd name="T7" fmla="*/ 2147483647 h 64"/>
                <a:gd name="T8" fmla="*/ 0 w 16"/>
                <a:gd name="T9" fmla="*/ 2147483647 h 64"/>
                <a:gd name="T10" fmla="*/ 2147483647 w 16"/>
                <a:gd name="T11" fmla="*/ 2147483647 h 64"/>
                <a:gd name="T12" fmla="*/ 2147483647 w 16"/>
                <a:gd name="T13" fmla="*/ 214748364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64"/>
                <a:gd name="T23" fmla="*/ 16 w 16"/>
                <a:gd name="T24" fmla="*/ 64 h 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64">
                  <a:moveTo>
                    <a:pt x="8" y="0"/>
                  </a:moveTo>
                  <a:lnTo>
                    <a:pt x="8" y="0"/>
                  </a:lnTo>
                  <a:lnTo>
                    <a:pt x="16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8" y="64"/>
                  </a:lnTo>
                  <a:lnTo>
                    <a:pt x="16" y="64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Freeform 735"/>
            <p:cNvSpPr>
              <a:spLocks/>
            </p:cNvSpPr>
            <p:nvPr/>
          </p:nvSpPr>
          <p:spPr bwMode="auto">
            <a:xfrm>
              <a:off x="4708529" y="3367774"/>
              <a:ext cx="21932" cy="86633"/>
            </a:xfrm>
            <a:custGeom>
              <a:avLst/>
              <a:gdLst>
                <a:gd name="T0" fmla="*/ 2147483647 w 16"/>
                <a:gd name="T1" fmla="*/ 0 h 64"/>
                <a:gd name="T2" fmla="*/ 2147483647 w 16"/>
                <a:gd name="T3" fmla="*/ 0 h 64"/>
                <a:gd name="T4" fmla="*/ 2147483647 w 16"/>
                <a:gd name="T5" fmla="*/ 2147483647 h 64"/>
                <a:gd name="T6" fmla="*/ 0 w 16"/>
                <a:gd name="T7" fmla="*/ 2147483647 h 64"/>
                <a:gd name="T8" fmla="*/ 0 w 16"/>
                <a:gd name="T9" fmla="*/ 2147483647 h 64"/>
                <a:gd name="T10" fmla="*/ 2147483647 w 16"/>
                <a:gd name="T11" fmla="*/ 2147483647 h 64"/>
                <a:gd name="T12" fmla="*/ 2147483647 w 16"/>
                <a:gd name="T13" fmla="*/ 214748364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64"/>
                <a:gd name="T23" fmla="*/ 16 w 16"/>
                <a:gd name="T24" fmla="*/ 64 h 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64">
                  <a:moveTo>
                    <a:pt x="8" y="0"/>
                  </a:moveTo>
                  <a:lnTo>
                    <a:pt x="8" y="0"/>
                  </a:lnTo>
                  <a:lnTo>
                    <a:pt x="16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8" y="64"/>
                  </a:lnTo>
                  <a:lnTo>
                    <a:pt x="16" y="64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Freeform 736"/>
            <p:cNvSpPr>
              <a:spLocks/>
            </p:cNvSpPr>
            <p:nvPr/>
          </p:nvSpPr>
          <p:spPr bwMode="auto">
            <a:xfrm>
              <a:off x="4698659" y="3174769"/>
              <a:ext cx="171072" cy="279637"/>
            </a:xfrm>
            <a:custGeom>
              <a:avLst/>
              <a:gdLst>
                <a:gd name="T0" fmla="*/ 2147483647 w 128"/>
                <a:gd name="T1" fmla="*/ 2147483647 h 208"/>
                <a:gd name="T2" fmla="*/ 2147483647 w 128"/>
                <a:gd name="T3" fmla="*/ 2147483647 h 208"/>
                <a:gd name="T4" fmla="*/ 2147483647 w 128"/>
                <a:gd name="T5" fmla="*/ 2147483647 h 208"/>
                <a:gd name="T6" fmla="*/ 2147483647 w 128"/>
                <a:gd name="T7" fmla="*/ 2147483647 h 208"/>
                <a:gd name="T8" fmla="*/ 2147483647 w 128"/>
                <a:gd name="T9" fmla="*/ 2147483647 h 208"/>
                <a:gd name="T10" fmla="*/ 2147483647 w 128"/>
                <a:gd name="T11" fmla="*/ 2147483647 h 208"/>
                <a:gd name="T12" fmla="*/ 2147483647 w 128"/>
                <a:gd name="T13" fmla="*/ 2147483647 h 208"/>
                <a:gd name="T14" fmla="*/ 2147483647 w 128"/>
                <a:gd name="T15" fmla="*/ 2147483647 h 208"/>
                <a:gd name="T16" fmla="*/ 2147483647 w 128"/>
                <a:gd name="T17" fmla="*/ 2147483647 h 208"/>
                <a:gd name="T18" fmla="*/ 2147483647 w 128"/>
                <a:gd name="T19" fmla="*/ 2147483647 h 208"/>
                <a:gd name="T20" fmla="*/ 2147483647 w 128"/>
                <a:gd name="T21" fmla="*/ 2147483647 h 208"/>
                <a:gd name="T22" fmla="*/ 2147483647 w 128"/>
                <a:gd name="T23" fmla="*/ 0 h 208"/>
                <a:gd name="T24" fmla="*/ 2147483647 w 128"/>
                <a:gd name="T25" fmla="*/ 2147483647 h 208"/>
                <a:gd name="T26" fmla="*/ 2147483647 w 128"/>
                <a:gd name="T27" fmla="*/ 2147483647 h 208"/>
                <a:gd name="T28" fmla="*/ 2147483647 w 128"/>
                <a:gd name="T29" fmla="*/ 2147483647 h 208"/>
                <a:gd name="T30" fmla="*/ 2147483647 w 128"/>
                <a:gd name="T31" fmla="*/ 2147483647 h 208"/>
                <a:gd name="T32" fmla="*/ 0 w 128"/>
                <a:gd name="T33" fmla="*/ 2147483647 h 208"/>
                <a:gd name="T34" fmla="*/ 2147483647 w 128"/>
                <a:gd name="T35" fmla="*/ 2147483647 h 208"/>
                <a:gd name="T36" fmla="*/ 0 w 128"/>
                <a:gd name="T37" fmla="*/ 2147483647 h 208"/>
                <a:gd name="T38" fmla="*/ 2147483647 w 128"/>
                <a:gd name="T39" fmla="*/ 2147483647 h 208"/>
                <a:gd name="T40" fmla="*/ 2147483647 w 128"/>
                <a:gd name="T41" fmla="*/ 2147483647 h 208"/>
                <a:gd name="T42" fmla="*/ 2147483647 w 128"/>
                <a:gd name="T43" fmla="*/ 2147483647 h 208"/>
                <a:gd name="T44" fmla="*/ 2147483647 w 128"/>
                <a:gd name="T45" fmla="*/ 2147483647 h 20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8"/>
                <a:gd name="T70" fmla="*/ 0 h 208"/>
                <a:gd name="T71" fmla="*/ 128 w 128"/>
                <a:gd name="T72" fmla="*/ 208 h 20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8" h="208">
                  <a:moveTo>
                    <a:pt x="24" y="208"/>
                  </a:moveTo>
                  <a:lnTo>
                    <a:pt x="40" y="200"/>
                  </a:lnTo>
                  <a:lnTo>
                    <a:pt x="64" y="192"/>
                  </a:lnTo>
                  <a:lnTo>
                    <a:pt x="64" y="184"/>
                  </a:lnTo>
                  <a:lnTo>
                    <a:pt x="88" y="184"/>
                  </a:lnTo>
                  <a:lnTo>
                    <a:pt x="120" y="160"/>
                  </a:lnTo>
                  <a:lnTo>
                    <a:pt x="104" y="136"/>
                  </a:lnTo>
                  <a:lnTo>
                    <a:pt x="112" y="128"/>
                  </a:lnTo>
                  <a:lnTo>
                    <a:pt x="112" y="104"/>
                  </a:lnTo>
                  <a:lnTo>
                    <a:pt x="128" y="96"/>
                  </a:lnTo>
                  <a:lnTo>
                    <a:pt x="128" y="4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24" y="88"/>
                  </a:lnTo>
                  <a:lnTo>
                    <a:pt x="0" y="112"/>
                  </a:lnTo>
                  <a:lnTo>
                    <a:pt x="8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16" y="128"/>
                  </a:lnTo>
                  <a:lnTo>
                    <a:pt x="16" y="144"/>
                  </a:lnTo>
                  <a:lnTo>
                    <a:pt x="24" y="20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Freeform 737"/>
            <p:cNvSpPr>
              <a:spLocks/>
            </p:cNvSpPr>
            <p:nvPr/>
          </p:nvSpPr>
          <p:spPr bwMode="auto">
            <a:xfrm>
              <a:off x="4698659" y="3174769"/>
              <a:ext cx="171072" cy="279637"/>
            </a:xfrm>
            <a:custGeom>
              <a:avLst/>
              <a:gdLst>
                <a:gd name="T0" fmla="*/ 2147483647 w 128"/>
                <a:gd name="T1" fmla="*/ 2147483647 h 208"/>
                <a:gd name="T2" fmla="*/ 2147483647 w 128"/>
                <a:gd name="T3" fmla="*/ 2147483647 h 208"/>
                <a:gd name="T4" fmla="*/ 2147483647 w 128"/>
                <a:gd name="T5" fmla="*/ 2147483647 h 208"/>
                <a:gd name="T6" fmla="*/ 2147483647 w 128"/>
                <a:gd name="T7" fmla="*/ 2147483647 h 208"/>
                <a:gd name="T8" fmla="*/ 2147483647 w 128"/>
                <a:gd name="T9" fmla="*/ 2147483647 h 208"/>
                <a:gd name="T10" fmla="*/ 2147483647 w 128"/>
                <a:gd name="T11" fmla="*/ 2147483647 h 208"/>
                <a:gd name="T12" fmla="*/ 2147483647 w 128"/>
                <a:gd name="T13" fmla="*/ 2147483647 h 208"/>
                <a:gd name="T14" fmla="*/ 2147483647 w 128"/>
                <a:gd name="T15" fmla="*/ 2147483647 h 208"/>
                <a:gd name="T16" fmla="*/ 2147483647 w 128"/>
                <a:gd name="T17" fmla="*/ 2147483647 h 208"/>
                <a:gd name="T18" fmla="*/ 2147483647 w 128"/>
                <a:gd name="T19" fmla="*/ 2147483647 h 208"/>
                <a:gd name="T20" fmla="*/ 2147483647 w 128"/>
                <a:gd name="T21" fmla="*/ 2147483647 h 208"/>
                <a:gd name="T22" fmla="*/ 2147483647 w 128"/>
                <a:gd name="T23" fmla="*/ 2147483647 h 208"/>
                <a:gd name="T24" fmla="*/ 2147483647 w 128"/>
                <a:gd name="T25" fmla="*/ 0 h 208"/>
                <a:gd name="T26" fmla="*/ 2147483647 w 128"/>
                <a:gd name="T27" fmla="*/ 2147483647 h 208"/>
                <a:gd name="T28" fmla="*/ 2147483647 w 128"/>
                <a:gd name="T29" fmla="*/ 2147483647 h 208"/>
                <a:gd name="T30" fmla="*/ 2147483647 w 128"/>
                <a:gd name="T31" fmla="*/ 2147483647 h 208"/>
                <a:gd name="T32" fmla="*/ 2147483647 w 128"/>
                <a:gd name="T33" fmla="*/ 2147483647 h 208"/>
                <a:gd name="T34" fmla="*/ 2147483647 w 128"/>
                <a:gd name="T35" fmla="*/ 2147483647 h 208"/>
                <a:gd name="T36" fmla="*/ 0 w 128"/>
                <a:gd name="T37" fmla="*/ 2147483647 h 208"/>
                <a:gd name="T38" fmla="*/ 2147483647 w 128"/>
                <a:gd name="T39" fmla="*/ 2147483647 h 208"/>
                <a:gd name="T40" fmla="*/ 0 w 128"/>
                <a:gd name="T41" fmla="*/ 2147483647 h 208"/>
                <a:gd name="T42" fmla="*/ 0 w 128"/>
                <a:gd name="T43" fmla="*/ 2147483647 h 208"/>
                <a:gd name="T44" fmla="*/ 2147483647 w 128"/>
                <a:gd name="T45" fmla="*/ 2147483647 h 208"/>
                <a:gd name="T46" fmla="*/ 2147483647 w 128"/>
                <a:gd name="T47" fmla="*/ 2147483647 h 208"/>
                <a:gd name="T48" fmla="*/ 2147483647 w 128"/>
                <a:gd name="T49" fmla="*/ 2147483647 h 20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8"/>
                <a:gd name="T76" fmla="*/ 0 h 208"/>
                <a:gd name="T77" fmla="*/ 128 w 128"/>
                <a:gd name="T78" fmla="*/ 208 h 20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8" h="208">
                  <a:moveTo>
                    <a:pt x="24" y="208"/>
                  </a:moveTo>
                  <a:lnTo>
                    <a:pt x="40" y="200"/>
                  </a:lnTo>
                  <a:lnTo>
                    <a:pt x="64" y="192"/>
                  </a:lnTo>
                  <a:lnTo>
                    <a:pt x="64" y="184"/>
                  </a:lnTo>
                  <a:lnTo>
                    <a:pt x="88" y="184"/>
                  </a:lnTo>
                  <a:lnTo>
                    <a:pt x="120" y="160"/>
                  </a:lnTo>
                  <a:lnTo>
                    <a:pt x="104" y="136"/>
                  </a:lnTo>
                  <a:lnTo>
                    <a:pt x="112" y="128"/>
                  </a:lnTo>
                  <a:lnTo>
                    <a:pt x="112" y="104"/>
                  </a:lnTo>
                  <a:lnTo>
                    <a:pt x="128" y="96"/>
                  </a:lnTo>
                  <a:lnTo>
                    <a:pt x="128" y="4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24" y="88"/>
                  </a:lnTo>
                  <a:lnTo>
                    <a:pt x="0" y="112"/>
                  </a:lnTo>
                  <a:lnTo>
                    <a:pt x="8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16" y="128"/>
                  </a:lnTo>
                  <a:lnTo>
                    <a:pt x="16" y="144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7" name="Freeform 738"/>
            <p:cNvSpPr>
              <a:spLocks/>
            </p:cNvSpPr>
            <p:nvPr/>
          </p:nvSpPr>
          <p:spPr bwMode="auto">
            <a:xfrm>
              <a:off x="4698659" y="3174769"/>
              <a:ext cx="171072" cy="279637"/>
            </a:xfrm>
            <a:custGeom>
              <a:avLst/>
              <a:gdLst>
                <a:gd name="T0" fmla="*/ 2147483647 w 128"/>
                <a:gd name="T1" fmla="*/ 2147483647 h 208"/>
                <a:gd name="T2" fmla="*/ 2147483647 w 128"/>
                <a:gd name="T3" fmla="*/ 2147483647 h 208"/>
                <a:gd name="T4" fmla="*/ 2147483647 w 128"/>
                <a:gd name="T5" fmla="*/ 2147483647 h 208"/>
                <a:gd name="T6" fmla="*/ 2147483647 w 128"/>
                <a:gd name="T7" fmla="*/ 2147483647 h 208"/>
                <a:gd name="T8" fmla="*/ 2147483647 w 128"/>
                <a:gd name="T9" fmla="*/ 2147483647 h 208"/>
                <a:gd name="T10" fmla="*/ 2147483647 w 128"/>
                <a:gd name="T11" fmla="*/ 2147483647 h 208"/>
                <a:gd name="T12" fmla="*/ 2147483647 w 128"/>
                <a:gd name="T13" fmla="*/ 2147483647 h 208"/>
                <a:gd name="T14" fmla="*/ 2147483647 w 128"/>
                <a:gd name="T15" fmla="*/ 2147483647 h 208"/>
                <a:gd name="T16" fmla="*/ 2147483647 w 128"/>
                <a:gd name="T17" fmla="*/ 2147483647 h 208"/>
                <a:gd name="T18" fmla="*/ 2147483647 w 128"/>
                <a:gd name="T19" fmla="*/ 2147483647 h 208"/>
                <a:gd name="T20" fmla="*/ 2147483647 w 128"/>
                <a:gd name="T21" fmla="*/ 2147483647 h 208"/>
                <a:gd name="T22" fmla="*/ 2147483647 w 128"/>
                <a:gd name="T23" fmla="*/ 2147483647 h 208"/>
                <a:gd name="T24" fmla="*/ 2147483647 w 128"/>
                <a:gd name="T25" fmla="*/ 0 h 208"/>
                <a:gd name="T26" fmla="*/ 2147483647 w 128"/>
                <a:gd name="T27" fmla="*/ 2147483647 h 208"/>
                <a:gd name="T28" fmla="*/ 2147483647 w 128"/>
                <a:gd name="T29" fmla="*/ 2147483647 h 208"/>
                <a:gd name="T30" fmla="*/ 2147483647 w 128"/>
                <a:gd name="T31" fmla="*/ 2147483647 h 208"/>
                <a:gd name="T32" fmla="*/ 2147483647 w 128"/>
                <a:gd name="T33" fmla="*/ 2147483647 h 208"/>
                <a:gd name="T34" fmla="*/ 2147483647 w 128"/>
                <a:gd name="T35" fmla="*/ 2147483647 h 208"/>
                <a:gd name="T36" fmla="*/ 0 w 128"/>
                <a:gd name="T37" fmla="*/ 2147483647 h 208"/>
                <a:gd name="T38" fmla="*/ 2147483647 w 128"/>
                <a:gd name="T39" fmla="*/ 2147483647 h 208"/>
                <a:gd name="T40" fmla="*/ 0 w 128"/>
                <a:gd name="T41" fmla="*/ 2147483647 h 208"/>
                <a:gd name="T42" fmla="*/ 0 w 128"/>
                <a:gd name="T43" fmla="*/ 2147483647 h 208"/>
                <a:gd name="T44" fmla="*/ 2147483647 w 128"/>
                <a:gd name="T45" fmla="*/ 2147483647 h 208"/>
                <a:gd name="T46" fmla="*/ 2147483647 w 128"/>
                <a:gd name="T47" fmla="*/ 2147483647 h 208"/>
                <a:gd name="T48" fmla="*/ 2147483647 w 128"/>
                <a:gd name="T49" fmla="*/ 2147483647 h 20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8"/>
                <a:gd name="T76" fmla="*/ 0 h 208"/>
                <a:gd name="T77" fmla="*/ 128 w 128"/>
                <a:gd name="T78" fmla="*/ 208 h 20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8" h="208">
                  <a:moveTo>
                    <a:pt x="24" y="208"/>
                  </a:moveTo>
                  <a:lnTo>
                    <a:pt x="40" y="200"/>
                  </a:lnTo>
                  <a:lnTo>
                    <a:pt x="64" y="192"/>
                  </a:lnTo>
                  <a:lnTo>
                    <a:pt x="64" y="184"/>
                  </a:lnTo>
                  <a:lnTo>
                    <a:pt x="88" y="184"/>
                  </a:lnTo>
                  <a:lnTo>
                    <a:pt x="120" y="160"/>
                  </a:lnTo>
                  <a:lnTo>
                    <a:pt x="104" y="136"/>
                  </a:lnTo>
                  <a:lnTo>
                    <a:pt x="112" y="128"/>
                  </a:lnTo>
                  <a:lnTo>
                    <a:pt x="112" y="104"/>
                  </a:lnTo>
                  <a:lnTo>
                    <a:pt x="128" y="96"/>
                  </a:lnTo>
                  <a:lnTo>
                    <a:pt x="128" y="4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24" y="88"/>
                  </a:lnTo>
                  <a:lnTo>
                    <a:pt x="0" y="112"/>
                  </a:lnTo>
                  <a:lnTo>
                    <a:pt x="8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16" y="128"/>
                  </a:lnTo>
                  <a:lnTo>
                    <a:pt x="16" y="144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8" name="Freeform 739"/>
            <p:cNvSpPr>
              <a:spLocks/>
            </p:cNvSpPr>
            <p:nvPr/>
          </p:nvSpPr>
          <p:spPr bwMode="auto">
            <a:xfrm>
              <a:off x="4752394" y="3958850"/>
              <a:ext cx="267574" cy="246738"/>
            </a:xfrm>
            <a:custGeom>
              <a:avLst/>
              <a:gdLst>
                <a:gd name="T0" fmla="*/ 2147483647 w 200"/>
                <a:gd name="T1" fmla="*/ 2147483647 h 184"/>
                <a:gd name="T2" fmla="*/ 2147483647 w 200"/>
                <a:gd name="T3" fmla="*/ 2147483647 h 184"/>
                <a:gd name="T4" fmla="*/ 2147483647 w 200"/>
                <a:gd name="T5" fmla="*/ 0 h 184"/>
                <a:gd name="T6" fmla="*/ 2147483647 w 200"/>
                <a:gd name="T7" fmla="*/ 2147483647 h 184"/>
                <a:gd name="T8" fmla="*/ 2147483647 w 200"/>
                <a:gd name="T9" fmla="*/ 2147483647 h 184"/>
                <a:gd name="T10" fmla="*/ 2147483647 w 200"/>
                <a:gd name="T11" fmla="*/ 2147483647 h 184"/>
                <a:gd name="T12" fmla="*/ 2147483647 w 200"/>
                <a:gd name="T13" fmla="*/ 2147483647 h 184"/>
                <a:gd name="T14" fmla="*/ 2147483647 w 200"/>
                <a:gd name="T15" fmla="*/ 2147483647 h 184"/>
                <a:gd name="T16" fmla="*/ 2147483647 w 200"/>
                <a:gd name="T17" fmla="*/ 2147483647 h 184"/>
                <a:gd name="T18" fmla="*/ 2147483647 w 200"/>
                <a:gd name="T19" fmla="*/ 2147483647 h 184"/>
                <a:gd name="T20" fmla="*/ 2147483647 w 200"/>
                <a:gd name="T21" fmla="*/ 2147483647 h 184"/>
                <a:gd name="T22" fmla="*/ 2147483647 w 200"/>
                <a:gd name="T23" fmla="*/ 2147483647 h 184"/>
                <a:gd name="T24" fmla="*/ 2147483647 w 200"/>
                <a:gd name="T25" fmla="*/ 2147483647 h 184"/>
                <a:gd name="T26" fmla="*/ 2147483647 w 200"/>
                <a:gd name="T27" fmla="*/ 2147483647 h 184"/>
                <a:gd name="T28" fmla="*/ 0 w 200"/>
                <a:gd name="T29" fmla="*/ 2147483647 h 184"/>
                <a:gd name="T30" fmla="*/ 0 w 200"/>
                <a:gd name="T31" fmla="*/ 2147483647 h 184"/>
                <a:gd name="T32" fmla="*/ 2147483647 w 200"/>
                <a:gd name="T33" fmla="*/ 2147483647 h 184"/>
                <a:gd name="T34" fmla="*/ 2147483647 w 200"/>
                <a:gd name="T35" fmla="*/ 2147483647 h 184"/>
                <a:gd name="T36" fmla="*/ 2147483647 w 200"/>
                <a:gd name="T37" fmla="*/ 2147483647 h 184"/>
                <a:gd name="T38" fmla="*/ 2147483647 w 200"/>
                <a:gd name="T39" fmla="*/ 2147483647 h 184"/>
                <a:gd name="T40" fmla="*/ 2147483647 w 200"/>
                <a:gd name="T41" fmla="*/ 2147483647 h 184"/>
                <a:gd name="T42" fmla="*/ 2147483647 w 200"/>
                <a:gd name="T43" fmla="*/ 2147483647 h 184"/>
                <a:gd name="T44" fmla="*/ 2147483647 w 200"/>
                <a:gd name="T45" fmla="*/ 2147483647 h 184"/>
                <a:gd name="T46" fmla="*/ 2147483647 w 200"/>
                <a:gd name="T47" fmla="*/ 2147483647 h 184"/>
                <a:gd name="T48" fmla="*/ 2147483647 w 200"/>
                <a:gd name="T49" fmla="*/ 2147483647 h 184"/>
                <a:gd name="T50" fmla="*/ 2147483647 w 200"/>
                <a:gd name="T51" fmla="*/ 2147483647 h 184"/>
                <a:gd name="T52" fmla="*/ 2147483647 w 200"/>
                <a:gd name="T53" fmla="*/ 2147483647 h 18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00"/>
                <a:gd name="T82" fmla="*/ 0 h 184"/>
                <a:gd name="T83" fmla="*/ 200 w 200"/>
                <a:gd name="T84" fmla="*/ 184 h 18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00" h="184">
                  <a:moveTo>
                    <a:pt x="192" y="8"/>
                  </a:moveTo>
                  <a:lnTo>
                    <a:pt x="184" y="8"/>
                  </a:lnTo>
                  <a:lnTo>
                    <a:pt x="160" y="0"/>
                  </a:lnTo>
                  <a:lnTo>
                    <a:pt x="136" y="24"/>
                  </a:lnTo>
                  <a:lnTo>
                    <a:pt x="104" y="48"/>
                  </a:lnTo>
                  <a:lnTo>
                    <a:pt x="88" y="48"/>
                  </a:lnTo>
                  <a:lnTo>
                    <a:pt x="64" y="64"/>
                  </a:lnTo>
                  <a:lnTo>
                    <a:pt x="56" y="64"/>
                  </a:lnTo>
                  <a:lnTo>
                    <a:pt x="48" y="56"/>
                  </a:lnTo>
                  <a:lnTo>
                    <a:pt x="40" y="40"/>
                  </a:lnTo>
                  <a:lnTo>
                    <a:pt x="40" y="48"/>
                  </a:lnTo>
                  <a:lnTo>
                    <a:pt x="40" y="40"/>
                  </a:lnTo>
                  <a:lnTo>
                    <a:pt x="32" y="96"/>
                  </a:lnTo>
                  <a:lnTo>
                    <a:pt x="24" y="96"/>
                  </a:lnTo>
                  <a:lnTo>
                    <a:pt x="0" y="88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16" y="144"/>
                  </a:lnTo>
                  <a:lnTo>
                    <a:pt x="16" y="160"/>
                  </a:lnTo>
                  <a:lnTo>
                    <a:pt x="32" y="184"/>
                  </a:lnTo>
                  <a:lnTo>
                    <a:pt x="64" y="176"/>
                  </a:lnTo>
                  <a:lnTo>
                    <a:pt x="96" y="168"/>
                  </a:lnTo>
                  <a:lnTo>
                    <a:pt x="128" y="168"/>
                  </a:lnTo>
                  <a:lnTo>
                    <a:pt x="184" y="104"/>
                  </a:lnTo>
                  <a:lnTo>
                    <a:pt x="200" y="64"/>
                  </a:lnTo>
                  <a:lnTo>
                    <a:pt x="192" y="64"/>
                  </a:lnTo>
                  <a:lnTo>
                    <a:pt x="192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9" name="Freeform 740"/>
            <p:cNvSpPr>
              <a:spLocks/>
            </p:cNvSpPr>
            <p:nvPr/>
          </p:nvSpPr>
          <p:spPr bwMode="auto">
            <a:xfrm>
              <a:off x="4806128" y="3883183"/>
              <a:ext cx="160106" cy="161203"/>
            </a:xfrm>
            <a:custGeom>
              <a:avLst/>
              <a:gdLst>
                <a:gd name="T0" fmla="*/ 2147483647 w 120"/>
                <a:gd name="T1" fmla="*/ 2147483647 h 120"/>
                <a:gd name="T2" fmla="*/ 2147483647 w 120"/>
                <a:gd name="T3" fmla="*/ 2147483647 h 120"/>
                <a:gd name="T4" fmla="*/ 2147483647 w 120"/>
                <a:gd name="T5" fmla="*/ 2147483647 h 120"/>
                <a:gd name="T6" fmla="*/ 2147483647 w 120"/>
                <a:gd name="T7" fmla="*/ 0 h 120"/>
                <a:gd name="T8" fmla="*/ 2147483647 w 120"/>
                <a:gd name="T9" fmla="*/ 0 h 120"/>
                <a:gd name="T10" fmla="*/ 2147483647 w 120"/>
                <a:gd name="T11" fmla="*/ 2147483647 h 120"/>
                <a:gd name="T12" fmla="*/ 2147483647 w 120"/>
                <a:gd name="T13" fmla="*/ 0 h 120"/>
                <a:gd name="T14" fmla="*/ 2147483647 w 120"/>
                <a:gd name="T15" fmla="*/ 0 h 120"/>
                <a:gd name="T16" fmla="*/ 2147483647 w 120"/>
                <a:gd name="T17" fmla="*/ 0 h 120"/>
                <a:gd name="T18" fmla="*/ 2147483647 w 120"/>
                <a:gd name="T19" fmla="*/ 2147483647 h 120"/>
                <a:gd name="T20" fmla="*/ 2147483647 w 120"/>
                <a:gd name="T21" fmla="*/ 2147483647 h 120"/>
                <a:gd name="T22" fmla="*/ 0 w 120"/>
                <a:gd name="T23" fmla="*/ 2147483647 h 120"/>
                <a:gd name="T24" fmla="*/ 0 w 120"/>
                <a:gd name="T25" fmla="*/ 2147483647 h 120"/>
                <a:gd name="T26" fmla="*/ 2147483647 w 120"/>
                <a:gd name="T27" fmla="*/ 2147483647 h 120"/>
                <a:gd name="T28" fmla="*/ 2147483647 w 120"/>
                <a:gd name="T29" fmla="*/ 2147483647 h 120"/>
                <a:gd name="T30" fmla="*/ 2147483647 w 120"/>
                <a:gd name="T31" fmla="*/ 2147483647 h 120"/>
                <a:gd name="T32" fmla="*/ 2147483647 w 120"/>
                <a:gd name="T33" fmla="*/ 2147483647 h 120"/>
                <a:gd name="T34" fmla="*/ 2147483647 w 120"/>
                <a:gd name="T35" fmla="*/ 2147483647 h 120"/>
                <a:gd name="T36" fmla="*/ 2147483647 w 120"/>
                <a:gd name="T37" fmla="*/ 2147483647 h 120"/>
                <a:gd name="T38" fmla="*/ 2147483647 w 120"/>
                <a:gd name="T39" fmla="*/ 2147483647 h 120"/>
                <a:gd name="T40" fmla="*/ 2147483647 w 120"/>
                <a:gd name="T41" fmla="*/ 2147483647 h 120"/>
                <a:gd name="T42" fmla="*/ 2147483647 w 120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0"/>
                <a:gd name="T67" fmla="*/ 0 h 120"/>
                <a:gd name="T68" fmla="*/ 120 w 120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0" h="120">
                  <a:moveTo>
                    <a:pt x="96" y="32"/>
                  </a:moveTo>
                  <a:lnTo>
                    <a:pt x="88" y="32"/>
                  </a:lnTo>
                  <a:lnTo>
                    <a:pt x="80" y="16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16" y="8"/>
                  </a:lnTo>
                  <a:lnTo>
                    <a:pt x="8" y="56"/>
                  </a:lnTo>
                  <a:lnTo>
                    <a:pt x="0" y="56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16" y="120"/>
                  </a:lnTo>
                  <a:lnTo>
                    <a:pt x="24" y="120"/>
                  </a:lnTo>
                  <a:lnTo>
                    <a:pt x="48" y="104"/>
                  </a:lnTo>
                  <a:lnTo>
                    <a:pt x="64" y="104"/>
                  </a:lnTo>
                  <a:lnTo>
                    <a:pt x="96" y="80"/>
                  </a:lnTo>
                  <a:lnTo>
                    <a:pt x="120" y="56"/>
                  </a:lnTo>
                  <a:lnTo>
                    <a:pt x="104" y="48"/>
                  </a:lnTo>
                  <a:lnTo>
                    <a:pt x="96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0" name="Freeform 741"/>
            <p:cNvSpPr>
              <a:spLocks/>
            </p:cNvSpPr>
            <p:nvPr/>
          </p:nvSpPr>
          <p:spPr bwMode="auto">
            <a:xfrm>
              <a:off x="4977200" y="3754880"/>
              <a:ext cx="183135" cy="289507"/>
            </a:xfrm>
            <a:custGeom>
              <a:avLst/>
              <a:gdLst>
                <a:gd name="T0" fmla="*/ 2147483647 w 136"/>
                <a:gd name="T1" fmla="*/ 2147483647 h 216"/>
                <a:gd name="T2" fmla="*/ 2147483647 w 136"/>
                <a:gd name="T3" fmla="*/ 2147483647 h 216"/>
                <a:gd name="T4" fmla="*/ 2147483647 w 136"/>
                <a:gd name="T5" fmla="*/ 2147483647 h 216"/>
                <a:gd name="T6" fmla="*/ 2147483647 w 136"/>
                <a:gd name="T7" fmla="*/ 2147483647 h 216"/>
                <a:gd name="T8" fmla="*/ 2147483647 w 136"/>
                <a:gd name="T9" fmla="*/ 2147483647 h 216"/>
                <a:gd name="T10" fmla="*/ 2147483647 w 136"/>
                <a:gd name="T11" fmla="*/ 2147483647 h 216"/>
                <a:gd name="T12" fmla="*/ 2147483647 w 136"/>
                <a:gd name="T13" fmla="*/ 2147483647 h 216"/>
                <a:gd name="T14" fmla="*/ 2147483647 w 136"/>
                <a:gd name="T15" fmla="*/ 2147483647 h 216"/>
                <a:gd name="T16" fmla="*/ 2147483647 w 136"/>
                <a:gd name="T17" fmla="*/ 2147483647 h 216"/>
                <a:gd name="T18" fmla="*/ 0 w 136"/>
                <a:gd name="T19" fmla="*/ 2147483647 h 216"/>
                <a:gd name="T20" fmla="*/ 2147483647 w 136"/>
                <a:gd name="T21" fmla="*/ 2147483647 h 216"/>
                <a:gd name="T22" fmla="*/ 0 w 136"/>
                <a:gd name="T23" fmla="*/ 2147483647 h 216"/>
                <a:gd name="T24" fmla="*/ 2147483647 w 136"/>
                <a:gd name="T25" fmla="*/ 2147483647 h 216"/>
                <a:gd name="T26" fmla="*/ 2147483647 w 136"/>
                <a:gd name="T27" fmla="*/ 2147483647 h 216"/>
                <a:gd name="T28" fmla="*/ 2147483647 w 136"/>
                <a:gd name="T29" fmla="*/ 2147483647 h 216"/>
                <a:gd name="T30" fmla="*/ 2147483647 w 136"/>
                <a:gd name="T31" fmla="*/ 2147483647 h 216"/>
                <a:gd name="T32" fmla="*/ 2147483647 w 136"/>
                <a:gd name="T33" fmla="*/ 2147483647 h 216"/>
                <a:gd name="T34" fmla="*/ 2147483647 w 136"/>
                <a:gd name="T35" fmla="*/ 2147483647 h 216"/>
                <a:gd name="T36" fmla="*/ 2147483647 w 136"/>
                <a:gd name="T37" fmla="*/ 2147483647 h 216"/>
                <a:gd name="T38" fmla="*/ 2147483647 w 136"/>
                <a:gd name="T39" fmla="*/ 2147483647 h 216"/>
                <a:gd name="T40" fmla="*/ 2147483647 w 136"/>
                <a:gd name="T41" fmla="*/ 2147483647 h 216"/>
                <a:gd name="T42" fmla="*/ 2147483647 w 136"/>
                <a:gd name="T43" fmla="*/ 2147483647 h 216"/>
                <a:gd name="T44" fmla="*/ 2147483647 w 136"/>
                <a:gd name="T45" fmla="*/ 2147483647 h 216"/>
                <a:gd name="T46" fmla="*/ 2147483647 w 136"/>
                <a:gd name="T47" fmla="*/ 2147483647 h 216"/>
                <a:gd name="T48" fmla="*/ 2147483647 w 136"/>
                <a:gd name="T49" fmla="*/ 2147483647 h 216"/>
                <a:gd name="T50" fmla="*/ 2147483647 w 136"/>
                <a:gd name="T51" fmla="*/ 2147483647 h 216"/>
                <a:gd name="T52" fmla="*/ 2147483647 w 136"/>
                <a:gd name="T53" fmla="*/ 2147483647 h 216"/>
                <a:gd name="T54" fmla="*/ 2147483647 w 136"/>
                <a:gd name="T55" fmla="*/ 2147483647 h 216"/>
                <a:gd name="T56" fmla="*/ 2147483647 w 136"/>
                <a:gd name="T57" fmla="*/ 2147483647 h 216"/>
                <a:gd name="T58" fmla="*/ 2147483647 w 136"/>
                <a:gd name="T59" fmla="*/ 0 h 216"/>
                <a:gd name="T60" fmla="*/ 2147483647 w 136"/>
                <a:gd name="T61" fmla="*/ 2147483647 h 216"/>
                <a:gd name="T62" fmla="*/ 2147483647 w 136"/>
                <a:gd name="T63" fmla="*/ 2147483647 h 21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36"/>
                <a:gd name="T97" fmla="*/ 0 h 216"/>
                <a:gd name="T98" fmla="*/ 136 w 136"/>
                <a:gd name="T99" fmla="*/ 216 h 21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36" h="216">
                  <a:moveTo>
                    <a:pt x="88" y="8"/>
                  </a:moveTo>
                  <a:lnTo>
                    <a:pt x="64" y="16"/>
                  </a:lnTo>
                  <a:lnTo>
                    <a:pt x="64" y="32"/>
                  </a:lnTo>
                  <a:lnTo>
                    <a:pt x="72" y="56"/>
                  </a:lnTo>
                  <a:lnTo>
                    <a:pt x="72" y="64"/>
                  </a:lnTo>
                  <a:lnTo>
                    <a:pt x="64" y="72"/>
                  </a:lnTo>
                  <a:lnTo>
                    <a:pt x="56" y="64"/>
                  </a:lnTo>
                  <a:lnTo>
                    <a:pt x="48" y="56"/>
                  </a:lnTo>
                  <a:lnTo>
                    <a:pt x="32" y="48"/>
                  </a:lnTo>
                  <a:lnTo>
                    <a:pt x="0" y="64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32" y="80"/>
                  </a:lnTo>
                  <a:lnTo>
                    <a:pt x="32" y="96"/>
                  </a:lnTo>
                  <a:lnTo>
                    <a:pt x="32" y="112"/>
                  </a:lnTo>
                  <a:lnTo>
                    <a:pt x="24" y="144"/>
                  </a:lnTo>
                  <a:lnTo>
                    <a:pt x="16" y="160"/>
                  </a:lnTo>
                  <a:lnTo>
                    <a:pt x="24" y="160"/>
                  </a:lnTo>
                  <a:lnTo>
                    <a:pt x="24" y="216"/>
                  </a:lnTo>
                  <a:lnTo>
                    <a:pt x="32" y="216"/>
                  </a:lnTo>
                  <a:lnTo>
                    <a:pt x="32" y="208"/>
                  </a:lnTo>
                  <a:lnTo>
                    <a:pt x="64" y="184"/>
                  </a:lnTo>
                  <a:lnTo>
                    <a:pt x="72" y="160"/>
                  </a:lnTo>
                  <a:lnTo>
                    <a:pt x="64" y="128"/>
                  </a:lnTo>
                  <a:lnTo>
                    <a:pt x="80" y="104"/>
                  </a:lnTo>
                  <a:lnTo>
                    <a:pt x="120" y="80"/>
                  </a:lnTo>
                  <a:lnTo>
                    <a:pt x="128" y="64"/>
                  </a:lnTo>
                  <a:lnTo>
                    <a:pt x="136" y="48"/>
                  </a:lnTo>
                  <a:lnTo>
                    <a:pt x="128" y="16"/>
                  </a:lnTo>
                  <a:lnTo>
                    <a:pt x="128" y="0"/>
                  </a:lnTo>
                  <a:lnTo>
                    <a:pt x="120" y="8"/>
                  </a:lnTo>
                  <a:lnTo>
                    <a:pt x="8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1" name="Freeform 742"/>
            <p:cNvSpPr>
              <a:spLocks/>
            </p:cNvSpPr>
            <p:nvPr/>
          </p:nvSpPr>
          <p:spPr bwMode="auto">
            <a:xfrm>
              <a:off x="4977200" y="3593677"/>
              <a:ext cx="172169" cy="182038"/>
            </a:xfrm>
            <a:custGeom>
              <a:avLst/>
              <a:gdLst>
                <a:gd name="T0" fmla="*/ 2147483647 w 128"/>
                <a:gd name="T1" fmla="*/ 2147483647 h 136"/>
                <a:gd name="T2" fmla="*/ 2147483647 w 128"/>
                <a:gd name="T3" fmla="*/ 0 h 136"/>
                <a:gd name="T4" fmla="*/ 2147483647 w 128"/>
                <a:gd name="T5" fmla="*/ 0 h 136"/>
                <a:gd name="T6" fmla="*/ 2147483647 w 128"/>
                <a:gd name="T7" fmla="*/ 2147483647 h 136"/>
                <a:gd name="T8" fmla="*/ 2147483647 w 128"/>
                <a:gd name="T9" fmla="*/ 2147483647 h 136"/>
                <a:gd name="T10" fmla="*/ 2147483647 w 128"/>
                <a:gd name="T11" fmla="*/ 2147483647 h 136"/>
                <a:gd name="T12" fmla="*/ 2147483647 w 128"/>
                <a:gd name="T13" fmla="*/ 0 h 136"/>
                <a:gd name="T14" fmla="*/ 0 w 128"/>
                <a:gd name="T15" fmla="*/ 0 h 136"/>
                <a:gd name="T16" fmla="*/ 2147483647 w 128"/>
                <a:gd name="T17" fmla="*/ 2147483647 h 136"/>
                <a:gd name="T18" fmla="*/ 0 w 128"/>
                <a:gd name="T19" fmla="*/ 2147483647 h 136"/>
                <a:gd name="T20" fmla="*/ 2147483647 w 128"/>
                <a:gd name="T21" fmla="*/ 2147483647 h 136"/>
                <a:gd name="T22" fmla="*/ 2147483647 w 128"/>
                <a:gd name="T23" fmla="*/ 2147483647 h 136"/>
                <a:gd name="T24" fmla="*/ 2147483647 w 128"/>
                <a:gd name="T25" fmla="*/ 2147483647 h 136"/>
                <a:gd name="T26" fmla="*/ 2147483647 w 128"/>
                <a:gd name="T27" fmla="*/ 2147483647 h 136"/>
                <a:gd name="T28" fmla="*/ 2147483647 w 128"/>
                <a:gd name="T29" fmla="*/ 2147483647 h 136"/>
                <a:gd name="T30" fmla="*/ 2147483647 w 128"/>
                <a:gd name="T31" fmla="*/ 2147483647 h 136"/>
                <a:gd name="T32" fmla="*/ 2147483647 w 128"/>
                <a:gd name="T33" fmla="*/ 2147483647 h 136"/>
                <a:gd name="T34" fmla="*/ 2147483647 w 128"/>
                <a:gd name="T35" fmla="*/ 2147483647 h 136"/>
                <a:gd name="T36" fmla="*/ 2147483647 w 128"/>
                <a:gd name="T37" fmla="*/ 2147483647 h 136"/>
                <a:gd name="T38" fmla="*/ 2147483647 w 128"/>
                <a:gd name="T39" fmla="*/ 2147483647 h 136"/>
                <a:gd name="T40" fmla="*/ 2147483647 w 128"/>
                <a:gd name="T41" fmla="*/ 2147483647 h 136"/>
                <a:gd name="T42" fmla="*/ 2147483647 w 128"/>
                <a:gd name="T43" fmla="*/ 2147483647 h 136"/>
                <a:gd name="T44" fmla="*/ 2147483647 w 128"/>
                <a:gd name="T45" fmla="*/ 2147483647 h 136"/>
                <a:gd name="T46" fmla="*/ 2147483647 w 128"/>
                <a:gd name="T47" fmla="*/ 2147483647 h 136"/>
                <a:gd name="T48" fmla="*/ 2147483647 w 128"/>
                <a:gd name="T49" fmla="*/ 2147483647 h 1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8"/>
                <a:gd name="T76" fmla="*/ 0 h 136"/>
                <a:gd name="T77" fmla="*/ 128 w 128"/>
                <a:gd name="T78" fmla="*/ 136 h 1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8" h="136">
                  <a:moveTo>
                    <a:pt x="96" y="24"/>
                  </a:moveTo>
                  <a:lnTo>
                    <a:pt x="56" y="0"/>
                  </a:lnTo>
                  <a:lnTo>
                    <a:pt x="48" y="0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32" y="16"/>
                  </a:lnTo>
                  <a:lnTo>
                    <a:pt x="24" y="0"/>
                  </a:lnTo>
                  <a:lnTo>
                    <a:pt x="0" y="0"/>
                  </a:lnTo>
                  <a:lnTo>
                    <a:pt x="8" y="32"/>
                  </a:lnTo>
                  <a:lnTo>
                    <a:pt x="0" y="40"/>
                  </a:lnTo>
                  <a:lnTo>
                    <a:pt x="8" y="72"/>
                  </a:lnTo>
                  <a:lnTo>
                    <a:pt x="16" y="96"/>
                  </a:lnTo>
                  <a:lnTo>
                    <a:pt x="32" y="104"/>
                  </a:lnTo>
                  <a:lnTo>
                    <a:pt x="56" y="104"/>
                  </a:lnTo>
                  <a:lnTo>
                    <a:pt x="56" y="112"/>
                  </a:lnTo>
                  <a:lnTo>
                    <a:pt x="64" y="136"/>
                  </a:lnTo>
                  <a:lnTo>
                    <a:pt x="88" y="128"/>
                  </a:lnTo>
                  <a:lnTo>
                    <a:pt x="120" y="128"/>
                  </a:lnTo>
                  <a:lnTo>
                    <a:pt x="128" y="120"/>
                  </a:lnTo>
                  <a:lnTo>
                    <a:pt x="120" y="112"/>
                  </a:lnTo>
                  <a:lnTo>
                    <a:pt x="120" y="72"/>
                  </a:lnTo>
                  <a:lnTo>
                    <a:pt x="112" y="56"/>
                  </a:lnTo>
                  <a:lnTo>
                    <a:pt x="120" y="48"/>
                  </a:lnTo>
                  <a:lnTo>
                    <a:pt x="96" y="32"/>
                  </a:lnTo>
                  <a:lnTo>
                    <a:pt x="96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2" name="Freeform 743"/>
            <p:cNvSpPr>
              <a:spLocks/>
            </p:cNvSpPr>
            <p:nvPr/>
          </p:nvSpPr>
          <p:spPr bwMode="auto">
            <a:xfrm>
              <a:off x="4676727" y="3679213"/>
              <a:ext cx="203971" cy="203971"/>
            </a:xfrm>
            <a:custGeom>
              <a:avLst/>
              <a:gdLst>
                <a:gd name="T0" fmla="*/ 2147483647 w 152"/>
                <a:gd name="T1" fmla="*/ 2147483647 h 152"/>
                <a:gd name="T2" fmla="*/ 2147483647 w 152"/>
                <a:gd name="T3" fmla="*/ 2147483647 h 152"/>
                <a:gd name="T4" fmla="*/ 2147483647 w 152"/>
                <a:gd name="T5" fmla="*/ 2147483647 h 152"/>
                <a:gd name="T6" fmla="*/ 2147483647 w 152"/>
                <a:gd name="T7" fmla="*/ 2147483647 h 152"/>
                <a:gd name="T8" fmla="*/ 2147483647 w 152"/>
                <a:gd name="T9" fmla="*/ 2147483647 h 152"/>
                <a:gd name="T10" fmla="*/ 2147483647 w 152"/>
                <a:gd name="T11" fmla="*/ 2147483647 h 152"/>
                <a:gd name="T12" fmla="*/ 2147483647 w 152"/>
                <a:gd name="T13" fmla="*/ 2147483647 h 152"/>
                <a:gd name="T14" fmla="*/ 2147483647 w 152"/>
                <a:gd name="T15" fmla="*/ 2147483647 h 152"/>
                <a:gd name="T16" fmla="*/ 2147483647 w 152"/>
                <a:gd name="T17" fmla="*/ 2147483647 h 152"/>
                <a:gd name="T18" fmla="*/ 2147483647 w 152"/>
                <a:gd name="T19" fmla="*/ 2147483647 h 152"/>
                <a:gd name="T20" fmla="*/ 2147483647 w 152"/>
                <a:gd name="T21" fmla="*/ 2147483647 h 152"/>
                <a:gd name="T22" fmla="*/ 2147483647 w 152"/>
                <a:gd name="T23" fmla="*/ 2147483647 h 152"/>
                <a:gd name="T24" fmla="*/ 2147483647 w 152"/>
                <a:gd name="T25" fmla="*/ 2147483647 h 152"/>
                <a:gd name="T26" fmla="*/ 2147483647 w 152"/>
                <a:gd name="T27" fmla="*/ 2147483647 h 152"/>
                <a:gd name="T28" fmla="*/ 2147483647 w 152"/>
                <a:gd name="T29" fmla="*/ 2147483647 h 152"/>
                <a:gd name="T30" fmla="*/ 2147483647 w 152"/>
                <a:gd name="T31" fmla="*/ 2147483647 h 152"/>
                <a:gd name="T32" fmla="*/ 2147483647 w 152"/>
                <a:gd name="T33" fmla="*/ 0 h 152"/>
                <a:gd name="T34" fmla="*/ 2147483647 w 152"/>
                <a:gd name="T35" fmla="*/ 0 h 152"/>
                <a:gd name="T36" fmla="*/ 0 w 152"/>
                <a:gd name="T37" fmla="*/ 2147483647 h 152"/>
                <a:gd name="T38" fmla="*/ 2147483647 w 152"/>
                <a:gd name="T39" fmla="*/ 2147483647 h 152"/>
                <a:gd name="T40" fmla="*/ 2147483647 w 152"/>
                <a:gd name="T41" fmla="*/ 2147483647 h 152"/>
                <a:gd name="T42" fmla="*/ 0 w 152"/>
                <a:gd name="T43" fmla="*/ 2147483647 h 152"/>
                <a:gd name="T44" fmla="*/ 0 w 152"/>
                <a:gd name="T45" fmla="*/ 2147483647 h 152"/>
                <a:gd name="T46" fmla="*/ 2147483647 w 152"/>
                <a:gd name="T47" fmla="*/ 2147483647 h 152"/>
                <a:gd name="T48" fmla="*/ 2147483647 w 152"/>
                <a:gd name="T49" fmla="*/ 2147483647 h 1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52"/>
                <a:gd name="T76" fmla="*/ 0 h 152"/>
                <a:gd name="T77" fmla="*/ 152 w 152"/>
                <a:gd name="T78" fmla="*/ 152 h 15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52" h="152">
                  <a:moveTo>
                    <a:pt x="16" y="144"/>
                  </a:moveTo>
                  <a:lnTo>
                    <a:pt x="72" y="144"/>
                  </a:lnTo>
                  <a:lnTo>
                    <a:pt x="80" y="152"/>
                  </a:lnTo>
                  <a:lnTo>
                    <a:pt x="112" y="152"/>
                  </a:lnTo>
                  <a:lnTo>
                    <a:pt x="136" y="144"/>
                  </a:lnTo>
                  <a:lnTo>
                    <a:pt x="128" y="128"/>
                  </a:lnTo>
                  <a:lnTo>
                    <a:pt x="128" y="88"/>
                  </a:lnTo>
                  <a:lnTo>
                    <a:pt x="152" y="80"/>
                  </a:lnTo>
                  <a:lnTo>
                    <a:pt x="152" y="64"/>
                  </a:lnTo>
                  <a:lnTo>
                    <a:pt x="144" y="64"/>
                  </a:lnTo>
                  <a:lnTo>
                    <a:pt x="152" y="64"/>
                  </a:lnTo>
                  <a:lnTo>
                    <a:pt x="128" y="64"/>
                  </a:lnTo>
                  <a:lnTo>
                    <a:pt x="120" y="16"/>
                  </a:lnTo>
                  <a:lnTo>
                    <a:pt x="96" y="16"/>
                  </a:lnTo>
                  <a:lnTo>
                    <a:pt x="80" y="24"/>
                  </a:lnTo>
                  <a:lnTo>
                    <a:pt x="72" y="24"/>
                  </a:lnTo>
                  <a:lnTo>
                    <a:pt x="48" y="0"/>
                  </a:lnTo>
                  <a:lnTo>
                    <a:pt x="16" y="0"/>
                  </a:lnTo>
                  <a:lnTo>
                    <a:pt x="0" y="8"/>
                  </a:lnTo>
                  <a:lnTo>
                    <a:pt x="8" y="56"/>
                  </a:lnTo>
                  <a:lnTo>
                    <a:pt x="16" y="80"/>
                  </a:lnTo>
                  <a:lnTo>
                    <a:pt x="0" y="112"/>
                  </a:lnTo>
                  <a:lnTo>
                    <a:pt x="0" y="144"/>
                  </a:lnTo>
                  <a:lnTo>
                    <a:pt x="8" y="136"/>
                  </a:lnTo>
                  <a:lnTo>
                    <a:pt x="16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3" name="Freeform 744"/>
            <p:cNvSpPr>
              <a:spLocks/>
            </p:cNvSpPr>
            <p:nvPr/>
          </p:nvSpPr>
          <p:spPr bwMode="auto">
            <a:xfrm>
              <a:off x="4676727" y="3486208"/>
              <a:ext cx="311439" cy="311439"/>
            </a:xfrm>
            <a:custGeom>
              <a:avLst/>
              <a:gdLst>
                <a:gd name="T0" fmla="*/ 2147483647 w 232"/>
                <a:gd name="T1" fmla="*/ 2147483647 h 232"/>
                <a:gd name="T2" fmla="*/ 2147483647 w 232"/>
                <a:gd name="T3" fmla="*/ 2147483647 h 232"/>
                <a:gd name="T4" fmla="*/ 2147483647 w 232"/>
                <a:gd name="T5" fmla="*/ 2147483647 h 232"/>
                <a:gd name="T6" fmla="*/ 2147483647 w 232"/>
                <a:gd name="T7" fmla="*/ 2147483647 h 232"/>
                <a:gd name="T8" fmla="*/ 2147483647 w 232"/>
                <a:gd name="T9" fmla="*/ 2147483647 h 232"/>
                <a:gd name="T10" fmla="*/ 2147483647 w 232"/>
                <a:gd name="T11" fmla="*/ 2147483647 h 232"/>
                <a:gd name="T12" fmla="*/ 0 w 232"/>
                <a:gd name="T13" fmla="*/ 2147483647 h 232"/>
                <a:gd name="T14" fmla="*/ 0 w 232"/>
                <a:gd name="T15" fmla="*/ 2147483647 h 232"/>
                <a:gd name="T16" fmla="*/ 2147483647 w 232"/>
                <a:gd name="T17" fmla="*/ 2147483647 h 232"/>
                <a:gd name="T18" fmla="*/ 2147483647 w 232"/>
                <a:gd name="T19" fmla="*/ 2147483647 h 232"/>
                <a:gd name="T20" fmla="*/ 2147483647 w 232"/>
                <a:gd name="T21" fmla="*/ 2147483647 h 232"/>
                <a:gd name="T22" fmla="*/ 2147483647 w 232"/>
                <a:gd name="T23" fmla="*/ 2147483647 h 232"/>
                <a:gd name="T24" fmla="*/ 2147483647 w 232"/>
                <a:gd name="T25" fmla="*/ 2147483647 h 232"/>
                <a:gd name="T26" fmla="*/ 2147483647 w 232"/>
                <a:gd name="T27" fmla="*/ 2147483647 h 232"/>
                <a:gd name="T28" fmla="*/ 2147483647 w 232"/>
                <a:gd name="T29" fmla="*/ 2147483647 h 232"/>
                <a:gd name="T30" fmla="*/ 2147483647 w 232"/>
                <a:gd name="T31" fmla="*/ 2147483647 h 232"/>
                <a:gd name="T32" fmla="*/ 2147483647 w 232"/>
                <a:gd name="T33" fmla="*/ 2147483647 h 232"/>
                <a:gd name="T34" fmla="*/ 2147483647 w 232"/>
                <a:gd name="T35" fmla="*/ 2147483647 h 232"/>
                <a:gd name="T36" fmla="*/ 2147483647 w 232"/>
                <a:gd name="T37" fmla="*/ 2147483647 h 232"/>
                <a:gd name="T38" fmla="*/ 2147483647 w 232"/>
                <a:gd name="T39" fmla="*/ 2147483647 h 232"/>
                <a:gd name="T40" fmla="*/ 2147483647 w 232"/>
                <a:gd name="T41" fmla="*/ 2147483647 h 232"/>
                <a:gd name="T42" fmla="*/ 2147483647 w 232"/>
                <a:gd name="T43" fmla="*/ 2147483647 h 232"/>
                <a:gd name="T44" fmla="*/ 2147483647 w 232"/>
                <a:gd name="T45" fmla="*/ 2147483647 h 232"/>
                <a:gd name="T46" fmla="*/ 2147483647 w 232"/>
                <a:gd name="T47" fmla="*/ 2147483647 h 232"/>
                <a:gd name="T48" fmla="*/ 2147483647 w 232"/>
                <a:gd name="T49" fmla="*/ 2147483647 h 232"/>
                <a:gd name="T50" fmla="*/ 2147483647 w 232"/>
                <a:gd name="T51" fmla="*/ 2147483647 h 232"/>
                <a:gd name="T52" fmla="*/ 2147483647 w 232"/>
                <a:gd name="T53" fmla="*/ 2147483647 h 232"/>
                <a:gd name="T54" fmla="*/ 2147483647 w 232"/>
                <a:gd name="T55" fmla="*/ 2147483647 h 232"/>
                <a:gd name="T56" fmla="*/ 2147483647 w 232"/>
                <a:gd name="T57" fmla="*/ 2147483647 h 232"/>
                <a:gd name="T58" fmla="*/ 2147483647 w 232"/>
                <a:gd name="T59" fmla="*/ 2147483647 h 232"/>
                <a:gd name="T60" fmla="*/ 2147483647 w 232"/>
                <a:gd name="T61" fmla="*/ 2147483647 h 232"/>
                <a:gd name="T62" fmla="*/ 2147483647 w 232"/>
                <a:gd name="T63" fmla="*/ 2147483647 h 232"/>
                <a:gd name="T64" fmla="*/ 2147483647 w 232"/>
                <a:gd name="T65" fmla="*/ 0 h 232"/>
                <a:gd name="T66" fmla="*/ 2147483647 w 232"/>
                <a:gd name="T67" fmla="*/ 0 h 232"/>
                <a:gd name="T68" fmla="*/ 2147483647 w 232"/>
                <a:gd name="T69" fmla="*/ 2147483647 h 232"/>
                <a:gd name="T70" fmla="*/ 2147483647 w 232"/>
                <a:gd name="T71" fmla="*/ 0 h 232"/>
                <a:gd name="T72" fmla="*/ 2147483647 w 232"/>
                <a:gd name="T73" fmla="*/ 2147483647 h 232"/>
                <a:gd name="T74" fmla="*/ 2147483647 w 232"/>
                <a:gd name="T75" fmla="*/ 2147483647 h 23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32"/>
                <a:gd name="T115" fmla="*/ 0 h 232"/>
                <a:gd name="T116" fmla="*/ 232 w 232"/>
                <a:gd name="T117" fmla="*/ 232 h 23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32" h="232">
                  <a:moveTo>
                    <a:pt x="80" y="24"/>
                  </a:moveTo>
                  <a:lnTo>
                    <a:pt x="72" y="72"/>
                  </a:lnTo>
                  <a:lnTo>
                    <a:pt x="56" y="80"/>
                  </a:lnTo>
                  <a:lnTo>
                    <a:pt x="40" y="112"/>
                  </a:lnTo>
                  <a:lnTo>
                    <a:pt x="24" y="128"/>
                  </a:lnTo>
                  <a:lnTo>
                    <a:pt x="8" y="128"/>
                  </a:lnTo>
                  <a:lnTo>
                    <a:pt x="0" y="136"/>
                  </a:lnTo>
                  <a:lnTo>
                    <a:pt x="0" y="152"/>
                  </a:lnTo>
                  <a:lnTo>
                    <a:pt x="16" y="144"/>
                  </a:lnTo>
                  <a:lnTo>
                    <a:pt x="48" y="144"/>
                  </a:lnTo>
                  <a:lnTo>
                    <a:pt x="72" y="168"/>
                  </a:lnTo>
                  <a:lnTo>
                    <a:pt x="80" y="168"/>
                  </a:lnTo>
                  <a:lnTo>
                    <a:pt x="96" y="160"/>
                  </a:lnTo>
                  <a:lnTo>
                    <a:pt x="120" y="160"/>
                  </a:lnTo>
                  <a:lnTo>
                    <a:pt x="128" y="208"/>
                  </a:lnTo>
                  <a:lnTo>
                    <a:pt x="152" y="208"/>
                  </a:lnTo>
                  <a:lnTo>
                    <a:pt x="168" y="208"/>
                  </a:lnTo>
                  <a:lnTo>
                    <a:pt x="192" y="224"/>
                  </a:lnTo>
                  <a:lnTo>
                    <a:pt x="216" y="232"/>
                  </a:lnTo>
                  <a:lnTo>
                    <a:pt x="216" y="224"/>
                  </a:lnTo>
                  <a:lnTo>
                    <a:pt x="208" y="208"/>
                  </a:lnTo>
                  <a:lnTo>
                    <a:pt x="208" y="200"/>
                  </a:lnTo>
                  <a:lnTo>
                    <a:pt x="216" y="176"/>
                  </a:lnTo>
                  <a:lnTo>
                    <a:pt x="224" y="168"/>
                  </a:lnTo>
                  <a:lnTo>
                    <a:pt x="216" y="144"/>
                  </a:lnTo>
                  <a:lnTo>
                    <a:pt x="216" y="120"/>
                  </a:lnTo>
                  <a:lnTo>
                    <a:pt x="208" y="96"/>
                  </a:lnTo>
                  <a:lnTo>
                    <a:pt x="216" y="72"/>
                  </a:lnTo>
                  <a:lnTo>
                    <a:pt x="232" y="40"/>
                  </a:lnTo>
                  <a:lnTo>
                    <a:pt x="232" y="16"/>
                  </a:lnTo>
                  <a:lnTo>
                    <a:pt x="224" y="8"/>
                  </a:lnTo>
                  <a:lnTo>
                    <a:pt x="200" y="8"/>
                  </a:lnTo>
                  <a:lnTo>
                    <a:pt x="192" y="0"/>
                  </a:lnTo>
                  <a:lnTo>
                    <a:pt x="160" y="0"/>
                  </a:lnTo>
                  <a:lnTo>
                    <a:pt x="128" y="8"/>
                  </a:lnTo>
                  <a:lnTo>
                    <a:pt x="104" y="0"/>
                  </a:lnTo>
                  <a:lnTo>
                    <a:pt x="80" y="8"/>
                  </a:lnTo>
                  <a:lnTo>
                    <a:pt x="80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4" name="Freeform 745"/>
            <p:cNvSpPr>
              <a:spLocks/>
            </p:cNvSpPr>
            <p:nvPr/>
          </p:nvSpPr>
          <p:spPr bwMode="auto">
            <a:xfrm>
              <a:off x="5030934" y="3271271"/>
              <a:ext cx="246738" cy="236869"/>
            </a:xfrm>
            <a:custGeom>
              <a:avLst/>
              <a:gdLst>
                <a:gd name="T0" fmla="*/ 2147483647 w 184"/>
                <a:gd name="T1" fmla="*/ 2147483647 h 176"/>
                <a:gd name="T2" fmla="*/ 2147483647 w 184"/>
                <a:gd name="T3" fmla="*/ 2147483647 h 176"/>
                <a:gd name="T4" fmla="*/ 2147483647 w 184"/>
                <a:gd name="T5" fmla="*/ 2147483647 h 176"/>
                <a:gd name="T6" fmla="*/ 2147483647 w 184"/>
                <a:gd name="T7" fmla="*/ 2147483647 h 176"/>
                <a:gd name="T8" fmla="*/ 2147483647 w 184"/>
                <a:gd name="T9" fmla="*/ 2147483647 h 176"/>
                <a:gd name="T10" fmla="*/ 2147483647 w 184"/>
                <a:gd name="T11" fmla="*/ 2147483647 h 176"/>
                <a:gd name="T12" fmla="*/ 2147483647 w 184"/>
                <a:gd name="T13" fmla="*/ 2147483647 h 176"/>
                <a:gd name="T14" fmla="*/ 2147483647 w 184"/>
                <a:gd name="T15" fmla="*/ 2147483647 h 176"/>
                <a:gd name="T16" fmla="*/ 2147483647 w 184"/>
                <a:gd name="T17" fmla="*/ 2147483647 h 176"/>
                <a:gd name="T18" fmla="*/ 2147483647 w 184"/>
                <a:gd name="T19" fmla="*/ 2147483647 h 176"/>
                <a:gd name="T20" fmla="*/ 2147483647 w 184"/>
                <a:gd name="T21" fmla="*/ 2147483647 h 176"/>
                <a:gd name="T22" fmla="*/ 2147483647 w 184"/>
                <a:gd name="T23" fmla="*/ 2147483647 h 176"/>
                <a:gd name="T24" fmla="*/ 2147483647 w 184"/>
                <a:gd name="T25" fmla="*/ 2147483647 h 176"/>
                <a:gd name="T26" fmla="*/ 2147483647 w 184"/>
                <a:gd name="T27" fmla="*/ 2147483647 h 176"/>
                <a:gd name="T28" fmla="*/ 2147483647 w 184"/>
                <a:gd name="T29" fmla="*/ 0 h 176"/>
                <a:gd name="T30" fmla="*/ 2147483647 w 184"/>
                <a:gd name="T31" fmla="*/ 0 h 176"/>
                <a:gd name="T32" fmla="*/ 2147483647 w 184"/>
                <a:gd name="T33" fmla="*/ 2147483647 h 176"/>
                <a:gd name="T34" fmla="*/ 2147483647 w 184"/>
                <a:gd name="T35" fmla="*/ 2147483647 h 176"/>
                <a:gd name="T36" fmla="*/ 2147483647 w 184"/>
                <a:gd name="T37" fmla="*/ 2147483647 h 176"/>
                <a:gd name="T38" fmla="*/ 2147483647 w 184"/>
                <a:gd name="T39" fmla="*/ 2147483647 h 176"/>
                <a:gd name="T40" fmla="*/ 2147483647 w 184"/>
                <a:gd name="T41" fmla="*/ 2147483647 h 176"/>
                <a:gd name="T42" fmla="*/ 0 w 184"/>
                <a:gd name="T43" fmla="*/ 2147483647 h 176"/>
                <a:gd name="T44" fmla="*/ 0 w 184"/>
                <a:gd name="T45" fmla="*/ 2147483647 h 176"/>
                <a:gd name="T46" fmla="*/ 2147483647 w 184"/>
                <a:gd name="T47" fmla="*/ 2147483647 h 176"/>
                <a:gd name="T48" fmla="*/ 2147483647 w 184"/>
                <a:gd name="T49" fmla="*/ 2147483647 h 176"/>
                <a:gd name="T50" fmla="*/ 2147483647 w 184"/>
                <a:gd name="T51" fmla="*/ 2147483647 h 176"/>
                <a:gd name="T52" fmla="*/ 2147483647 w 184"/>
                <a:gd name="T53" fmla="*/ 2147483647 h 176"/>
                <a:gd name="T54" fmla="*/ 2147483647 w 184"/>
                <a:gd name="T55" fmla="*/ 2147483647 h 176"/>
                <a:gd name="T56" fmla="*/ 2147483647 w 184"/>
                <a:gd name="T57" fmla="*/ 2147483647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84"/>
                <a:gd name="T88" fmla="*/ 0 h 176"/>
                <a:gd name="T89" fmla="*/ 184 w 184"/>
                <a:gd name="T90" fmla="*/ 176 h 17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84" h="176">
                  <a:moveTo>
                    <a:pt x="88" y="176"/>
                  </a:moveTo>
                  <a:lnTo>
                    <a:pt x="96" y="176"/>
                  </a:lnTo>
                  <a:lnTo>
                    <a:pt x="104" y="176"/>
                  </a:lnTo>
                  <a:lnTo>
                    <a:pt x="112" y="176"/>
                  </a:lnTo>
                  <a:lnTo>
                    <a:pt x="128" y="168"/>
                  </a:lnTo>
                  <a:lnTo>
                    <a:pt x="152" y="160"/>
                  </a:lnTo>
                  <a:lnTo>
                    <a:pt x="184" y="128"/>
                  </a:lnTo>
                  <a:lnTo>
                    <a:pt x="160" y="120"/>
                  </a:lnTo>
                  <a:lnTo>
                    <a:pt x="128" y="104"/>
                  </a:lnTo>
                  <a:lnTo>
                    <a:pt x="120" y="96"/>
                  </a:lnTo>
                  <a:lnTo>
                    <a:pt x="136" y="88"/>
                  </a:lnTo>
                  <a:lnTo>
                    <a:pt x="128" y="80"/>
                  </a:lnTo>
                  <a:lnTo>
                    <a:pt x="96" y="32"/>
                  </a:lnTo>
                  <a:lnTo>
                    <a:pt x="80" y="24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48" y="8"/>
                  </a:lnTo>
                  <a:lnTo>
                    <a:pt x="40" y="56"/>
                  </a:lnTo>
                  <a:lnTo>
                    <a:pt x="32" y="80"/>
                  </a:lnTo>
                  <a:lnTo>
                    <a:pt x="16" y="96"/>
                  </a:lnTo>
                  <a:lnTo>
                    <a:pt x="8" y="120"/>
                  </a:lnTo>
                  <a:lnTo>
                    <a:pt x="0" y="120"/>
                  </a:lnTo>
                  <a:lnTo>
                    <a:pt x="0" y="128"/>
                  </a:lnTo>
                  <a:lnTo>
                    <a:pt x="16" y="144"/>
                  </a:lnTo>
                  <a:lnTo>
                    <a:pt x="24" y="152"/>
                  </a:lnTo>
                  <a:lnTo>
                    <a:pt x="32" y="160"/>
                  </a:lnTo>
                  <a:lnTo>
                    <a:pt x="32" y="168"/>
                  </a:lnTo>
                  <a:lnTo>
                    <a:pt x="48" y="168"/>
                  </a:lnTo>
                  <a:lnTo>
                    <a:pt x="88" y="17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5" name="Freeform 746"/>
            <p:cNvSpPr>
              <a:spLocks/>
            </p:cNvSpPr>
            <p:nvPr/>
          </p:nvSpPr>
          <p:spPr bwMode="auto">
            <a:xfrm>
              <a:off x="5041900" y="3497174"/>
              <a:ext cx="139270" cy="161203"/>
            </a:xfrm>
            <a:custGeom>
              <a:avLst/>
              <a:gdLst>
                <a:gd name="T0" fmla="*/ 2147483647 w 104"/>
                <a:gd name="T1" fmla="*/ 2147483647 h 120"/>
                <a:gd name="T2" fmla="*/ 2147483647 w 104"/>
                <a:gd name="T3" fmla="*/ 2147483647 h 120"/>
                <a:gd name="T4" fmla="*/ 2147483647 w 104"/>
                <a:gd name="T5" fmla="*/ 2147483647 h 120"/>
                <a:gd name="T6" fmla="*/ 2147483647 w 104"/>
                <a:gd name="T7" fmla="*/ 2147483647 h 120"/>
                <a:gd name="T8" fmla="*/ 2147483647 w 104"/>
                <a:gd name="T9" fmla="*/ 2147483647 h 120"/>
                <a:gd name="T10" fmla="*/ 2147483647 w 104"/>
                <a:gd name="T11" fmla="*/ 2147483647 h 120"/>
                <a:gd name="T12" fmla="*/ 2147483647 w 104"/>
                <a:gd name="T13" fmla="*/ 0 h 120"/>
                <a:gd name="T14" fmla="*/ 2147483647 w 104"/>
                <a:gd name="T15" fmla="*/ 0 h 120"/>
                <a:gd name="T16" fmla="*/ 2147483647 w 104"/>
                <a:gd name="T17" fmla="*/ 0 h 120"/>
                <a:gd name="T18" fmla="*/ 0 w 104"/>
                <a:gd name="T19" fmla="*/ 2147483647 h 120"/>
                <a:gd name="T20" fmla="*/ 2147483647 w 104"/>
                <a:gd name="T21" fmla="*/ 2147483647 h 120"/>
                <a:gd name="T22" fmla="*/ 2147483647 w 104"/>
                <a:gd name="T23" fmla="*/ 2147483647 h 120"/>
                <a:gd name="T24" fmla="*/ 0 w 104"/>
                <a:gd name="T25" fmla="*/ 2147483647 h 120"/>
                <a:gd name="T26" fmla="*/ 2147483647 w 104"/>
                <a:gd name="T27" fmla="*/ 2147483647 h 120"/>
                <a:gd name="T28" fmla="*/ 2147483647 w 104"/>
                <a:gd name="T29" fmla="*/ 2147483647 h 120"/>
                <a:gd name="T30" fmla="*/ 2147483647 w 104"/>
                <a:gd name="T31" fmla="*/ 2147483647 h 120"/>
                <a:gd name="T32" fmla="*/ 2147483647 w 104"/>
                <a:gd name="T33" fmla="*/ 2147483647 h 120"/>
                <a:gd name="T34" fmla="*/ 2147483647 w 104"/>
                <a:gd name="T35" fmla="*/ 2147483647 h 120"/>
                <a:gd name="T36" fmla="*/ 2147483647 w 104"/>
                <a:gd name="T37" fmla="*/ 2147483647 h 120"/>
                <a:gd name="T38" fmla="*/ 2147483647 w 104"/>
                <a:gd name="T39" fmla="*/ 2147483647 h 120"/>
                <a:gd name="T40" fmla="*/ 2147483647 w 104"/>
                <a:gd name="T41" fmla="*/ 2147483647 h 120"/>
                <a:gd name="T42" fmla="*/ 2147483647 w 104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04"/>
                <a:gd name="T67" fmla="*/ 0 h 120"/>
                <a:gd name="T68" fmla="*/ 104 w 104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04" h="120">
                  <a:moveTo>
                    <a:pt x="96" y="24"/>
                  </a:moveTo>
                  <a:lnTo>
                    <a:pt x="104" y="16"/>
                  </a:lnTo>
                  <a:lnTo>
                    <a:pt x="104" y="8"/>
                  </a:lnTo>
                  <a:lnTo>
                    <a:pt x="96" y="8"/>
                  </a:lnTo>
                  <a:lnTo>
                    <a:pt x="88" y="8"/>
                  </a:lnTo>
                  <a:lnTo>
                    <a:pt x="80" y="8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8"/>
                  </a:lnTo>
                  <a:lnTo>
                    <a:pt x="8" y="16"/>
                  </a:lnTo>
                  <a:lnTo>
                    <a:pt x="8" y="32"/>
                  </a:lnTo>
                  <a:lnTo>
                    <a:pt x="0" y="48"/>
                  </a:lnTo>
                  <a:lnTo>
                    <a:pt x="8" y="72"/>
                  </a:lnTo>
                  <a:lnTo>
                    <a:pt x="48" y="96"/>
                  </a:lnTo>
                  <a:lnTo>
                    <a:pt x="48" y="104"/>
                  </a:lnTo>
                  <a:lnTo>
                    <a:pt x="72" y="120"/>
                  </a:lnTo>
                  <a:lnTo>
                    <a:pt x="72" y="112"/>
                  </a:lnTo>
                  <a:lnTo>
                    <a:pt x="88" y="88"/>
                  </a:lnTo>
                  <a:lnTo>
                    <a:pt x="104" y="80"/>
                  </a:lnTo>
                  <a:lnTo>
                    <a:pt x="96" y="64"/>
                  </a:lnTo>
                  <a:lnTo>
                    <a:pt x="96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6" name="Freeform 747"/>
            <p:cNvSpPr>
              <a:spLocks/>
            </p:cNvSpPr>
            <p:nvPr/>
          </p:nvSpPr>
          <p:spPr bwMode="auto">
            <a:xfrm>
              <a:off x="4891664" y="3840416"/>
              <a:ext cx="128304" cy="129401"/>
            </a:xfrm>
            <a:custGeom>
              <a:avLst/>
              <a:gdLst>
                <a:gd name="T0" fmla="*/ 2147483647 w 96"/>
                <a:gd name="T1" fmla="*/ 2147483647 h 96"/>
                <a:gd name="T2" fmla="*/ 2147483647 w 96"/>
                <a:gd name="T3" fmla="*/ 2147483647 h 96"/>
                <a:gd name="T4" fmla="*/ 2147483647 w 96"/>
                <a:gd name="T5" fmla="*/ 2147483647 h 96"/>
                <a:gd name="T6" fmla="*/ 0 w 96"/>
                <a:gd name="T7" fmla="*/ 2147483647 h 96"/>
                <a:gd name="T8" fmla="*/ 2147483647 w 96"/>
                <a:gd name="T9" fmla="*/ 2147483647 h 96"/>
                <a:gd name="T10" fmla="*/ 2147483647 w 96"/>
                <a:gd name="T11" fmla="*/ 2147483647 h 96"/>
                <a:gd name="T12" fmla="*/ 2147483647 w 96"/>
                <a:gd name="T13" fmla="*/ 2147483647 h 96"/>
                <a:gd name="T14" fmla="*/ 2147483647 w 96"/>
                <a:gd name="T15" fmla="*/ 2147483647 h 96"/>
                <a:gd name="T16" fmla="*/ 2147483647 w 96"/>
                <a:gd name="T17" fmla="*/ 2147483647 h 96"/>
                <a:gd name="T18" fmla="*/ 2147483647 w 96"/>
                <a:gd name="T19" fmla="*/ 2147483647 h 96"/>
                <a:gd name="T20" fmla="*/ 2147483647 w 96"/>
                <a:gd name="T21" fmla="*/ 2147483647 h 96"/>
                <a:gd name="T22" fmla="*/ 2147483647 w 96"/>
                <a:gd name="T23" fmla="*/ 2147483647 h 96"/>
                <a:gd name="T24" fmla="*/ 2147483647 w 96"/>
                <a:gd name="T25" fmla="*/ 2147483647 h 96"/>
                <a:gd name="T26" fmla="*/ 2147483647 w 96"/>
                <a:gd name="T27" fmla="*/ 2147483647 h 96"/>
                <a:gd name="T28" fmla="*/ 2147483647 w 96"/>
                <a:gd name="T29" fmla="*/ 2147483647 h 96"/>
                <a:gd name="T30" fmla="*/ 2147483647 w 96"/>
                <a:gd name="T31" fmla="*/ 0 h 96"/>
                <a:gd name="T32" fmla="*/ 2147483647 w 96"/>
                <a:gd name="T33" fmla="*/ 2147483647 h 96"/>
                <a:gd name="T34" fmla="*/ 2147483647 w 96"/>
                <a:gd name="T35" fmla="*/ 2147483647 h 9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96"/>
                <a:gd name="T55" fmla="*/ 0 h 96"/>
                <a:gd name="T56" fmla="*/ 96 w 96"/>
                <a:gd name="T57" fmla="*/ 96 h 9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96" h="96">
                  <a:moveTo>
                    <a:pt x="40" y="24"/>
                  </a:moveTo>
                  <a:lnTo>
                    <a:pt x="24" y="32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16" y="48"/>
                  </a:lnTo>
                  <a:lnTo>
                    <a:pt x="24" y="64"/>
                  </a:lnTo>
                  <a:lnTo>
                    <a:pt x="32" y="64"/>
                  </a:lnTo>
                  <a:lnTo>
                    <a:pt x="40" y="80"/>
                  </a:lnTo>
                  <a:lnTo>
                    <a:pt x="56" y="88"/>
                  </a:lnTo>
                  <a:lnTo>
                    <a:pt x="80" y="96"/>
                  </a:lnTo>
                  <a:lnTo>
                    <a:pt x="88" y="80"/>
                  </a:lnTo>
                  <a:lnTo>
                    <a:pt x="96" y="48"/>
                  </a:lnTo>
                  <a:lnTo>
                    <a:pt x="96" y="32"/>
                  </a:lnTo>
                  <a:lnTo>
                    <a:pt x="96" y="16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7" name="Freeform 748"/>
            <p:cNvSpPr>
              <a:spLocks/>
            </p:cNvSpPr>
            <p:nvPr/>
          </p:nvSpPr>
          <p:spPr bwMode="auto">
            <a:xfrm>
              <a:off x="4848896" y="3508141"/>
              <a:ext cx="224806" cy="375043"/>
            </a:xfrm>
            <a:custGeom>
              <a:avLst/>
              <a:gdLst>
                <a:gd name="T0" fmla="*/ 2147483647 w 168"/>
                <a:gd name="T1" fmla="*/ 2147483647 h 280"/>
                <a:gd name="T2" fmla="*/ 2147483647 w 168"/>
                <a:gd name="T3" fmla="*/ 2147483647 h 280"/>
                <a:gd name="T4" fmla="*/ 2147483647 w 168"/>
                <a:gd name="T5" fmla="*/ 2147483647 h 280"/>
                <a:gd name="T6" fmla="*/ 2147483647 w 168"/>
                <a:gd name="T7" fmla="*/ 2147483647 h 280"/>
                <a:gd name="T8" fmla="*/ 2147483647 w 168"/>
                <a:gd name="T9" fmla="*/ 2147483647 h 280"/>
                <a:gd name="T10" fmla="*/ 2147483647 w 168"/>
                <a:gd name="T11" fmla="*/ 2147483647 h 280"/>
                <a:gd name="T12" fmla="*/ 2147483647 w 168"/>
                <a:gd name="T13" fmla="*/ 2147483647 h 280"/>
                <a:gd name="T14" fmla="*/ 2147483647 w 168"/>
                <a:gd name="T15" fmla="*/ 2147483647 h 280"/>
                <a:gd name="T16" fmla="*/ 2147483647 w 168"/>
                <a:gd name="T17" fmla="*/ 2147483647 h 280"/>
                <a:gd name="T18" fmla="*/ 2147483647 w 168"/>
                <a:gd name="T19" fmla="*/ 2147483647 h 280"/>
                <a:gd name="T20" fmla="*/ 2147483647 w 168"/>
                <a:gd name="T21" fmla="*/ 2147483647 h 280"/>
                <a:gd name="T22" fmla="*/ 2147483647 w 168"/>
                <a:gd name="T23" fmla="*/ 2147483647 h 280"/>
                <a:gd name="T24" fmla="*/ 2147483647 w 168"/>
                <a:gd name="T25" fmla="*/ 2147483647 h 280"/>
                <a:gd name="T26" fmla="*/ 2147483647 w 168"/>
                <a:gd name="T27" fmla="*/ 2147483647 h 280"/>
                <a:gd name="T28" fmla="*/ 2147483647 w 168"/>
                <a:gd name="T29" fmla="*/ 2147483647 h 280"/>
                <a:gd name="T30" fmla="*/ 0 w 168"/>
                <a:gd name="T31" fmla="*/ 2147483647 h 280"/>
                <a:gd name="T32" fmla="*/ 0 w 168"/>
                <a:gd name="T33" fmla="*/ 2147483647 h 280"/>
                <a:gd name="T34" fmla="*/ 2147483647 w 168"/>
                <a:gd name="T35" fmla="*/ 2147483647 h 280"/>
                <a:gd name="T36" fmla="*/ 2147483647 w 168"/>
                <a:gd name="T37" fmla="*/ 2147483647 h 280"/>
                <a:gd name="T38" fmla="*/ 2147483647 w 168"/>
                <a:gd name="T39" fmla="*/ 2147483647 h 280"/>
                <a:gd name="T40" fmla="*/ 2147483647 w 168"/>
                <a:gd name="T41" fmla="*/ 2147483647 h 280"/>
                <a:gd name="T42" fmla="*/ 2147483647 w 168"/>
                <a:gd name="T43" fmla="*/ 2147483647 h 280"/>
                <a:gd name="T44" fmla="*/ 2147483647 w 168"/>
                <a:gd name="T45" fmla="*/ 2147483647 h 280"/>
                <a:gd name="T46" fmla="*/ 2147483647 w 168"/>
                <a:gd name="T47" fmla="*/ 2147483647 h 280"/>
                <a:gd name="T48" fmla="*/ 2147483647 w 168"/>
                <a:gd name="T49" fmla="*/ 2147483647 h 280"/>
                <a:gd name="T50" fmla="*/ 2147483647 w 168"/>
                <a:gd name="T51" fmla="*/ 2147483647 h 280"/>
                <a:gd name="T52" fmla="*/ 2147483647 w 168"/>
                <a:gd name="T53" fmla="*/ 2147483647 h 280"/>
                <a:gd name="T54" fmla="*/ 2147483647 w 168"/>
                <a:gd name="T55" fmla="*/ 2147483647 h 280"/>
                <a:gd name="T56" fmla="*/ 2147483647 w 168"/>
                <a:gd name="T57" fmla="*/ 2147483647 h 280"/>
                <a:gd name="T58" fmla="*/ 2147483647 w 168"/>
                <a:gd name="T59" fmla="*/ 2147483647 h 280"/>
                <a:gd name="T60" fmla="*/ 2147483647 w 168"/>
                <a:gd name="T61" fmla="*/ 2147483647 h 280"/>
                <a:gd name="T62" fmla="*/ 2147483647 w 168"/>
                <a:gd name="T63" fmla="*/ 2147483647 h 280"/>
                <a:gd name="T64" fmla="*/ 2147483647 w 168"/>
                <a:gd name="T65" fmla="*/ 2147483647 h 280"/>
                <a:gd name="T66" fmla="*/ 2147483647 w 168"/>
                <a:gd name="T67" fmla="*/ 2147483647 h 280"/>
                <a:gd name="T68" fmla="*/ 2147483647 w 168"/>
                <a:gd name="T69" fmla="*/ 2147483647 h 280"/>
                <a:gd name="T70" fmla="*/ 2147483647 w 168"/>
                <a:gd name="T71" fmla="*/ 2147483647 h 280"/>
                <a:gd name="T72" fmla="*/ 2147483647 w 168"/>
                <a:gd name="T73" fmla="*/ 2147483647 h 280"/>
                <a:gd name="T74" fmla="*/ 2147483647 w 168"/>
                <a:gd name="T75" fmla="*/ 2147483647 h 280"/>
                <a:gd name="T76" fmla="*/ 2147483647 w 168"/>
                <a:gd name="T77" fmla="*/ 2147483647 h 280"/>
                <a:gd name="T78" fmla="*/ 2147483647 w 168"/>
                <a:gd name="T79" fmla="*/ 2147483647 h 280"/>
                <a:gd name="T80" fmla="*/ 2147483647 w 168"/>
                <a:gd name="T81" fmla="*/ 2147483647 h 280"/>
                <a:gd name="T82" fmla="*/ 2147483647 w 168"/>
                <a:gd name="T83" fmla="*/ 2147483647 h 280"/>
                <a:gd name="T84" fmla="*/ 2147483647 w 168"/>
                <a:gd name="T85" fmla="*/ 2147483647 h 280"/>
                <a:gd name="T86" fmla="*/ 2147483647 w 168"/>
                <a:gd name="T87" fmla="*/ 2147483647 h 280"/>
                <a:gd name="T88" fmla="*/ 2147483647 w 168"/>
                <a:gd name="T89" fmla="*/ 2147483647 h 280"/>
                <a:gd name="T90" fmla="*/ 2147483647 w 168"/>
                <a:gd name="T91" fmla="*/ 2147483647 h 280"/>
                <a:gd name="T92" fmla="*/ 2147483647 w 168"/>
                <a:gd name="T93" fmla="*/ 2147483647 h 280"/>
                <a:gd name="T94" fmla="*/ 2147483647 w 168"/>
                <a:gd name="T95" fmla="*/ 2147483647 h 280"/>
                <a:gd name="T96" fmla="*/ 2147483647 w 168"/>
                <a:gd name="T97" fmla="*/ 2147483647 h 280"/>
                <a:gd name="T98" fmla="*/ 2147483647 w 168"/>
                <a:gd name="T99" fmla="*/ 2147483647 h 280"/>
                <a:gd name="T100" fmla="*/ 2147483647 w 168"/>
                <a:gd name="T101" fmla="*/ 2147483647 h 280"/>
                <a:gd name="T102" fmla="*/ 2147483647 w 168"/>
                <a:gd name="T103" fmla="*/ 2147483647 h 280"/>
                <a:gd name="T104" fmla="*/ 2147483647 w 168"/>
                <a:gd name="T105" fmla="*/ 0 h 280"/>
                <a:gd name="T106" fmla="*/ 2147483647 w 168"/>
                <a:gd name="T107" fmla="*/ 0 h 280"/>
                <a:gd name="T108" fmla="*/ 2147483647 w 168"/>
                <a:gd name="T109" fmla="*/ 2147483647 h 280"/>
                <a:gd name="T110" fmla="*/ 2147483647 w 168"/>
                <a:gd name="T111" fmla="*/ 0 h 280"/>
                <a:gd name="T112" fmla="*/ 2147483647 w 168"/>
                <a:gd name="T113" fmla="*/ 2147483647 h 28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68"/>
                <a:gd name="T172" fmla="*/ 0 h 280"/>
                <a:gd name="T173" fmla="*/ 168 w 168"/>
                <a:gd name="T174" fmla="*/ 280 h 280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68" h="280">
                  <a:moveTo>
                    <a:pt x="104" y="24"/>
                  </a:moveTo>
                  <a:lnTo>
                    <a:pt x="88" y="56"/>
                  </a:lnTo>
                  <a:lnTo>
                    <a:pt x="80" y="80"/>
                  </a:lnTo>
                  <a:lnTo>
                    <a:pt x="88" y="104"/>
                  </a:lnTo>
                  <a:lnTo>
                    <a:pt x="88" y="128"/>
                  </a:lnTo>
                  <a:lnTo>
                    <a:pt x="96" y="152"/>
                  </a:lnTo>
                  <a:lnTo>
                    <a:pt x="88" y="160"/>
                  </a:lnTo>
                  <a:lnTo>
                    <a:pt x="80" y="184"/>
                  </a:lnTo>
                  <a:lnTo>
                    <a:pt x="80" y="192"/>
                  </a:lnTo>
                  <a:lnTo>
                    <a:pt x="88" y="208"/>
                  </a:lnTo>
                  <a:lnTo>
                    <a:pt x="88" y="216"/>
                  </a:lnTo>
                  <a:lnTo>
                    <a:pt x="64" y="208"/>
                  </a:lnTo>
                  <a:lnTo>
                    <a:pt x="40" y="192"/>
                  </a:lnTo>
                  <a:lnTo>
                    <a:pt x="24" y="192"/>
                  </a:lnTo>
                  <a:lnTo>
                    <a:pt x="24" y="208"/>
                  </a:lnTo>
                  <a:lnTo>
                    <a:pt x="0" y="216"/>
                  </a:lnTo>
                  <a:lnTo>
                    <a:pt x="0" y="256"/>
                  </a:lnTo>
                  <a:lnTo>
                    <a:pt x="8" y="272"/>
                  </a:lnTo>
                  <a:lnTo>
                    <a:pt x="24" y="272"/>
                  </a:lnTo>
                  <a:lnTo>
                    <a:pt x="32" y="280"/>
                  </a:lnTo>
                  <a:lnTo>
                    <a:pt x="24" y="280"/>
                  </a:lnTo>
                  <a:lnTo>
                    <a:pt x="32" y="280"/>
                  </a:lnTo>
                  <a:lnTo>
                    <a:pt x="40" y="280"/>
                  </a:lnTo>
                  <a:lnTo>
                    <a:pt x="56" y="280"/>
                  </a:lnTo>
                  <a:lnTo>
                    <a:pt x="72" y="272"/>
                  </a:lnTo>
                  <a:lnTo>
                    <a:pt x="88" y="256"/>
                  </a:lnTo>
                  <a:lnTo>
                    <a:pt x="96" y="248"/>
                  </a:lnTo>
                  <a:lnTo>
                    <a:pt x="128" y="232"/>
                  </a:lnTo>
                  <a:lnTo>
                    <a:pt x="144" y="240"/>
                  </a:lnTo>
                  <a:lnTo>
                    <a:pt x="152" y="248"/>
                  </a:lnTo>
                  <a:lnTo>
                    <a:pt x="160" y="256"/>
                  </a:lnTo>
                  <a:lnTo>
                    <a:pt x="168" y="248"/>
                  </a:lnTo>
                  <a:lnTo>
                    <a:pt x="168" y="240"/>
                  </a:lnTo>
                  <a:lnTo>
                    <a:pt x="160" y="216"/>
                  </a:lnTo>
                  <a:lnTo>
                    <a:pt x="160" y="200"/>
                  </a:lnTo>
                  <a:lnTo>
                    <a:pt x="152" y="176"/>
                  </a:lnTo>
                  <a:lnTo>
                    <a:pt x="152" y="168"/>
                  </a:lnTo>
                  <a:lnTo>
                    <a:pt x="128" y="168"/>
                  </a:lnTo>
                  <a:lnTo>
                    <a:pt x="112" y="160"/>
                  </a:lnTo>
                  <a:lnTo>
                    <a:pt x="104" y="136"/>
                  </a:lnTo>
                  <a:lnTo>
                    <a:pt x="96" y="104"/>
                  </a:lnTo>
                  <a:lnTo>
                    <a:pt x="104" y="96"/>
                  </a:lnTo>
                  <a:lnTo>
                    <a:pt x="96" y="64"/>
                  </a:lnTo>
                  <a:lnTo>
                    <a:pt x="120" y="64"/>
                  </a:lnTo>
                  <a:lnTo>
                    <a:pt x="128" y="80"/>
                  </a:lnTo>
                  <a:lnTo>
                    <a:pt x="144" y="80"/>
                  </a:lnTo>
                  <a:lnTo>
                    <a:pt x="144" y="72"/>
                  </a:lnTo>
                  <a:lnTo>
                    <a:pt x="144" y="64"/>
                  </a:lnTo>
                  <a:lnTo>
                    <a:pt x="152" y="64"/>
                  </a:lnTo>
                  <a:lnTo>
                    <a:pt x="144" y="40"/>
                  </a:lnTo>
                  <a:lnTo>
                    <a:pt x="152" y="24"/>
                  </a:lnTo>
                  <a:lnTo>
                    <a:pt x="152" y="8"/>
                  </a:lnTo>
                  <a:lnTo>
                    <a:pt x="144" y="0"/>
                  </a:lnTo>
                  <a:lnTo>
                    <a:pt x="136" y="0"/>
                  </a:lnTo>
                  <a:lnTo>
                    <a:pt x="112" y="8"/>
                  </a:lnTo>
                  <a:lnTo>
                    <a:pt x="104" y="0"/>
                  </a:lnTo>
                  <a:lnTo>
                    <a:pt x="104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8" name="Freeform 749"/>
            <p:cNvSpPr>
              <a:spLocks/>
            </p:cNvSpPr>
            <p:nvPr/>
          </p:nvSpPr>
          <p:spPr bwMode="auto">
            <a:xfrm>
              <a:off x="4386124" y="3315136"/>
              <a:ext cx="128304" cy="96502"/>
            </a:xfrm>
            <a:custGeom>
              <a:avLst/>
              <a:gdLst>
                <a:gd name="T0" fmla="*/ 2147483647 w 96"/>
                <a:gd name="T1" fmla="*/ 2147483647 h 72"/>
                <a:gd name="T2" fmla="*/ 2147483647 w 96"/>
                <a:gd name="T3" fmla="*/ 2147483647 h 72"/>
                <a:gd name="T4" fmla="*/ 2147483647 w 96"/>
                <a:gd name="T5" fmla="*/ 2147483647 h 72"/>
                <a:gd name="T6" fmla="*/ 2147483647 w 96"/>
                <a:gd name="T7" fmla="*/ 2147483647 h 72"/>
                <a:gd name="T8" fmla="*/ 2147483647 w 96"/>
                <a:gd name="T9" fmla="*/ 2147483647 h 72"/>
                <a:gd name="T10" fmla="*/ 2147483647 w 96"/>
                <a:gd name="T11" fmla="*/ 2147483647 h 72"/>
                <a:gd name="T12" fmla="*/ 2147483647 w 96"/>
                <a:gd name="T13" fmla="*/ 0 h 72"/>
                <a:gd name="T14" fmla="*/ 2147483647 w 96"/>
                <a:gd name="T15" fmla="*/ 0 h 72"/>
                <a:gd name="T16" fmla="*/ 2147483647 w 96"/>
                <a:gd name="T17" fmla="*/ 2147483647 h 72"/>
                <a:gd name="T18" fmla="*/ 2147483647 w 96"/>
                <a:gd name="T19" fmla="*/ 2147483647 h 72"/>
                <a:gd name="T20" fmla="*/ 0 w 96"/>
                <a:gd name="T21" fmla="*/ 2147483647 h 72"/>
                <a:gd name="T22" fmla="*/ 0 w 96"/>
                <a:gd name="T23" fmla="*/ 2147483647 h 72"/>
                <a:gd name="T24" fmla="*/ 0 w 96"/>
                <a:gd name="T25" fmla="*/ 2147483647 h 72"/>
                <a:gd name="T26" fmla="*/ 0 w 96"/>
                <a:gd name="T27" fmla="*/ 2147483647 h 72"/>
                <a:gd name="T28" fmla="*/ 2147483647 w 96"/>
                <a:gd name="T29" fmla="*/ 2147483647 h 72"/>
                <a:gd name="T30" fmla="*/ 2147483647 w 96"/>
                <a:gd name="T31" fmla="*/ 2147483647 h 72"/>
                <a:gd name="T32" fmla="*/ 2147483647 w 96"/>
                <a:gd name="T33" fmla="*/ 2147483647 h 72"/>
                <a:gd name="T34" fmla="*/ 2147483647 w 96"/>
                <a:gd name="T35" fmla="*/ 2147483647 h 72"/>
                <a:gd name="T36" fmla="*/ 2147483647 w 96"/>
                <a:gd name="T37" fmla="*/ 2147483647 h 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96"/>
                <a:gd name="T58" fmla="*/ 0 h 72"/>
                <a:gd name="T59" fmla="*/ 96 w 96"/>
                <a:gd name="T60" fmla="*/ 72 h 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96" h="72">
                  <a:moveTo>
                    <a:pt x="72" y="56"/>
                  </a:moveTo>
                  <a:lnTo>
                    <a:pt x="80" y="56"/>
                  </a:lnTo>
                  <a:lnTo>
                    <a:pt x="88" y="40"/>
                  </a:lnTo>
                  <a:lnTo>
                    <a:pt x="96" y="32"/>
                  </a:lnTo>
                  <a:lnTo>
                    <a:pt x="88" y="32"/>
                  </a:lnTo>
                  <a:lnTo>
                    <a:pt x="72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16" y="32"/>
                  </a:lnTo>
                  <a:lnTo>
                    <a:pt x="0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24" y="72"/>
                  </a:lnTo>
                  <a:lnTo>
                    <a:pt x="24" y="56"/>
                  </a:lnTo>
                  <a:lnTo>
                    <a:pt x="48" y="56"/>
                  </a:lnTo>
                  <a:lnTo>
                    <a:pt x="64" y="56"/>
                  </a:lnTo>
                  <a:lnTo>
                    <a:pt x="72" y="5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9" name="Freeform 750"/>
            <p:cNvSpPr>
              <a:spLocks/>
            </p:cNvSpPr>
            <p:nvPr/>
          </p:nvSpPr>
          <p:spPr bwMode="auto">
            <a:xfrm>
              <a:off x="4797355" y="3883183"/>
              <a:ext cx="160106" cy="161203"/>
            </a:xfrm>
            <a:custGeom>
              <a:avLst/>
              <a:gdLst>
                <a:gd name="T0" fmla="*/ 2147483647 w 120"/>
                <a:gd name="T1" fmla="*/ 2147483647 h 120"/>
                <a:gd name="T2" fmla="*/ 2147483647 w 120"/>
                <a:gd name="T3" fmla="*/ 2147483647 h 120"/>
                <a:gd name="T4" fmla="*/ 2147483647 w 120"/>
                <a:gd name="T5" fmla="*/ 2147483647 h 120"/>
                <a:gd name="T6" fmla="*/ 2147483647 w 120"/>
                <a:gd name="T7" fmla="*/ 0 h 120"/>
                <a:gd name="T8" fmla="*/ 2147483647 w 120"/>
                <a:gd name="T9" fmla="*/ 0 h 120"/>
                <a:gd name="T10" fmla="*/ 2147483647 w 120"/>
                <a:gd name="T11" fmla="*/ 2147483647 h 120"/>
                <a:gd name="T12" fmla="*/ 2147483647 w 120"/>
                <a:gd name="T13" fmla="*/ 0 h 120"/>
                <a:gd name="T14" fmla="*/ 2147483647 w 120"/>
                <a:gd name="T15" fmla="*/ 0 h 120"/>
                <a:gd name="T16" fmla="*/ 2147483647 w 120"/>
                <a:gd name="T17" fmla="*/ 0 h 120"/>
                <a:gd name="T18" fmla="*/ 2147483647 w 120"/>
                <a:gd name="T19" fmla="*/ 2147483647 h 120"/>
                <a:gd name="T20" fmla="*/ 2147483647 w 120"/>
                <a:gd name="T21" fmla="*/ 2147483647 h 120"/>
                <a:gd name="T22" fmla="*/ 0 w 120"/>
                <a:gd name="T23" fmla="*/ 2147483647 h 120"/>
                <a:gd name="T24" fmla="*/ 0 w 120"/>
                <a:gd name="T25" fmla="*/ 2147483647 h 120"/>
                <a:gd name="T26" fmla="*/ 2147483647 w 120"/>
                <a:gd name="T27" fmla="*/ 2147483647 h 120"/>
                <a:gd name="T28" fmla="*/ 2147483647 w 120"/>
                <a:gd name="T29" fmla="*/ 2147483647 h 120"/>
                <a:gd name="T30" fmla="*/ 2147483647 w 120"/>
                <a:gd name="T31" fmla="*/ 2147483647 h 120"/>
                <a:gd name="T32" fmla="*/ 2147483647 w 120"/>
                <a:gd name="T33" fmla="*/ 2147483647 h 120"/>
                <a:gd name="T34" fmla="*/ 2147483647 w 120"/>
                <a:gd name="T35" fmla="*/ 2147483647 h 120"/>
                <a:gd name="T36" fmla="*/ 2147483647 w 120"/>
                <a:gd name="T37" fmla="*/ 2147483647 h 120"/>
                <a:gd name="T38" fmla="*/ 2147483647 w 120"/>
                <a:gd name="T39" fmla="*/ 2147483647 h 120"/>
                <a:gd name="T40" fmla="*/ 2147483647 w 120"/>
                <a:gd name="T41" fmla="*/ 2147483647 h 120"/>
                <a:gd name="T42" fmla="*/ 2147483647 w 120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0"/>
                <a:gd name="T67" fmla="*/ 0 h 120"/>
                <a:gd name="T68" fmla="*/ 120 w 120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0" h="120">
                  <a:moveTo>
                    <a:pt x="96" y="32"/>
                  </a:moveTo>
                  <a:lnTo>
                    <a:pt x="88" y="32"/>
                  </a:lnTo>
                  <a:lnTo>
                    <a:pt x="80" y="16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16" y="8"/>
                  </a:lnTo>
                  <a:lnTo>
                    <a:pt x="8" y="56"/>
                  </a:lnTo>
                  <a:lnTo>
                    <a:pt x="0" y="56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16" y="120"/>
                  </a:lnTo>
                  <a:lnTo>
                    <a:pt x="24" y="120"/>
                  </a:lnTo>
                  <a:lnTo>
                    <a:pt x="48" y="104"/>
                  </a:lnTo>
                  <a:lnTo>
                    <a:pt x="64" y="104"/>
                  </a:lnTo>
                  <a:lnTo>
                    <a:pt x="96" y="80"/>
                  </a:lnTo>
                  <a:lnTo>
                    <a:pt x="120" y="56"/>
                  </a:lnTo>
                  <a:lnTo>
                    <a:pt x="104" y="48"/>
                  </a:lnTo>
                  <a:lnTo>
                    <a:pt x="96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0" name="Freeform 751"/>
            <p:cNvSpPr>
              <a:spLocks/>
            </p:cNvSpPr>
            <p:nvPr/>
          </p:nvSpPr>
          <p:spPr bwMode="auto">
            <a:xfrm>
              <a:off x="4386124" y="3315136"/>
              <a:ext cx="128304" cy="96502"/>
            </a:xfrm>
            <a:custGeom>
              <a:avLst/>
              <a:gdLst>
                <a:gd name="T0" fmla="*/ 2147483647 w 96"/>
                <a:gd name="T1" fmla="*/ 2147483647 h 72"/>
                <a:gd name="T2" fmla="*/ 2147483647 w 96"/>
                <a:gd name="T3" fmla="*/ 2147483647 h 72"/>
                <a:gd name="T4" fmla="*/ 2147483647 w 96"/>
                <a:gd name="T5" fmla="*/ 2147483647 h 72"/>
                <a:gd name="T6" fmla="*/ 2147483647 w 96"/>
                <a:gd name="T7" fmla="*/ 2147483647 h 72"/>
                <a:gd name="T8" fmla="*/ 2147483647 w 96"/>
                <a:gd name="T9" fmla="*/ 2147483647 h 72"/>
                <a:gd name="T10" fmla="*/ 2147483647 w 96"/>
                <a:gd name="T11" fmla="*/ 2147483647 h 72"/>
                <a:gd name="T12" fmla="*/ 2147483647 w 96"/>
                <a:gd name="T13" fmla="*/ 0 h 72"/>
                <a:gd name="T14" fmla="*/ 2147483647 w 96"/>
                <a:gd name="T15" fmla="*/ 0 h 72"/>
                <a:gd name="T16" fmla="*/ 2147483647 w 96"/>
                <a:gd name="T17" fmla="*/ 2147483647 h 72"/>
                <a:gd name="T18" fmla="*/ 2147483647 w 96"/>
                <a:gd name="T19" fmla="*/ 2147483647 h 72"/>
                <a:gd name="T20" fmla="*/ 0 w 96"/>
                <a:gd name="T21" fmla="*/ 2147483647 h 72"/>
                <a:gd name="T22" fmla="*/ 0 w 96"/>
                <a:gd name="T23" fmla="*/ 2147483647 h 72"/>
                <a:gd name="T24" fmla="*/ 0 w 96"/>
                <a:gd name="T25" fmla="*/ 2147483647 h 72"/>
                <a:gd name="T26" fmla="*/ 0 w 96"/>
                <a:gd name="T27" fmla="*/ 2147483647 h 72"/>
                <a:gd name="T28" fmla="*/ 2147483647 w 96"/>
                <a:gd name="T29" fmla="*/ 2147483647 h 72"/>
                <a:gd name="T30" fmla="*/ 2147483647 w 96"/>
                <a:gd name="T31" fmla="*/ 2147483647 h 72"/>
                <a:gd name="T32" fmla="*/ 2147483647 w 96"/>
                <a:gd name="T33" fmla="*/ 2147483647 h 72"/>
                <a:gd name="T34" fmla="*/ 2147483647 w 96"/>
                <a:gd name="T35" fmla="*/ 2147483647 h 72"/>
                <a:gd name="T36" fmla="*/ 2147483647 w 96"/>
                <a:gd name="T37" fmla="*/ 2147483647 h 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96"/>
                <a:gd name="T58" fmla="*/ 0 h 72"/>
                <a:gd name="T59" fmla="*/ 96 w 96"/>
                <a:gd name="T60" fmla="*/ 72 h 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96" h="72">
                  <a:moveTo>
                    <a:pt x="72" y="56"/>
                  </a:moveTo>
                  <a:lnTo>
                    <a:pt x="80" y="56"/>
                  </a:lnTo>
                  <a:lnTo>
                    <a:pt x="88" y="40"/>
                  </a:lnTo>
                  <a:lnTo>
                    <a:pt x="96" y="32"/>
                  </a:lnTo>
                  <a:lnTo>
                    <a:pt x="88" y="32"/>
                  </a:lnTo>
                  <a:lnTo>
                    <a:pt x="72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16" y="32"/>
                  </a:lnTo>
                  <a:lnTo>
                    <a:pt x="0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24" y="72"/>
                  </a:lnTo>
                  <a:lnTo>
                    <a:pt x="24" y="56"/>
                  </a:lnTo>
                  <a:lnTo>
                    <a:pt x="48" y="56"/>
                  </a:lnTo>
                  <a:lnTo>
                    <a:pt x="64" y="56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1" name="Freeform 752"/>
            <p:cNvSpPr>
              <a:spLocks/>
            </p:cNvSpPr>
            <p:nvPr/>
          </p:nvSpPr>
          <p:spPr bwMode="auto">
            <a:xfrm>
              <a:off x="4386124" y="3315136"/>
              <a:ext cx="128304" cy="96502"/>
            </a:xfrm>
            <a:custGeom>
              <a:avLst/>
              <a:gdLst>
                <a:gd name="T0" fmla="*/ 2147483647 w 96"/>
                <a:gd name="T1" fmla="*/ 2147483647 h 72"/>
                <a:gd name="T2" fmla="*/ 2147483647 w 96"/>
                <a:gd name="T3" fmla="*/ 2147483647 h 72"/>
                <a:gd name="T4" fmla="*/ 2147483647 w 96"/>
                <a:gd name="T5" fmla="*/ 2147483647 h 72"/>
                <a:gd name="T6" fmla="*/ 2147483647 w 96"/>
                <a:gd name="T7" fmla="*/ 2147483647 h 72"/>
                <a:gd name="T8" fmla="*/ 2147483647 w 96"/>
                <a:gd name="T9" fmla="*/ 2147483647 h 72"/>
                <a:gd name="T10" fmla="*/ 2147483647 w 96"/>
                <a:gd name="T11" fmla="*/ 2147483647 h 72"/>
                <a:gd name="T12" fmla="*/ 2147483647 w 96"/>
                <a:gd name="T13" fmla="*/ 0 h 72"/>
                <a:gd name="T14" fmla="*/ 2147483647 w 96"/>
                <a:gd name="T15" fmla="*/ 0 h 72"/>
                <a:gd name="T16" fmla="*/ 2147483647 w 96"/>
                <a:gd name="T17" fmla="*/ 2147483647 h 72"/>
                <a:gd name="T18" fmla="*/ 2147483647 w 96"/>
                <a:gd name="T19" fmla="*/ 2147483647 h 72"/>
                <a:gd name="T20" fmla="*/ 0 w 96"/>
                <a:gd name="T21" fmla="*/ 2147483647 h 72"/>
                <a:gd name="T22" fmla="*/ 0 w 96"/>
                <a:gd name="T23" fmla="*/ 2147483647 h 72"/>
                <a:gd name="T24" fmla="*/ 0 w 96"/>
                <a:gd name="T25" fmla="*/ 2147483647 h 72"/>
                <a:gd name="T26" fmla="*/ 0 w 96"/>
                <a:gd name="T27" fmla="*/ 2147483647 h 72"/>
                <a:gd name="T28" fmla="*/ 2147483647 w 96"/>
                <a:gd name="T29" fmla="*/ 2147483647 h 72"/>
                <a:gd name="T30" fmla="*/ 2147483647 w 96"/>
                <a:gd name="T31" fmla="*/ 2147483647 h 72"/>
                <a:gd name="T32" fmla="*/ 2147483647 w 96"/>
                <a:gd name="T33" fmla="*/ 2147483647 h 72"/>
                <a:gd name="T34" fmla="*/ 2147483647 w 96"/>
                <a:gd name="T35" fmla="*/ 2147483647 h 72"/>
                <a:gd name="T36" fmla="*/ 2147483647 w 96"/>
                <a:gd name="T37" fmla="*/ 2147483647 h 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96"/>
                <a:gd name="T58" fmla="*/ 0 h 72"/>
                <a:gd name="T59" fmla="*/ 96 w 96"/>
                <a:gd name="T60" fmla="*/ 72 h 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96" h="72">
                  <a:moveTo>
                    <a:pt x="72" y="56"/>
                  </a:moveTo>
                  <a:lnTo>
                    <a:pt x="80" y="56"/>
                  </a:lnTo>
                  <a:lnTo>
                    <a:pt x="88" y="40"/>
                  </a:lnTo>
                  <a:lnTo>
                    <a:pt x="96" y="32"/>
                  </a:lnTo>
                  <a:lnTo>
                    <a:pt x="88" y="32"/>
                  </a:lnTo>
                  <a:lnTo>
                    <a:pt x="72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16" y="32"/>
                  </a:lnTo>
                  <a:lnTo>
                    <a:pt x="0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24" y="72"/>
                  </a:lnTo>
                  <a:lnTo>
                    <a:pt x="24" y="56"/>
                  </a:lnTo>
                  <a:lnTo>
                    <a:pt x="48" y="56"/>
                  </a:lnTo>
                  <a:lnTo>
                    <a:pt x="64" y="56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2" name="Freeform 753"/>
            <p:cNvSpPr>
              <a:spLocks/>
            </p:cNvSpPr>
            <p:nvPr/>
          </p:nvSpPr>
          <p:spPr bwMode="auto">
            <a:xfrm>
              <a:off x="4471660" y="3389706"/>
              <a:ext cx="10966" cy="1097"/>
            </a:xfrm>
            <a:custGeom>
              <a:avLst/>
              <a:gdLst>
                <a:gd name="T0" fmla="*/ 0 w 8"/>
                <a:gd name="T1" fmla="*/ 0 h 1943"/>
                <a:gd name="T2" fmla="*/ 2147483647 w 8"/>
                <a:gd name="T3" fmla="*/ 0 h 1943"/>
                <a:gd name="T4" fmla="*/ 0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3" name="Freeform 754"/>
            <p:cNvSpPr>
              <a:spLocks/>
            </p:cNvSpPr>
            <p:nvPr/>
          </p:nvSpPr>
          <p:spPr bwMode="auto">
            <a:xfrm>
              <a:off x="4471660" y="3389706"/>
              <a:ext cx="10966" cy="1097"/>
            </a:xfrm>
            <a:custGeom>
              <a:avLst/>
              <a:gdLst>
                <a:gd name="T0" fmla="*/ 0 w 8"/>
                <a:gd name="T1" fmla="*/ 0 h 1943"/>
                <a:gd name="T2" fmla="*/ 0 w 8"/>
                <a:gd name="T3" fmla="*/ 0 h 1943"/>
                <a:gd name="T4" fmla="*/ 2147483647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4" name="Freeform 755"/>
            <p:cNvSpPr>
              <a:spLocks/>
            </p:cNvSpPr>
            <p:nvPr/>
          </p:nvSpPr>
          <p:spPr bwMode="auto">
            <a:xfrm>
              <a:off x="4471660" y="3389706"/>
              <a:ext cx="10966" cy="1097"/>
            </a:xfrm>
            <a:custGeom>
              <a:avLst/>
              <a:gdLst>
                <a:gd name="T0" fmla="*/ 0 w 8"/>
                <a:gd name="T1" fmla="*/ 0 h 1943"/>
                <a:gd name="T2" fmla="*/ 0 w 8"/>
                <a:gd name="T3" fmla="*/ 0 h 1943"/>
                <a:gd name="T4" fmla="*/ 2147483647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5" name="Freeform 756"/>
            <p:cNvSpPr>
              <a:spLocks/>
            </p:cNvSpPr>
            <p:nvPr/>
          </p:nvSpPr>
          <p:spPr bwMode="auto">
            <a:xfrm>
              <a:off x="4417925" y="3389706"/>
              <a:ext cx="64701" cy="96502"/>
            </a:xfrm>
            <a:custGeom>
              <a:avLst/>
              <a:gdLst>
                <a:gd name="T0" fmla="*/ 2147483647 w 48"/>
                <a:gd name="T1" fmla="*/ 2147483647 h 72"/>
                <a:gd name="T2" fmla="*/ 2147483647 w 48"/>
                <a:gd name="T3" fmla="*/ 0 h 72"/>
                <a:gd name="T4" fmla="*/ 2147483647 w 48"/>
                <a:gd name="T5" fmla="*/ 0 h 72"/>
                <a:gd name="T6" fmla="*/ 0 w 48"/>
                <a:gd name="T7" fmla="*/ 0 h 72"/>
                <a:gd name="T8" fmla="*/ 0 w 48"/>
                <a:gd name="T9" fmla="*/ 2147483647 h 72"/>
                <a:gd name="T10" fmla="*/ 2147483647 w 48"/>
                <a:gd name="T11" fmla="*/ 2147483647 h 72"/>
                <a:gd name="T12" fmla="*/ 0 w 48"/>
                <a:gd name="T13" fmla="*/ 2147483647 h 72"/>
                <a:gd name="T14" fmla="*/ 0 w 48"/>
                <a:gd name="T15" fmla="*/ 2147483647 h 72"/>
                <a:gd name="T16" fmla="*/ 0 w 48"/>
                <a:gd name="T17" fmla="*/ 2147483647 h 72"/>
                <a:gd name="T18" fmla="*/ 2147483647 w 48"/>
                <a:gd name="T19" fmla="*/ 2147483647 h 72"/>
                <a:gd name="T20" fmla="*/ 2147483647 w 48"/>
                <a:gd name="T21" fmla="*/ 2147483647 h 72"/>
                <a:gd name="T22" fmla="*/ 2147483647 w 48"/>
                <a:gd name="T23" fmla="*/ 2147483647 h 72"/>
                <a:gd name="T24" fmla="*/ 2147483647 w 48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8"/>
                <a:gd name="T40" fmla="*/ 0 h 72"/>
                <a:gd name="T41" fmla="*/ 48 w 48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8" h="72">
                  <a:moveTo>
                    <a:pt x="40" y="8"/>
                  </a:moveTo>
                  <a:lnTo>
                    <a:pt x="40" y="0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0" y="48"/>
                  </a:lnTo>
                  <a:lnTo>
                    <a:pt x="0" y="56"/>
                  </a:lnTo>
                  <a:lnTo>
                    <a:pt x="0" y="72"/>
                  </a:lnTo>
                  <a:lnTo>
                    <a:pt x="24" y="72"/>
                  </a:lnTo>
                  <a:lnTo>
                    <a:pt x="48" y="64"/>
                  </a:lnTo>
                  <a:lnTo>
                    <a:pt x="40" y="24"/>
                  </a:lnTo>
                  <a:lnTo>
                    <a:pt x="4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6" name="Freeform 757"/>
            <p:cNvSpPr>
              <a:spLocks/>
            </p:cNvSpPr>
            <p:nvPr/>
          </p:nvSpPr>
          <p:spPr bwMode="auto">
            <a:xfrm>
              <a:off x="4514428" y="3325006"/>
              <a:ext cx="205068" cy="183135"/>
            </a:xfrm>
            <a:custGeom>
              <a:avLst/>
              <a:gdLst>
                <a:gd name="T0" fmla="*/ 2147483647 w 153"/>
                <a:gd name="T1" fmla="*/ 2147483647 h 136"/>
                <a:gd name="T2" fmla="*/ 2147483647 w 153"/>
                <a:gd name="T3" fmla="*/ 2147483647 h 136"/>
                <a:gd name="T4" fmla="*/ 2147483647 w 153"/>
                <a:gd name="T5" fmla="*/ 2147483647 h 136"/>
                <a:gd name="T6" fmla="*/ 2147483647 w 153"/>
                <a:gd name="T7" fmla="*/ 2147483647 h 136"/>
                <a:gd name="T8" fmla="*/ 2147483647 w 153"/>
                <a:gd name="T9" fmla="*/ 2147483647 h 136"/>
                <a:gd name="T10" fmla="*/ 2147483647 w 153"/>
                <a:gd name="T11" fmla="*/ 2147483647 h 136"/>
                <a:gd name="T12" fmla="*/ 2147483647 w 153"/>
                <a:gd name="T13" fmla="*/ 2147483647 h 136"/>
                <a:gd name="T14" fmla="*/ 2147483647 w 153"/>
                <a:gd name="T15" fmla="*/ 2147483647 h 136"/>
                <a:gd name="T16" fmla="*/ 2147483647 w 153"/>
                <a:gd name="T17" fmla="*/ 0 h 136"/>
                <a:gd name="T18" fmla="*/ 2147483647 w 153"/>
                <a:gd name="T19" fmla="*/ 2147483647 h 136"/>
                <a:gd name="T20" fmla="*/ 2147483647 w 153"/>
                <a:gd name="T21" fmla="*/ 2147483647 h 136"/>
                <a:gd name="T22" fmla="*/ 2147483647 w 153"/>
                <a:gd name="T23" fmla="*/ 2147483647 h 136"/>
                <a:gd name="T24" fmla="*/ 2147483647 w 153"/>
                <a:gd name="T25" fmla="*/ 2147483647 h 136"/>
                <a:gd name="T26" fmla="*/ 2147483647 w 153"/>
                <a:gd name="T27" fmla="*/ 2147483647 h 136"/>
                <a:gd name="T28" fmla="*/ 2147483647 w 153"/>
                <a:gd name="T29" fmla="*/ 2147483647 h 136"/>
                <a:gd name="T30" fmla="*/ 2147483647 w 153"/>
                <a:gd name="T31" fmla="*/ 2147483647 h 136"/>
                <a:gd name="T32" fmla="*/ 2147483647 w 153"/>
                <a:gd name="T33" fmla="*/ 2147483647 h 136"/>
                <a:gd name="T34" fmla="*/ 2147483647 w 153"/>
                <a:gd name="T35" fmla="*/ 2147483647 h 136"/>
                <a:gd name="T36" fmla="*/ 0 w 153"/>
                <a:gd name="T37" fmla="*/ 2147483647 h 136"/>
                <a:gd name="T38" fmla="*/ 0 w 153"/>
                <a:gd name="T39" fmla="*/ 2147483647 h 136"/>
                <a:gd name="T40" fmla="*/ 2147483647 w 153"/>
                <a:gd name="T41" fmla="*/ 2147483647 h 136"/>
                <a:gd name="T42" fmla="*/ 2147483647 w 153"/>
                <a:gd name="T43" fmla="*/ 2147483647 h 136"/>
                <a:gd name="T44" fmla="*/ 2147483647 w 153"/>
                <a:gd name="T45" fmla="*/ 2147483647 h 136"/>
                <a:gd name="T46" fmla="*/ 2147483647 w 153"/>
                <a:gd name="T47" fmla="*/ 2147483647 h 136"/>
                <a:gd name="T48" fmla="*/ 2147483647 w 153"/>
                <a:gd name="T49" fmla="*/ 2147483647 h 136"/>
                <a:gd name="T50" fmla="*/ 2147483647 w 153"/>
                <a:gd name="T51" fmla="*/ 2147483647 h 1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53"/>
                <a:gd name="T79" fmla="*/ 0 h 136"/>
                <a:gd name="T80" fmla="*/ 153 w 153"/>
                <a:gd name="T81" fmla="*/ 136 h 1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53" h="136">
                  <a:moveTo>
                    <a:pt x="81" y="96"/>
                  </a:moveTo>
                  <a:lnTo>
                    <a:pt x="105" y="104"/>
                  </a:lnTo>
                  <a:lnTo>
                    <a:pt x="121" y="80"/>
                  </a:lnTo>
                  <a:lnTo>
                    <a:pt x="137" y="48"/>
                  </a:lnTo>
                  <a:lnTo>
                    <a:pt x="137" y="32"/>
                  </a:lnTo>
                  <a:lnTo>
                    <a:pt x="153" y="32"/>
                  </a:lnTo>
                  <a:lnTo>
                    <a:pt x="153" y="16"/>
                  </a:lnTo>
                  <a:lnTo>
                    <a:pt x="145" y="16"/>
                  </a:lnTo>
                  <a:lnTo>
                    <a:pt x="137" y="0"/>
                  </a:lnTo>
                  <a:lnTo>
                    <a:pt x="121" y="16"/>
                  </a:lnTo>
                  <a:lnTo>
                    <a:pt x="97" y="16"/>
                  </a:lnTo>
                  <a:lnTo>
                    <a:pt x="73" y="16"/>
                  </a:lnTo>
                  <a:lnTo>
                    <a:pt x="57" y="24"/>
                  </a:lnTo>
                  <a:lnTo>
                    <a:pt x="32" y="16"/>
                  </a:lnTo>
                  <a:lnTo>
                    <a:pt x="16" y="16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8" y="56"/>
                  </a:lnTo>
                  <a:lnTo>
                    <a:pt x="0" y="88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32" y="128"/>
                  </a:lnTo>
                  <a:lnTo>
                    <a:pt x="49" y="128"/>
                  </a:lnTo>
                  <a:lnTo>
                    <a:pt x="65" y="136"/>
                  </a:lnTo>
                  <a:lnTo>
                    <a:pt x="73" y="112"/>
                  </a:lnTo>
                  <a:lnTo>
                    <a:pt x="81" y="9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7" name="Freeform 758"/>
            <p:cNvSpPr>
              <a:spLocks/>
            </p:cNvSpPr>
            <p:nvPr/>
          </p:nvSpPr>
          <p:spPr bwMode="auto">
            <a:xfrm>
              <a:off x="4719495" y="3389706"/>
              <a:ext cx="214937" cy="129401"/>
            </a:xfrm>
            <a:custGeom>
              <a:avLst/>
              <a:gdLst>
                <a:gd name="T0" fmla="*/ 2147483647 w 160"/>
                <a:gd name="T1" fmla="*/ 2147483647 h 96"/>
                <a:gd name="T2" fmla="*/ 2147483647 w 160"/>
                <a:gd name="T3" fmla="*/ 2147483647 h 96"/>
                <a:gd name="T4" fmla="*/ 2147483647 w 160"/>
                <a:gd name="T5" fmla="*/ 2147483647 h 96"/>
                <a:gd name="T6" fmla="*/ 2147483647 w 160"/>
                <a:gd name="T7" fmla="*/ 2147483647 h 96"/>
                <a:gd name="T8" fmla="*/ 0 w 160"/>
                <a:gd name="T9" fmla="*/ 2147483647 h 96"/>
                <a:gd name="T10" fmla="*/ 2147483647 w 160"/>
                <a:gd name="T11" fmla="*/ 2147483647 h 96"/>
                <a:gd name="T12" fmla="*/ 2147483647 w 160"/>
                <a:gd name="T13" fmla="*/ 2147483647 h 96"/>
                <a:gd name="T14" fmla="*/ 2147483647 w 160"/>
                <a:gd name="T15" fmla="*/ 2147483647 h 96"/>
                <a:gd name="T16" fmla="*/ 2147483647 w 160"/>
                <a:gd name="T17" fmla="*/ 2147483647 h 96"/>
                <a:gd name="T18" fmla="*/ 2147483647 w 160"/>
                <a:gd name="T19" fmla="*/ 2147483647 h 96"/>
                <a:gd name="T20" fmla="*/ 2147483647 w 160"/>
                <a:gd name="T21" fmla="*/ 2147483647 h 96"/>
                <a:gd name="T22" fmla="*/ 2147483647 w 160"/>
                <a:gd name="T23" fmla="*/ 2147483647 h 96"/>
                <a:gd name="T24" fmla="*/ 2147483647 w 160"/>
                <a:gd name="T25" fmla="*/ 2147483647 h 96"/>
                <a:gd name="T26" fmla="*/ 2147483647 w 160"/>
                <a:gd name="T27" fmla="*/ 2147483647 h 96"/>
                <a:gd name="T28" fmla="*/ 2147483647 w 160"/>
                <a:gd name="T29" fmla="*/ 2147483647 h 96"/>
                <a:gd name="T30" fmla="*/ 2147483647 w 160"/>
                <a:gd name="T31" fmla="*/ 2147483647 h 96"/>
                <a:gd name="T32" fmla="*/ 2147483647 w 160"/>
                <a:gd name="T33" fmla="*/ 2147483647 h 96"/>
                <a:gd name="T34" fmla="*/ 2147483647 w 160"/>
                <a:gd name="T35" fmla="*/ 2147483647 h 96"/>
                <a:gd name="T36" fmla="*/ 2147483647 w 160"/>
                <a:gd name="T37" fmla="*/ 0 h 96"/>
                <a:gd name="T38" fmla="*/ 2147483647 w 160"/>
                <a:gd name="T39" fmla="*/ 2147483647 h 96"/>
                <a:gd name="T40" fmla="*/ 2147483647 w 160"/>
                <a:gd name="T41" fmla="*/ 2147483647 h 9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60"/>
                <a:gd name="T64" fmla="*/ 0 h 96"/>
                <a:gd name="T65" fmla="*/ 160 w 160"/>
                <a:gd name="T66" fmla="*/ 96 h 9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60" h="96">
                  <a:moveTo>
                    <a:pt x="48" y="24"/>
                  </a:moveTo>
                  <a:lnTo>
                    <a:pt x="48" y="32"/>
                  </a:lnTo>
                  <a:lnTo>
                    <a:pt x="24" y="40"/>
                  </a:lnTo>
                  <a:lnTo>
                    <a:pt x="8" y="48"/>
                  </a:lnTo>
                  <a:lnTo>
                    <a:pt x="0" y="72"/>
                  </a:lnTo>
                  <a:lnTo>
                    <a:pt x="8" y="88"/>
                  </a:lnTo>
                  <a:lnTo>
                    <a:pt x="8" y="96"/>
                  </a:lnTo>
                  <a:lnTo>
                    <a:pt x="24" y="88"/>
                  </a:lnTo>
                  <a:lnTo>
                    <a:pt x="40" y="88"/>
                  </a:lnTo>
                  <a:lnTo>
                    <a:pt x="48" y="96"/>
                  </a:lnTo>
                  <a:lnTo>
                    <a:pt x="48" y="80"/>
                  </a:lnTo>
                  <a:lnTo>
                    <a:pt x="72" y="72"/>
                  </a:lnTo>
                  <a:lnTo>
                    <a:pt x="96" y="80"/>
                  </a:lnTo>
                  <a:lnTo>
                    <a:pt x="128" y="72"/>
                  </a:lnTo>
                  <a:lnTo>
                    <a:pt x="160" y="72"/>
                  </a:lnTo>
                  <a:lnTo>
                    <a:pt x="136" y="48"/>
                  </a:lnTo>
                  <a:lnTo>
                    <a:pt x="120" y="40"/>
                  </a:lnTo>
                  <a:lnTo>
                    <a:pt x="112" y="16"/>
                  </a:lnTo>
                  <a:lnTo>
                    <a:pt x="104" y="0"/>
                  </a:lnTo>
                  <a:lnTo>
                    <a:pt x="72" y="24"/>
                  </a:lnTo>
                  <a:lnTo>
                    <a:pt x="48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8" name="Freeform 759"/>
            <p:cNvSpPr>
              <a:spLocks/>
            </p:cNvSpPr>
            <p:nvPr/>
          </p:nvSpPr>
          <p:spPr bwMode="auto">
            <a:xfrm>
              <a:off x="4514428" y="3325006"/>
              <a:ext cx="205068" cy="183135"/>
            </a:xfrm>
            <a:custGeom>
              <a:avLst/>
              <a:gdLst>
                <a:gd name="T0" fmla="*/ 2147483647 w 153"/>
                <a:gd name="T1" fmla="*/ 2147483647 h 136"/>
                <a:gd name="T2" fmla="*/ 2147483647 w 153"/>
                <a:gd name="T3" fmla="*/ 2147483647 h 136"/>
                <a:gd name="T4" fmla="*/ 2147483647 w 153"/>
                <a:gd name="T5" fmla="*/ 2147483647 h 136"/>
                <a:gd name="T6" fmla="*/ 2147483647 w 153"/>
                <a:gd name="T7" fmla="*/ 2147483647 h 136"/>
                <a:gd name="T8" fmla="*/ 2147483647 w 153"/>
                <a:gd name="T9" fmla="*/ 2147483647 h 136"/>
                <a:gd name="T10" fmla="*/ 2147483647 w 153"/>
                <a:gd name="T11" fmla="*/ 2147483647 h 136"/>
                <a:gd name="T12" fmla="*/ 2147483647 w 153"/>
                <a:gd name="T13" fmla="*/ 2147483647 h 136"/>
                <a:gd name="T14" fmla="*/ 2147483647 w 153"/>
                <a:gd name="T15" fmla="*/ 2147483647 h 136"/>
                <a:gd name="T16" fmla="*/ 2147483647 w 153"/>
                <a:gd name="T17" fmla="*/ 0 h 136"/>
                <a:gd name="T18" fmla="*/ 2147483647 w 153"/>
                <a:gd name="T19" fmla="*/ 0 h 136"/>
                <a:gd name="T20" fmla="*/ 2147483647 w 153"/>
                <a:gd name="T21" fmla="*/ 2147483647 h 136"/>
                <a:gd name="T22" fmla="*/ 2147483647 w 153"/>
                <a:gd name="T23" fmla="*/ 2147483647 h 136"/>
                <a:gd name="T24" fmla="*/ 2147483647 w 153"/>
                <a:gd name="T25" fmla="*/ 2147483647 h 136"/>
                <a:gd name="T26" fmla="*/ 2147483647 w 153"/>
                <a:gd name="T27" fmla="*/ 2147483647 h 136"/>
                <a:gd name="T28" fmla="*/ 2147483647 w 153"/>
                <a:gd name="T29" fmla="*/ 2147483647 h 136"/>
                <a:gd name="T30" fmla="*/ 2147483647 w 153"/>
                <a:gd name="T31" fmla="*/ 2147483647 h 136"/>
                <a:gd name="T32" fmla="*/ 2147483647 w 153"/>
                <a:gd name="T33" fmla="*/ 2147483647 h 136"/>
                <a:gd name="T34" fmla="*/ 2147483647 w 153"/>
                <a:gd name="T35" fmla="*/ 2147483647 h 136"/>
                <a:gd name="T36" fmla="*/ 2147483647 w 153"/>
                <a:gd name="T37" fmla="*/ 2147483647 h 136"/>
                <a:gd name="T38" fmla="*/ 0 w 153"/>
                <a:gd name="T39" fmla="*/ 2147483647 h 136"/>
                <a:gd name="T40" fmla="*/ 0 w 153"/>
                <a:gd name="T41" fmla="*/ 2147483647 h 136"/>
                <a:gd name="T42" fmla="*/ 2147483647 w 153"/>
                <a:gd name="T43" fmla="*/ 2147483647 h 136"/>
                <a:gd name="T44" fmla="*/ 2147483647 w 153"/>
                <a:gd name="T45" fmla="*/ 2147483647 h 136"/>
                <a:gd name="T46" fmla="*/ 2147483647 w 153"/>
                <a:gd name="T47" fmla="*/ 2147483647 h 136"/>
                <a:gd name="T48" fmla="*/ 2147483647 w 153"/>
                <a:gd name="T49" fmla="*/ 2147483647 h 136"/>
                <a:gd name="T50" fmla="*/ 2147483647 w 153"/>
                <a:gd name="T51" fmla="*/ 2147483647 h 136"/>
                <a:gd name="T52" fmla="*/ 2147483647 w 153"/>
                <a:gd name="T53" fmla="*/ 2147483647 h 1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53"/>
                <a:gd name="T82" fmla="*/ 0 h 136"/>
                <a:gd name="T83" fmla="*/ 153 w 153"/>
                <a:gd name="T84" fmla="*/ 136 h 1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53" h="136">
                  <a:moveTo>
                    <a:pt x="81" y="96"/>
                  </a:moveTo>
                  <a:lnTo>
                    <a:pt x="105" y="104"/>
                  </a:lnTo>
                  <a:lnTo>
                    <a:pt x="121" y="80"/>
                  </a:lnTo>
                  <a:lnTo>
                    <a:pt x="137" y="48"/>
                  </a:lnTo>
                  <a:lnTo>
                    <a:pt x="137" y="32"/>
                  </a:lnTo>
                  <a:lnTo>
                    <a:pt x="153" y="32"/>
                  </a:lnTo>
                  <a:lnTo>
                    <a:pt x="153" y="16"/>
                  </a:lnTo>
                  <a:lnTo>
                    <a:pt x="145" y="16"/>
                  </a:lnTo>
                  <a:lnTo>
                    <a:pt x="137" y="0"/>
                  </a:lnTo>
                  <a:lnTo>
                    <a:pt x="121" y="16"/>
                  </a:lnTo>
                  <a:lnTo>
                    <a:pt x="97" y="16"/>
                  </a:lnTo>
                  <a:lnTo>
                    <a:pt x="73" y="16"/>
                  </a:lnTo>
                  <a:lnTo>
                    <a:pt x="57" y="24"/>
                  </a:lnTo>
                  <a:lnTo>
                    <a:pt x="32" y="16"/>
                  </a:lnTo>
                  <a:lnTo>
                    <a:pt x="16" y="16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8" y="56"/>
                  </a:lnTo>
                  <a:lnTo>
                    <a:pt x="0" y="88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32" y="128"/>
                  </a:lnTo>
                  <a:lnTo>
                    <a:pt x="49" y="128"/>
                  </a:lnTo>
                  <a:lnTo>
                    <a:pt x="65" y="136"/>
                  </a:lnTo>
                  <a:lnTo>
                    <a:pt x="73" y="112"/>
                  </a:lnTo>
                  <a:lnTo>
                    <a:pt x="81" y="9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9" name="Freeform 760"/>
            <p:cNvSpPr>
              <a:spLocks/>
            </p:cNvSpPr>
            <p:nvPr/>
          </p:nvSpPr>
          <p:spPr bwMode="auto">
            <a:xfrm>
              <a:off x="4719495" y="3389706"/>
              <a:ext cx="214937" cy="129401"/>
            </a:xfrm>
            <a:custGeom>
              <a:avLst/>
              <a:gdLst>
                <a:gd name="T0" fmla="*/ 2147483647 w 160"/>
                <a:gd name="T1" fmla="*/ 2147483647 h 96"/>
                <a:gd name="T2" fmla="*/ 2147483647 w 160"/>
                <a:gd name="T3" fmla="*/ 2147483647 h 96"/>
                <a:gd name="T4" fmla="*/ 2147483647 w 160"/>
                <a:gd name="T5" fmla="*/ 2147483647 h 96"/>
                <a:gd name="T6" fmla="*/ 2147483647 w 160"/>
                <a:gd name="T7" fmla="*/ 2147483647 h 96"/>
                <a:gd name="T8" fmla="*/ 0 w 160"/>
                <a:gd name="T9" fmla="*/ 2147483647 h 96"/>
                <a:gd name="T10" fmla="*/ 2147483647 w 160"/>
                <a:gd name="T11" fmla="*/ 2147483647 h 96"/>
                <a:gd name="T12" fmla="*/ 2147483647 w 160"/>
                <a:gd name="T13" fmla="*/ 2147483647 h 96"/>
                <a:gd name="T14" fmla="*/ 2147483647 w 160"/>
                <a:gd name="T15" fmla="*/ 2147483647 h 96"/>
                <a:gd name="T16" fmla="*/ 2147483647 w 160"/>
                <a:gd name="T17" fmla="*/ 2147483647 h 96"/>
                <a:gd name="T18" fmla="*/ 2147483647 w 160"/>
                <a:gd name="T19" fmla="*/ 2147483647 h 96"/>
                <a:gd name="T20" fmla="*/ 2147483647 w 160"/>
                <a:gd name="T21" fmla="*/ 2147483647 h 96"/>
                <a:gd name="T22" fmla="*/ 2147483647 w 160"/>
                <a:gd name="T23" fmla="*/ 2147483647 h 96"/>
                <a:gd name="T24" fmla="*/ 2147483647 w 160"/>
                <a:gd name="T25" fmla="*/ 2147483647 h 96"/>
                <a:gd name="T26" fmla="*/ 2147483647 w 160"/>
                <a:gd name="T27" fmla="*/ 2147483647 h 96"/>
                <a:gd name="T28" fmla="*/ 2147483647 w 160"/>
                <a:gd name="T29" fmla="*/ 2147483647 h 96"/>
                <a:gd name="T30" fmla="*/ 2147483647 w 160"/>
                <a:gd name="T31" fmla="*/ 2147483647 h 96"/>
                <a:gd name="T32" fmla="*/ 2147483647 w 160"/>
                <a:gd name="T33" fmla="*/ 2147483647 h 96"/>
                <a:gd name="T34" fmla="*/ 2147483647 w 160"/>
                <a:gd name="T35" fmla="*/ 2147483647 h 96"/>
                <a:gd name="T36" fmla="*/ 2147483647 w 160"/>
                <a:gd name="T37" fmla="*/ 2147483647 h 96"/>
                <a:gd name="T38" fmla="*/ 2147483647 w 160"/>
                <a:gd name="T39" fmla="*/ 0 h 96"/>
                <a:gd name="T40" fmla="*/ 2147483647 w 160"/>
                <a:gd name="T41" fmla="*/ 2147483647 h 96"/>
                <a:gd name="T42" fmla="*/ 2147483647 w 160"/>
                <a:gd name="T43" fmla="*/ 2147483647 h 9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60"/>
                <a:gd name="T67" fmla="*/ 0 h 96"/>
                <a:gd name="T68" fmla="*/ 160 w 160"/>
                <a:gd name="T69" fmla="*/ 96 h 9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60" h="96">
                  <a:moveTo>
                    <a:pt x="48" y="24"/>
                  </a:moveTo>
                  <a:lnTo>
                    <a:pt x="48" y="32"/>
                  </a:lnTo>
                  <a:lnTo>
                    <a:pt x="24" y="40"/>
                  </a:lnTo>
                  <a:lnTo>
                    <a:pt x="8" y="48"/>
                  </a:lnTo>
                  <a:lnTo>
                    <a:pt x="0" y="72"/>
                  </a:lnTo>
                  <a:lnTo>
                    <a:pt x="8" y="88"/>
                  </a:lnTo>
                  <a:lnTo>
                    <a:pt x="8" y="96"/>
                  </a:lnTo>
                  <a:lnTo>
                    <a:pt x="24" y="88"/>
                  </a:lnTo>
                  <a:lnTo>
                    <a:pt x="40" y="88"/>
                  </a:lnTo>
                  <a:lnTo>
                    <a:pt x="48" y="96"/>
                  </a:lnTo>
                  <a:lnTo>
                    <a:pt x="48" y="80"/>
                  </a:lnTo>
                  <a:lnTo>
                    <a:pt x="72" y="72"/>
                  </a:lnTo>
                  <a:lnTo>
                    <a:pt x="96" y="80"/>
                  </a:lnTo>
                  <a:lnTo>
                    <a:pt x="128" y="72"/>
                  </a:lnTo>
                  <a:lnTo>
                    <a:pt x="160" y="72"/>
                  </a:lnTo>
                  <a:lnTo>
                    <a:pt x="136" y="48"/>
                  </a:lnTo>
                  <a:lnTo>
                    <a:pt x="120" y="40"/>
                  </a:lnTo>
                  <a:lnTo>
                    <a:pt x="112" y="16"/>
                  </a:lnTo>
                  <a:lnTo>
                    <a:pt x="104" y="0"/>
                  </a:lnTo>
                  <a:lnTo>
                    <a:pt x="72" y="24"/>
                  </a:lnTo>
                  <a:lnTo>
                    <a:pt x="48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0" name="Freeform 761"/>
            <p:cNvSpPr>
              <a:spLocks/>
            </p:cNvSpPr>
            <p:nvPr/>
          </p:nvSpPr>
          <p:spPr bwMode="auto">
            <a:xfrm>
              <a:off x="4654795" y="3508141"/>
              <a:ext cx="129401" cy="161203"/>
            </a:xfrm>
            <a:custGeom>
              <a:avLst/>
              <a:gdLst>
                <a:gd name="T0" fmla="*/ 2147483647 w 96"/>
                <a:gd name="T1" fmla="*/ 2147483647 h 120"/>
                <a:gd name="T2" fmla="*/ 2147483647 w 96"/>
                <a:gd name="T3" fmla="*/ 2147483647 h 120"/>
                <a:gd name="T4" fmla="*/ 2147483647 w 96"/>
                <a:gd name="T5" fmla="*/ 2147483647 h 120"/>
                <a:gd name="T6" fmla="*/ 2147483647 w 96"/>
                <a:gd name="T7" fmla="*/ 2147483647 h 120"/>
                <a:gd name="T8" fmla="*/ 2147483647 w 96"/>
                <a:gd name="T9" fmla="*/ 2147483647 h 120"/>
                <a:gd name="T10" fmla="*/ 2147483647 w 96"/>
                <a:gd name="T11" fmla="*/ 0 h 120"/>
                <a:gd name="T12" fmla="*/ 2147483647 w 96"/>
                <a:gd name="T13" fmla="*/ 0 h 120"/>
                <a:gd name="T14" fmla="*/ 2147483647 w 96"/>
                <a:gd name="T15" fmla="*/ 2147483647 h 120"/>
                <a:gd name="T16" fmla="*/ 2147483647 w 96"/>
                <a:gd name="T17" fmla="*/ 2147483647 h 120"/>
                <a:gd name="T18" fmla="*/ 2147483647 w 96"/>
                <a:gd name="T19" fmla="*/ 2147483647 h 120"/>
                <a:gd name="T20" fmla="*/ 2147483647 w 96"/>
                <a:gd name="T21" fmla="*/ 2147483647 h 120"/>
                <a:gd name="T22" fmla="*/ 2147483647 w 96"/>
                <a:gd name="T23" fmla="*/ 2147483647 h 120"/>
                <a:gd name="T24" fmla="*/ 2147483647 w 96"/>
                <a:gd name="T25" fmla="*/ 2147483647 h 120"/>
                <a:gd name="T26" fmla="*/ 2147483647 w 96"/>
                <a:gd name="T27" fmla="*/ 2147483647 h 120"/>
                <a:gd name="T28" fmla="*/ 2147483647 w 96"/>
                <a:gd name="T29" fmla="*/ 2147483647 h 120"/>
                <a:gd name="T30" fmla="*/ 2147483647 w 96"/>
                <a:gd name="T31" fmla="*/ 2147483647 h 120"/>
                <a:gd name="T32" fmla="*/ 2147483647 w 96"/>
                <a:gd name="T33" fmla="*/ 2147483647 h 120"/>
                <a:gd name="T34" fmla="*/ 0 w 96"/>
                <a:gd name="T35" fmla="*/ 2147483647 h 120"/>
                <a:gd name="T36" fmla="*/ 2147483647 w 96"/>
                <a:gd name="T37" fmla="*/ 2147483647 h 120"/>
                <a:gd name="T38" fmla="*/ 2147483647 w 96"/>
                <a:gd name="T39" fmla="*/ 2147483647 h 120"/>
                <a:gd name="T40" fmla="*/ 2147483647 w 96"/>
                <a:gd name="T41" fmla="*/ 2147483647 h 120"/>
                <a:gd name="T42" fmla="*/ 2147483647 w 96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96"/>
                <a:gd name="T67" fmla="*/ 0 h 120"/>
                <a:gd name="T68" fmla="*/ 96 w 96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96" h="120">
                  <a:moveTo>
                    <a:pt x="40" y="112"/>
                  </a:moveTo>
                  <a:lnTo>
                    <a:pt x="56" y="96"/>
                  </a:lnTo>
                  <a:lnTo>
                    <a:pt x="72" y="64"/>
                  </a:lnTo>
                  <a:lnTo>
                    <a:pt x="88" y="56"/>
                  </a:lnTo>
                  <a:lnTo>
                    <a:pt x="96" y="8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56" y="8"/>
                  </a:lnTo>
                  <a:lnTo>
                    <a:pt x="48" y="16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32" y="32"/>
                  </a:lnTo>
                  <a:lnTo>
                    <a:pt x="40" y="40"/>
                  </a:lnTo>
                  <a:lnTo>
                    <a:pt x="32" y="56"/>
                  </a:lnTo>
                  <a:lnTo>
                    <a:pt x="32" y="80"/>
                  </a:lnTo>
                  <a:lnTo>
                    <a:pt x="16" y="80"/>
                  </a:lnTo>
                  <a:lnTo>
                    <a:pt x="8" y="88"/>
                  </a:lnTo>
                  <a:lnTo>
                    <a:pt x="0" y="96"/>
                  </a:lnTo>
                  <a:lnTo>
                    <a:pt x="8" y="104"/>
                  </a:lnTo>
                  <a:lnTo>
                    <a:pt x="16" y="120"/>
                  </a:lnTo>
                  <a:lnTo>
                    <a:pt x="24" y="112"/>
                  </a:lnTo>
                  <a:lnTo>
                    <a:pt x="40" y="11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1" name="Freeform 762"/>
            <p:cNvSpPr>
              <a:spLocks/>
            </p:cNvSpPr>
            <p:nvPr/>
          </p:nvSpPr>
          <p:spPr bwMode="auto">
            <a:xfrm>
              <a:off x="4622993" y="3539943"/>
              <a:ext cx="85536" cy="96502"/>
            </a:xfrm>
            <a:custGeom>
              <a:avLst/>
              <a:gdLst>
                <a:gd name="T0" fmla="*/ 2147483647 w 64"/>
                <a:gd name="T1" fmla="*/ 2147483647 h 72"/>
                <a:gd name="T2" fmla="*/ 2147483647 w 64"/>
                <a:gd name="T3" fmla="*/ 2147483647 h 72"/>
                <a:gd name="T4" fmla="*/ 2147483647 w 64"/>
                <a:gd name="T5" fmla="*/ 2147483647 h 72"/>
                <a:gd name="T6" fmla="*/ 2147483647 w 64"/>
                <a:gd name="T7" fmla="*/ 2147483647 h 72"/>
                <a:gd name="T8" fmla="*/ 2147483647 w 64"/>
                <a:gd name="T9" fmla="*/ 2147483647 h 72"/>
                <a:gd name="T10" fmla="*/ 2147483647 w 64"/>
                <a:gd name="T11" fmla="*/ 0 h 72"/>
                <a:gd name="T12" fmla="*/ 2147483647 w 64"/>
                <a:gd name="T13" fmla="*/ 0 h 72"/>
                <a:gd name="T14" fmla="*/ 0 w 64"/>
                <a:gd name="T15" fmla="*/ 0 h 72"/>
                <a:gd name="T16" fmla="*/ 0 w 64"/>
                <a:gd name="T17" fmla="*/ 2147483647 h 72"/>
                <a:gd name="T18" fmla="*/ 0 w 64"/>
                <a:gd name="T19" fmla="*/ 2147483647 h 72"/>
                <a:gd name="T20" fmla="*/ 2147483647 w 64"/>
                <a:gd name="T21" fmla="*/ 2147483647 h 72"/>
                <a:gd name="T22" fmla="*/ 2147483647 w 64"/>
                <a:gd name="T23" fmla="*/ 2147483647 h 72"/>
                <a:gd name="T24" fmla="*/ 2147483647 w 64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72"/>
                <a:gd name="T41" fmla="*/ 64 w 64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72">
                  <a:moveTo>
                    <a:pt x="40" y="56"/>
                  </a:moveTo>
                  <a:lnTo>
                    <a:pt x="56" y="56"/>
                  </a:lnTo>
                  <a:lnTo>
                    <a:pt x="56" y="32"/>
                  </a:lnTo>
                  <a:lnTo>
                    <a:pt x="64" y="16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0" y="40"/>
                  </a:lnTo>
                  <a:lnTo>
                    <a:pt x="24" y="72"/>
                  </a:lnTo>
                  <a:lnTo>
                    <a:pt x="32" y="64"/>
                  </a:lnTo>
                  <a:lnTo>
                    <a:pt x="40" y="5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2" name="Freeform 763"/>
            <p:cNvSpPr>
              <a:spLocks/>
            </p:cNvSpPr>
            <p:nvPr/>
          </p:nvSpPr>
          <p:spPr bwMode="auto">
            <a:xfrm>
              <a:off x="4602157" y="3367774"/>
              <a:ext cx="128304" cy="172169"/>
            </a:xfrm>
            <a:custGeom>
              <a:avLst/>
              <a:gdLst>
                <a:gd name="T0" fmla="*/ 2147483647 w 96"/>
                <a:gd name="T1" fmla="*/ 2147483647 h 128"/>
                <a:gd name="T2" fmla="*/ 2147483647 w 96"/>
                <a:gd name="T3" fmla="*/ 2147483647 h 128"/>
                <a:gd name="T4" fmla="*/ 2147483647 w 96"/>
                <a:gd name="T5" fmla="*/ 2147483647 h 128"/>
                <a:gd name="T6" fmla="*/ 2147483647 w 96"/>
                <a:gd name="T7" fmla="*/ 2147483647 h 128"/>
                <a:gd name="T8" fmla="*/ 2147483647 w 96"/>
                <a:gd name="T9" fmla="*/ 2147483647 h 128"/>
                <a:gd name="T10" fmla="*/ 2147483647 w 96"/>
                <a:gd name="T11" fmla="*/ 2147483647 h 128"/>
                <a:gd name="T12" fmla="*/ 2147483647 w 96"/>
                <a:gd name="T13" fmla="*/ 2147483647 h 128"/>
                <a:gd name="T14" fmla="*/ 2147483647 w 96"/>
                <a:gd name="T15" fmla="*/ 2147483647 h 128"/>
                <a:gd name="T16" fmla="*/ 2147483647 w 96"/>
                <a:gd name="T17" fmla="*/ 0 h 128"/>
                <a:gd name="T18" fmla="*/ 2147483647 w 96"/>
                <a:gd name="T19" fmla="*/ 0 h 128"/>
                <a:gd name="T20" fmla="*/ 2147483647 w 96"/>
                <a:gd name="T21" fmla="*/ 2147483647 h 128"/>
                <a:gd name="T22" fmla="*/ 2147483647 w 96"/>
                <a:gd name="T23" fmla="*/ 2147483647 h 128"/>
                <a:gd name="T24" fmla="*/ 2147483647 w 96"/>
                <a:gd name="T25" fmla="*/ 2147483647 h 128"/>
                <a:gd name="T26" fmla="*/ 2147483647 w 96"/>
                <a:gd name="T27" fmla="*/ 2147483647 h 128"/>
                <a:gd name="T28" fmla="*/ 2147483647 w 96"/>
                <a:gd name="T29" fmla="*/ 2147483647 h 128"/>
                <a:gd name="T30" fmla="*/ 0 w 96"/>
                <a:gd name="T31" fmla="*/ 2147483647 h 128"/>
                <a:gd name="T32" fmla="*/ 2147483647 w 96"/>
                <a:gd name="T33" fmla="*/ 2147483647 h 128"/>
                <a:gd name="T34" fmla="*/ 2147483647 w 96"/>
                <a:gd name="T35" fmla="*/ 2147483647 h 128"/>
                <a:gd name="T36" fmla="*/ 2147483647 w 96"/>
                <a:gd name="T37" fmla="*/ 2147483647 h 128"/>
                <a:gd name="T38" fmla="*/ 2147483647 w 96"/>
                <a:gd name="T39" fmla="*/ 2147483647 h 128"/>
                <a:gd name="T40" fmla="*/ 2147483647 w 96"/>
                <a:gd name="T41" fmla="*/ 2147483647 h 12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6"/>
                <a:gd name="T64" fmla="*/ 0 h 128"/>
                <a:gd name="T65" fmla="*/ 96 w 96"/>
                <a:gd name="T66" fmla="*/ 128 h 12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6" h="128">
                  <a:moveTo>
                    <a:pt x="96" y="112"/>
                  </a:moveTo>
                  <a:lnTo>
                    <a:pt x="96" y="104"/>
                  </a:lnTo>
                  <a:lnTo>
                    <a:pt x="88" y="88"/>
                  </a:lnTo>
                  <a:lnTo>
                    <a:pt x="96" y="64"/>
                  </a:lnTo>
                  <a:lnTo>
                    <a:pt x="88" y="64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96" y="24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72" y="16"/>
                  </a:lnTo>
                  <a:lnTo>
                    <a:pt x="56" y="48"/>
                  </a:lnTo>
                  <a:lnTo>
                    <a:pt x="40" y="72"/>
                  </a:lnTo>
                  <a:lnTo>
                    <a:pt x="16" y="64"/>
                  </a:lnTo>
                  <a:lnTo>
                    <a:pt x="8" y="80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16" y="128"/>
                  </a:lnTo>
                  <a:lnTo>
                    <a:pt x="48" y="128"/>
                  </a:lnTo>
                  <a:lnTo>
                    <a:pt x="72" y="128"/>
                  </a:lnTo>
                  <a:lnTo>
                    <a:pt x="96" y="11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3" name="Freeform 764"/>
            <p:cNvSpPr>
              <a:spLocks/>
            </p:cNvSpPr>
            <p:nvPr/>
          </p:nvSpPr>
          <p:spPr bwMode="auto">
            <a:xfrm>
              <a:off x="4622993" y="3539943"/>
              <a:ext cx="85536" cy="96502"/>
            </a:xfrm>
            <a:custGeom>
              <a:avLst/>
              <a:gdLst>
                <a:gd name="T0" fmla="*/ 2147483647 w 64"/>
                <a:gd name="T1" fmla="*/ 2147483647 h 72"/>
                <a:gd name="T2" fmla="*/ 2147483647 w 64"/>
                <a:gd name="T3" fmla="*/ 2147483647 h 72"/>
                <a:gd name="T4" fmla="*/ 2147483647 w 64"/>
                <a:gd name="T5" fmla="*/ 2147483647 h 72"/>
                <a:gd name="T6" fmla="*/ 2147483647 w 64"/>
                <a:gd name="T7" fmla="*/ 2147483647 h 72"/>
                <a:gd name="T8" fmla="*/ 2147483647 w 64"/>
                <a:gd name="T9" fmla="*/ 2147483647 h 72"/>
                <a:gd name="T10" fmla="*/ 2147483647 w 64"/>
                <a:gd name="T11" fmla="*/ 0 h 72"/>
                <a:gd name="T12" fmla="*/ 2147483647 w 64"/>
                <a:gd name="T13" fmla="*/ 0 h 72"/>
                <a:gd name="T14" fmla="*/ 0 w 64"/>
                <a:gd name="T15" fmla="*/ 0 h 72"/>
                <a:gd name="T16" fmla="*/ 0 w 64"/>
                <a:gd name="T17" fmla="*/ 2147483647 h 72"/>
                <a:gd name="T18" fmla="*/ 0 w 64"/>
                <a:gd name="T19" fmla="*/ 2147483647 h 72"/>
                <a:gd name="T20" fmla="*/ 2147483647 w 64"/>
                <a:gd name="T21" fmla="*/ 2147483647 h 72"/>
                <a:gd name="T22" fmla="*/ 2147483647 w 64"/>
                <a:gd name="T23" fmla="*/ 2147483647 h 72"/>
                <a:gd name="T24" fmla="*/ 2147483647 w 64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72"/>
                <a:gd name="T41" fmla="*/ 64 w 64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72">
                  <a:moveTo>
                    <a:pt x="40" y="56"/>
                  </a:moveTo>
                  <a:lnTo>
                    <a:pt x="56" y="56"/>
                  </a:lnTo>
                  <a:lnTo>
                    <a:pt x="56" y="32"/>
                  </a:lnTo>
                  <a:lnTo>
                    <a:pt x="64" y="16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0" y="40"/>
                  </a:lnTo>
                  <a:lnTo>
                    <a:pt x="24" y="72"/>
                  </a:lnTo>
                  <a:lnTo>
                    <a:pt x="32" y="64"/>
                  </a:lnTo>
                  <a:lnTo>
                    <a:pt x="40" y="5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4" name="Freeform 765"/>
            <p:cNvSpPr>
              <a:spLocks/>
            </p:cNvSpPr>
            <p:nvPr/>
          </p:nvSpPr>
          <p:spPr bwMode="auto">
            <a:xfrm>
              <a:off x="4602157" y="3367774"/>
              <a:ext cx="128304" cy="172169"/>
            </a:xfrm>
            <a:custGeom>
              <a:avLst/>
              <a:gdLst>
                <a:gd name="T0" fmla="*/ 2147483647 w 96"/>
                <a:gd name="T1" fmla="*/ 2147483647 h 128"/>
                <a:gd name="T2" fmla="*/ 2147483647 w 96"/>
                <a:gd name="T3" fmla="*/ 2147483647 h 128"/>
                <a:gd name="T4" fmla="*/ 2147483647 w 96"/>
                <a:gd name="T5" fmla="*/ 2147483647 h 128"/>
                <a:gd name="T6" fmla="*/ 2147483647 w 96"/>
                <a:gd name="T7" fmla="*/ 2147483647 h 128"/>
                <a:gd name="T8" fmla="*/ 2147483647 w 96"/>
                <a:gd name="T9" fmla="*/ 2147483647 h 128"/>
                <a:gd name="T10" fmla="*/ 2147483647 w 96"/>
                <a:gd name="T11" fmla="*/ 2147483647 h 128"/>
                <a:gd name="T12" fmla="*/ 2147483647 w 96"/>
                <a:gd name="T13" fmla="*/ 2147483647 h 128"/>
                <a:gd name="T14" fmla="*/ 2147483647 w 96"/>
                <a:gd name="T15" fmla="*/ 2147483647 h 128"/>
                <a:gd name="T16" fmla="*/ 2147483647 w 96"/>
                <a:gd name="T17" fmla="*/ 0 h 128"/>
                <a:gd name="T18" fmla="*/ 2147483647 w 96"/>
                <a:gd name="T19" fmla="*/ 0 h 128"/>
                <a:gd name="T20" fmla="*/ 2147483647 w 96"/>
                <a:gd name="T21" fmla="*/ 0 h 128"/>
                <a:gd name="T22" fmla="*/ 2147483647 w 96"/>
                <a:gd name="T23" fmla="*/ 2147483647 h 128"/>
                <a:gd name="T24" fmla="*/ 2147483647 w 96"/>
                <a:gd name="T25" fmla="*/ 2147483647 h 128"/>
                <a:gd name="T26" fmla="*/ 2147483647 w 96"/>
                <a:gd name="T27" fmla="*/ 2147483647 h 128"/>
                <a:gd name="T28" fmla="*/ 2147483647 w 96"/>
                <a:gd name="T29" fmla="*/ 2147483647 h 128"/>
                <a:gd name="T30" fmla="*/ 2147483647 w 96"/>
                <a:gd name="T31" fmla="*/ 2147483647 h 128"/>
                <a:gd name="T32" fmla="*/ 0 w 96"/>
                <a:gd name="T33" fmla="*/ 2147483647 h 128"/>
                <a:gd name="T34" fmla="*/ 2147483647 w 96"/>
                <a:gd name="T35" fmla="*/ 2147483647 h 128"/>
                <a:gd name="T36" fmla="*/ 2147483647 w 96"/>
                <a:gd name="T37" fmla="*/ 2147483647 h 128"/>
                <a:gd name="T38" fmla="*/ 2147483647 w 96"/>
                <a:gd name="T39" fmla="*/ 2147483647 h 128"/>
                <a:gd name="T40" fmla="*/ 2147483647 w 96"/>
                <a:gd name="T41" fmla="*/ 2147483647 h 12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6"/>
                <a:gd name="T64" fmla="*/ 0 h 128"/>
                <a:gd name="T65" fmla="*/ 96 w 96"/>
                <a:gd name="T66" fmla="*/ 128 h 12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6" h="128">
                  <a:moveTo>
                    <a:pt x="96" y="112"/>
                  </a:moveTo>
                  <a:lnTo>
                    <a:pt x="96" y="104"/>
                  </a:lnTo>
                  <a:lnTo>
                    <a:pt x="88" y="88"/>
                  </a:lnTo>
                  <a:lnTo>
                    <a:pt x="96" y="64"/>
                  </a:lnTo>
                  <a:lnTo>
                    <a:pt x="88" y="64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96" y="24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72" y="16"/>
                  </a:lnTo>
                  <a:lnTo>
                    <a:pt x="56" y="48"/>
                  </a:lnTo>
                  <a:lnTo>
                    <a:pt x="40" y="72"/>
                  </a:lnTo>
                  <a:lnTo>
                    <a:pt x="16" y="64"/>
                  </a:lnTo>
                  <a:lnTo>
                    <a:pt x="8" y="80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16" y="128"/>
                  </a:lnTo>
                  <a:lnTo>
                    <a:pt x="48" y="128"/>
                  </a:lnTo>
                  <a:lnTo>
                    <a:pt x="72" y="128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5" name="Freeform 766"/>
            <p:cNvSpPr>
              <a:spLocks/>
            </p:cNvSpPr>
            <p:nvPr/>
          </p:nvSpPr>
          <p:spPr bwMode="auto">
            <a:xfrm>
              <a:off x="4602157" y="3367774"/>
              <a:ext cx="128304" cy="172169"/>
            </a:xfrm>
            <a:custGeom>
              <a:avLst/>
              <a:gdLst>
                <a:gd name="T0" fmla="*/ 2147483647 w 96"/>
                <a:gd name="T1" fmla="*/ 2147483647 h 128"/>
                <a:gd name="T2" fmla="*/ 2147483647 w 96"/>
                <a:gd name="T3" fmla="*/ 2147483647 h 128"/>
                <a:gd name="T4" fmla="*/ 2147483647 w 96"/>
                <a:gd name="T5" fmla="*/ 2147483647 h 128"/>
                <a:gd name="T6" fmla="*/ 2147483647 w 96"/>
                <a:gd name="T7" fmla="*/ 2147483647 h 128"/>
                <a:gd name="T8" fmla="*/ 2147483647 w 96"/>
                <a:gd name="T9" fmla="*/ 2147483647 h 128"/>
                <a:gd name="T10" fmla="*/ 2147483647 w 96"/>
                <a:gd name="T11" fmla="*/ 2147483647 h 128"/>
                <a:gd name="T12" fmla="*/ 2147483647 w 96"/>
                <a:gd name="T13" fmla="*/ 2147483647 h 128"/>
                <a:gd name="T14" fmla="*/ 2147483647 w 96"/>
                <a:gd name="T15" fmla="*/ 2147483647 h 128"/>
                <a:gd name="T16" fmla="*/ 2147483647 w 96"/>
                <a:gd name="T17" fmla="*/ 0 h 128"/>
                <a:gd name="T18" fmla="*/ 2147483647 w 96"/>
                <a:gd name="T19" fmla="*/ 0 h 128"/>
                <a:gd name="T20" fmla="*/ 2147483647 w 96"/>
                <a:gd name="T21" fmla="*/ 0 h 128"/>
                <a:gd name="T22" fmla="*/ 2147483647 w 96"/>
                <a:gd name="T23" fmla="*/ 2147483647 h 128"/>
                <a:gd name="T24" fmla="*/ 2147483647 w 96"/>
                <a:gd name="T25" fmla="*/ 2147483647 h 128"/>
                <a:gd name="T26" fmla="*/ 2147483647 w 96"/>
                <a:gd name="T27" fmla="*/ 2147483647 h 128"/>
                <a:gd name="T28" fmla="*/ 2147483647 w 96"/>
                <a:gd name="T29" fmla="*/ 2147483647 h 128"/>
                <a:gd name="T30" fmla="*/ 2147483647 w 96"/>
                <a:gd name="T31" fmla="*/ 2147483647 h 128"/>
                <a:gd name="T32" fmla="*/ 0 w 96"/>
                <a:gd name="T33" fmla="*/ 2147483647 h 128"/>
                <a:gd name="T34" fmla="*/ 2147483647 w 96"/>
                <a:gd name="T35" fmla="*/ 2147483647 h 128"/>
                <a:gd name="T36" fmla="*/ 2147483647 w 96"/>
                <a:gd name="T37" fmla="*/ 2147483647 h 128"/>
                <a:gd name="T38" fmla="*/ 2147483647 w 96"/>
                <a:gd name="T39" fmla="*/ 2147483647 h 128"/>
                <a:gd name="T40" fmla="*/ 2147483647 w 96"/>
                <a:gd name="T41" fmla="*/ 2147483647 h 12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6"/>
                <a:gd name="T64" fmla="*/ 0 h 128"/>
                <a:gd name="T65" fmla="*/ 96 w 96"/>
                <a:gd name="T66" fmla="*/ 128 h 12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6" h="128">
                  <a:moveTo>
                    <a:pt x="96" y="112"/>
                  </a:moveTo>
                  <a:lnTo>
                    <a:pt x="96" y="104"/>
                  </a:lnTo>
                  <a:lnTo>
                    <a:pt x="88" y="88"/>
                  </a:lnTo>
                  <a:lnTo>
                    <a:pt x="96" y="64"/>
                  </a:lnTo>
                  <a:lnTo>
                    <a:pt x="88" y="64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96" y="24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72" y="16"/>
                  </a:lnTo>
                  <a:lnTo>
                    <a:pt x="56" y="48"/>
                  </a:lnTo>
                  <a:lnTo>
                    <a:pt x="40" y="72"/>
                  </a:lnTo>
                  <a:lnTo>
                    <a:pt x="16" y="64"/>
                  </a:lnTo>
                  <a:lnTo>
                    <a:pt x="8" y="80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16" y="128"/>
                  </a:lnTo>
                  <a:lnTo>
                    <a:pt x="48" y="128"/>
                  </a:lnTo>
                  <a:lnTo>
                    <a:pt x="72" y="128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6" name="Freeform 767"/>
            <p:cNvSpPr>
              <a:spLocks/>
            </p:cNvSpPr>
            <p:nvPr/>
          </p:nvSpPr>
          <p:spPr bwMode="auto">
            <a:xfrm>
              <a:off x="4482626" y="3357905"/>
              <a:ext cx="42768" cy="107468"/>
            </a:xfrm>
            <a:custGeom>
              <a:avLst/>
              <a:gdLst>
                <a:gd name="T0" fmla="*/ 2147483647 w 32"/>
                <a:gd name="T1" fmla="*/ 2147483647 h 80"/>
                <a:gd name="T2" fmla="*/ 2147483647 w 32"/>
                <a:gd name="T3" fmla="*/ 2147483647 h 80"/>
                <a:gd name="T4" fmla="*/ 2147483647 w 32"/>
                <a:gd name="T5" fmla="*/ 2147483647 h 80"/>
                <a:gd name="T6" fmla="*/ 2147483647 w 32"/>
                <a:gd name="T7" fmla="*/ 0 h 80"/>
                <a:gd name="T8" fmla="*/ 2147483647 w 32"/>
                <a:gd name="T9" fmla="*/ 2147483647 h 80"/>
                <a:gd name="T10" fmla="*/ 2147483647 w 32"/>
                <a:gd name="T11" fmla="*/ 2147483647 h 80"/>
                <a:gd name="T12" fmla="*/ 0 w 32"/>
                <a:gd name="T13" fmla="*/ 2147483647 h 80"/>
                <a:gd name="T14" fmla="*/ 0 w 32"/>
                <a:gd name="T15" fmla="*/ 2147483647 h 80"/>
                <a:gd name="T16" fmla="*/ 2147483647 w 32"/>
                <a:gd name="T17" fmla="*/ 2147483647 h 80"/>
                <a:gd name="T18" fmla="*/ 2147483647 w 32"/>
                <a:gd name="T19" fmla="*/ 2147483647 h 80"/>
                <a:gd name="T20" fmla="*/ 2147483647 w 32"/>
                <a:gd name="T21" fmla="*/ 2147483647 h 80"/>
                <a:gd name="T22" fmla="*/ 2147483647 w 32"/>
                <a:gd name="T23" fmla="*/ 2147483647 h 80"/>
                <a:gd name="T24" fmla="*/ 2147483647 w 32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2"/>
                <a:gd name="T40" fmla="*/ 0 h 80"/>
                <a:gd name="T41" fmla="*/ 32 w 32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2" h="80">
                  <a:moveTo>
                    <a:pt x="32" y="32"/>
                  </a:moveTo>
                  <a:lnTo>
                    <a:pt x="32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64"/>
                  </a:lnTo>
                  <a:lnTo>
                    <a:pt x="16" y="80"/>
                  </a:lnTo>
                  <a:lnTo>
                    <a:pt x="24" y="80"/>
                  </a:lnTo>
                  <a:lnTo>
                    <a:pt x="24" y="64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7" name="Freeform 768"/>
            <p:cNvSpPr>
              <a:spLocks/>
            </p:cNvSpPr>
            <p:nvPr/>
          </p:nvSpPr>
          <p:spPr bwMode="auto">
            <a:xfrm>
              <a:off x="4471660" y="3389706"/>
              <a:ext cx="31802" cy="85536"/>
            </a:xfrm>
            <a:custGeom>
              <a:avLst/>
              <a:gdLst>
                <a:gd name="T0" fmla="*/ 2147483647 w 24"/>
                <a:gd name="T1" fmla="*/ 2147483647 h 64"/>
                <a:gd name="T2" fmla="*/ 2147483647 w 24"/>
                <a:gd name="T3" fmla="*/ 0 h 64"/>
                <a:gd name="T4" fmla="*/ 0 w 24"/>
                <a:gd name="T5" fmla="*/ 0 h 64"/>
                <a:gd name="T6" fmla="*/ 0 w 24"/>
                <a:gd name="T7" fmla="*/ 2147483647 h 64"/>
                <a:gd name="T8" fmla="*/ 0 w 24"/>
                <a:gd name="T9" fmla="*/ 2147483647 h 64"/>
                <a:gd name="T10" fmla="*/ 2147483647 w 24"/>
                <a:gd name="T11" fmla="*/ 2147483647 h 64"/>
                <a:gd name="T12" fmla="*/ 2147483647 w 24"/>
                <a:gd name="T13" fmla="*/ 2147483647 h 64"/>
                <a:gd name="T14" fmla="*/ 2147483647 w 24"/>
                <a:gd name="T15" fmla="*/ 2147483647 h 64"/>
                <a:gd name="T16" fmla="*/ 2147483647 w 24"/>
                <a:gd name="T17" fmla="*/ 2147483647 h 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4"/>
                <a:gd name="T28" fmla="*/ 0 h 64"/>
                <a:gd name="T29" fmla="*/ 24 w 24"/>
                <a:gd name="T30" fmla="*/ 64 h 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4" h="64">
                  <a:moveTo>
                    <a:pt x="8" y="8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16" y="40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8" name="Freeform 769"/>
            <p:cNvSpPr>
              <a:spLocks/>
            </p:cNvSpPr>
            <p:nvPr/>
          </p:nvSpPr>
          <p:spPr bwMode="auto">
            <a:xfrm>
              <a:off x="4482626" y="3357905"/>
              <a:ext cx="42768" cy="107468"/>
            </a:xfrm>
            <a:custGeom>
              <a:avLst/>
              <a:gdLst>
                <a:gd name="T0" fmla="*/ 2147483647 w 32"/>
                <a:gd name="T1" fmla="*/ 2147483647 h 80"/>
                <a:gd name="T2" fmla="*/ 2147483647 w 32"/>
                <a:gd name="T3" fmla="*/ 2147483647 h 80"/>
                <a:gd name="T4" fmla="*/ 2147483647 w 32"/>
                <a:gd name="T5" fmla="*/ 2147483647 h 80"/>
                <a:gd name="T6" fmla="*/ 2147483647 w 32"/>
                <a:gd name="T7" fmla="*/ 2147483647 h 80"/>
                <a:gd name="T8" fmla="*/ 2147483647 w 32"/>
                <a:gd name="T9" fmla="*/ 0 h 80"/>
                <a:gd name="T10" fmla="*/ 2147483647 w 32"/>
                <a:gd name="T11" fmla="*/ 2147483647 h 80"/>
                <a:gd name="T12" fmla="*/ 2147483647 w 32"/>
                <a:gd name="T13" fmla="*/ 2147483647 h 80"/>
                <a:gd name="T14" fmla="*/ 0 w 32"/>
                <a:gd name="T15" fmla="*/ 2147483647 h 80"/>
                <a:gd name="T16" fmla="*/ 0 w 32"/>
                <a:gd name="T17" fmla="*/ 2147483647 h 80"/>
                <a:gd name="T18" fmla="*/ 2147483647 w 32"/>
                <a:gd name="T19" fmla="*/ 2147483647 h 80"/>
                <a:gd name="T20" fmla="*/ 2147483647 w 32"/>
                <a:gd name="T21" fmla="*/ 2147483647 h 80"/>
                <a:gd name="T22" fmla="*/ 2147483647 w 32"/>
                <a:gd name="T23" fmla="*/ 2147483647 h 80"/>
                <a:gd name="T24" fmla="*/ 2147483647 w 32"/>
                <a:gd name="T25" fmla="*/ 2147483647 h 80"/>
                <a:gd name="T26" fmla="*/ 2147483647 w 32"/>
                <a:gd name="T27" fmla="*/ 2147483647 h 80"/>
                <a:gd name="T28" fmla="*/ 2147483647 w 32"/>
                <a:gd name="T29" fmla="*/ 2147483647 h 8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2"/>
                <a:gd name="T46" fmla="*/ 0 h 80"/>
                <a:gd name="T47" fmla="*/ 32 w 32"/>
                <a:gd name="T48" fmla="*/ 80 h 8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2" h="80">
                  <a:moveTo>
                    <a:pt x="32" y="32"/>
                  </a:moveTo>
                  <a:lnTo>
                    <a:pt x="32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64"/>
                  </a:lnTo>
                  <a:lnTo>
                    <a:pt x="16" y="80"/>
                  </a:lnTo>
                  <a:lnTo>
                    <a:pt x="24" y="80"/>
                  </a:lnTo>
                  <a:lnTo>
                    <a:pt x="24" y="64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9" name="Freeform 770"/>
            <p:cNvSpPr>
              <a:spLocks/>
            </p:cNvSpPr>
            <p:nvPr/>
          </p:nvSpPr>
          <p:spPr bwMode="auto">
            <a:xfrm>
              <a:off x="4471660" y="3389706"/>
              <a:ext cx="31802" cy="85536"/>
            </a:xfrm>
            <a:custGeom>
              <a:avLst/>
              <a:gdLst>
                <a:gd name="T0" fmla="*/ 2147483647 w 24"/>
                <a:gd name="T1" fmla="*/ 2147483647 h 64"/>
                <a:gd name="T2" fmla="*/ 2147483647 w 24"/>
                <a:gd name="T3" fmla="*/ 0 h 64"/>
                <a:gd name="T4" fmla="*/ 0 w 24"/>
                <a:gd name="T5" fmla="*/ 0 h 64"/>
                <a:gd name="T6" fmla="*/ 0 w 24"/>
                <a:gd name="T7" fmla="*/ 0 h 64"/>
                <a:gd name="T8" fmla="*/ 0 w 24"/>
                <a:gd name="T9" fmla="*/ 2147483647 h 64"/>
                <a:gd name="T10" fmla="*/ 0 w 24"/>
                <a:gd name="T11" fmla="*/ 2147483647 h 64"/>
                <a:gd name="T12" fmla="*/ 2147483647 w 24"/>
                <a:gd name="T13" fmla="*/ 2147483647 h 64"/>
                <a:gd name="T14" fmla="*/ 2147483647 w 24"/>
                <a:gd name="T15" fmla="*/ 2147483647 h 64"/>
                <a:gd name="T16" fmla="*/ 2147483647 w 24"/>
                <a:gd name="T17" fmla="*/ 2147483647 h 64"/>
                <a:gd name="T18" fmla="*/ 2147483647 w 24"/>
                <a:gd name="T19" fmla="*/ 2147483647 h 6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"/>
                <a:gd name="T31" fmla="*/ 0 h 64"/>
                <a:gd name="T32" fmla="*/ 24 w 24"/>
                <a:gd name="T33" fmla="*/ 64 h 6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" h="64">
                  <a:moveTo>
                    <a:pt x="8" y="8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16" y="40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0" name="Freeform 771"/>
            <p:cNvSpPr>
              <a:spLocks/>
            </p:cNvSpPr>
            <p:nvPr/>
          </p:nvSpPr>
          <p:spPr bwMode="auto">
            <a:xfrm>
              <a:off x="4665761" y="3862348"/>
              <a:ext cx="225903" cy="224806"/>
            </a:xfrm>
            <a:custGeom>
              <a:avLst/>
              <a:gdLst>
                <a:gd name="T0" fmla="*/ 2147483647 w 168"/>
                <a:gd name="T1" fmla="*/ 2147483647 h 168"/>
                <a:gd name="T2" fmla="*/ 2147483647 w 168"/>
                <a:gd name="T3" fmla="*/ 2147483647 h 168"/>
                <a:gd name="T4" fmla="*/ 2147483647 w 168"/>
                <a:gd name="T5" fmla="*/ 2147483647 h 168"/>
                <a:gd name="T6" fmla="*/ 2147483647 w 168"/>
                <a:gd name="T7" fmla="*/ 2147483647 h 168"/>
                <a:gd name="T8" fmla="*/ 2147483647 w 168"/>
                <a:gd name="T9" fmla="*/ 2147483647 h 168"/>
                <a:gd name="T10" fmla="*/ 2147483647 w 168"/>
                <a:gd name="T11" fmla="*/ 2147483647 h 168"/>
                <a:gd name="T12" fmla="*/ 2147483647 w 168"/>
                <a:gd name="T13" fmla="*/ 2147483647 h 168"/>
                <a:gd name="T14" fmla="*/ 2147483647 w 168"/>
                <a:gd name="T15" fmla="*/ 2147483647 h 168"/>
                <a:gd name="T16" fmla="*/ 2147483647 w 168"/>
                <a:gd name="T17" fmla="*/ 2147483647 h 168"/>
                <a:gd name="T18" fmla="*/ 2147483647 w 168"/>
                <a:gd name="T19" fmla="*/ 2147483647 h 168"/>
                <a:gd name="T20" fmla="*/ 2147483647 w 168"/>
                <a:gd name="T21" fmla="*/ 2147483647 h 168"/>
                <a:gd name="T22" fmla="*/ 2147483647 w 168"/>
                <a:gd name="T23" fmla="*/ 2147483647 h 168"/>
                <a:gd name="T24" fmla="*/ 2147483647 w 168"/>
                <a:gd name="T25" fmla="*/ 2147483647 h 168"/>
                <a:gd name="T26" fmla="*/ 2147483647 w 168"/>
                <a:gd name="T27" fmla="*/ 2147483647 h 168"/>
                <a:gd name="T28" fmla="*/ 2147483647 w 168"/>
                <a:gd name="T29" fmla="*/ 2147483647 h 168"/>
                <a:gd name="T30" fmla="*/ 2147483647 w 168"/>
                <a:gd name="T31" fmla="*/ 2147483647 h 168"/>
                <a:gd name="T32" fmla="*/ 2147483647 w 168"/>
                <a:gd name="T33" fmla="*/ 2147483647 h 168"/>
                <a:gd name="T34" fmla="*/ 2147483647 w 168"/>
                <a:gd name="T35" fmla="*/ 0 h 168"/>
                <a:gd name="T36" fmla="*/ 2147483647 w 168"/>
                <a:gd name="T37" fmla="*/ 2147483647 h 168"/>
                <a:gd name="T38" fmla="*/ 0 w 168"/>
                <a:gd name="T39" fmla="*/ 2147483647 h 168"/>
                <a:gd name="T40" fmla="*/ 2147483647 w 168"/>
                <a:gd name="T41" fmla="*/ 2147483647 h 168"/>
                <a:gd name="T42" fmla="*/ 2147483647 w 168"/>
                <a:gd name="T43" fmla="*/ 2147483647 h 168"/>
                <a:gd name="T44" fmla="*/ 2147483647 w 168"/>
                <a:gd name="T45" fmla="*/ 2147483647 h 168"/>
                <a:gd name="T46" fmla="*/ 2147483647 w 168"/>
                <a:gd name="T47" fmla="*/ 2147483647 h 168"/>
                <a:gd name="T48" fmla="*/ 2147483647 w 168"/>
                <a:gd name="T49" fmla="*/ 2147483647 h 168"/>
                <a:gd name="T50" fmla="*/ 2147483647 w 168"/>
                <a:gd name="T51" fmla="*/ 2147483647 h 16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68"/>
                <a:gd name="T79" fmla="*/ 0 h 168"/>
                <a:gd name="T80" fmla="*/ 168 w 168"/>
                <a:gd name="T81" fmla="*/ 168 h 16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68" h="168">
                  <a:moveTo>
                    <a:pt x="88" y="168"/>
                  </a:moveTo>
                  <a:lnTo>
                    <a:pt x="96" y="168"/>
                  </a:lnTo>
                  <a:lnTo>
                    <a:pt x="104" y="112"/>
                  </a:lnTo>
                  <a:lnTo>
                    <a:pt x="104" y="72"/>
                  </a:lnTo>
                  <a:lnTo>
                    <a:pt x="112" y="72"/>
                  </a:lnTo>
                  <a:lnTo>
                    <a:pt x="120" y="24"/>
                  </a:lnTo>
                  <a:lnTo>
                    <a:pt x="152" y="16"/>
                  </a:lnTo>
                  <a:lnTo>
                    <a:pt x="160" y="16"/>
                  </a:lnTo>
                  <a:lnTo>
                    <a:pt x="168" y="16"/>
                  </a:lnTo>
                  <a:lnTo>
                    <a:pt x="160" y="8"/>
                  </a:lnTo>
                  <a:lnTo>
                    <a:pt x="144" y="8"/>
                  </a:lnTo>
                  <a:lnTo>
                    <a:pt x="144" y="16"/>
                  </a:lnTo>
                  <a:lnTo>
                    <a:pt x="144" y="8"/>
                  </a:lnTo>
                  <a:lnTo>
                    <a:pt x="120" y="16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32"/>
                  </a:lnTo>
                  <a:lnTo>
                    <a:pt x="32" y="88"/>
                  </a:lnTo>
                  <a:lnTo>
                    <a:pt x="32" y="96"/>
                  </a:lnTo>
                  <a:lnTo>
                    <a:pt x="40" y="152"/>
                  </a:lnTo>
                  <a:lnTo>
                    <a:pt x="64" y="168"/>
                  </a:lnTo>
                  <a:lnTo>
                    <a:pt x="64" y="160"/>
                  </a:lnTo>
                  <a:lnTo>
                    <a:pt x="88" y="16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1" name="Freeform 772"/>
            <p:cNvSpPr>
              <a:spLocks/>
            </p:cNvSpPr>
            <p:nvPr/>
          </p:nvSpPr>
          <p:spPr bwMode="auto">
            <a:xfrm>
              <a:off x="4482626" y="3250436"/>
              <a:ext cx="53734" cy="64700"/>
            </a:xfrm>
            <a:custGeom>
              <a:avLst/>
              <a:gdLst>
                <a:gd name="T0" fmla="*/ 0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2147483647 h 48"/>
                <a:gd name="T8" fmla="*/ 2147483647 w 40"/>
                <a:gd name="T9" fmla="*/ 0 h 48"/>
                <a:gd name="T10" fmla="*/ 0 w 40"/>
                <a:gd name="T11" fmla="*/ 2147483647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0"/>
                <a:gd name="T19" fmla="*/ 0 h 48"/>
                <a:gd name="T20" fmla="*/ 40 w 40"/>
                <a:gd name="T21" fmla="*/ 48 h 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0" h="48">
                  <a:moveTo>
                    <a:pt x="0" y="48"/>
                  </a:moveTo>
                  <a:lnTo>
                    <a:pt x="16" y="48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40" y="0"/>
                  </a:lnTo>
                  <a:lnTo>
                    <a:pt x="0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2" name="Freeform 774"/>
            <p:cNvSpPr>
              <a:spLocks/>
            </p:cNvSpPr>
            <p:nvPr/>
          </p:nvSpPr>
          <p:spPr bwMode="auto">
            <a:xfrm>
              <a:off x="4665761" y="3862348"/>
              <a:ext cx="225903" cy="224806"/>
            </a:xfrm>
            <a:custGeom>
              <a:avLst/>
              <a:gdLst>
                <a:gd name="T0" fmla="*/ 2147483647 w 168"/>
                <a:gd name="T1" fmla="*/ 2147483647 h 168"/>
                <a:gd name="T2" fmla="*/ 2147483647 w 168"/>
                <a:gd name="T3" fmla="*/ 2147483647 h 168"/>
                <a:gd name="T4" fmla="*/ 2147483647 w 168"/>
                <a:gd name="T5" fmla="*/ 2147483647 h 168"/>
                <a:gd name="T6" fmla="*/ 2147483647 w 168"/>
                <a:gd name="T7" fmla="*/ 2147483647 h 168"/>
                <a:gd name="T8" fmla="*/ 2147483647 w 168"/>
                <a:gd name="T9" fmla="*/ 2147483647 h 168"/>
                <a:gd name="T10" fmla="*/ 2147483647 w 168"/>
                <a:gd name="T11" fmla="*/ 2147483647 h 168"/>
                <a:gd name="T12" fmla="*/ 2147483647 w 168"/>
                <a:gd name="T13" fmla="*/ 2147483647 h 168"/>
                <a:gd name="T14" fmla="*/ 2147483647 w 168"/>
                <a:gd name="T15" fmla="*/ 2147483647 h 168"/>
                <a:gd name="T16" fmla="*/ 2147483647 w 168"/>
                <a:gd name="T17" fmla="*/ 2147483647 h 168"/>
                <a:gd name="T18" fmla="*/ 2147483647 w 168"/>
                <a:gd name="T19" fmla="*/ 2147483647 h 168"/>
                <a:gd name="T20" fmla="*/ 2147483647 w 168"/>
                <a:gd name="T21" fmla="*/ 2147483647 h 168"/>
                <a:gd name="T22" fmla="*/ 2147483647 w 168"/>
                <a:gd name="T23" fmla="*/ 2147483647 h 168"/>
                <a:gd name="T24" fmla="*/ 2147483647 w 168"/>
                <a:gd name="T25" fmla="*/ 2147483647 h 168"/>
                <a:gd name="T26" fmla="*/ 2147483647 w 168"/>
                <a:gd name="T27" fmla="*/ 2147483647 h 168"/>
                <a:gd name="T28" fmla="*/ 2147483647 w 168"/>
                <a:gd name="T29" fmla="*/ 2147483647 h 168"/>
                <a:gd name="T30" fmla="*/ 2147483647 w 168"/>
                <a:gd name="T31" fmla="*/ 2147483647 h 168"/>
                <a:gd name="T32" fmla="*/ 2147483647 w 168"/>
                <a:gd name="T33" fmla="*/ 2147483647 h 168"/>
                <a:gd name="T34" fmla="*/ 2147483647 w 168"/>
                <a:gd name="T35" fmla="*/ 2147483647 h 168"/>
                <a:gd name="T36" fmla="*/ 2147483647 w 168"/>
                <a:gd name="T37" fmla="*/ 2147483647 h 168"/>
                <a:gd name="T38" fmla="*/ 2147483647 w 168"/>
                <a:gd name="T39" fmla="*/ 0 h 168"/>
                <a:gd name="T40" fmla="*/ 2147483647 w 168"/>
                <a:gd name="T41" fmla="*/ 2147483647 h 168"/>
                <a:gd name="T42" fmla="*/ 0 w 168"/>
                <a:gd name="T43" fmla="*/ 2147483647 h 168"/>
                <a:gd name="T44" fmla="*/ 2147483647 w 168"/>
                <a:gd name="T45" fmla="*/ 2147483647 h 168"/>
                <a:gd name="T46" fmla="*/ 2147483647 w 168"/>
                <a:gd name="T47" fmla="*/ 2147483647 h 168"/>
                <a:gd name="T48" fmla="*/ 2147483647 w 168"/>
                <a:gd name="T49" fmla="*/ 2147483647 h 168"/>
                <a:gd name="T50" fmla="*/ 2147483647 w 168"/>
                <a:gd name="T51" fmla="*/ 2147483647 h 168"/>
                <a:gd name="T52" fmla="*/ 2147483647 w 168"/>
                <a:gd name="T53" fmla="*/ 2147483647 h 168"/>
                <a:gd name="T54" fmla="*/ 2147483647 w 168"/>
                <a:gd name="T55" fmla="*/ 2147483647 h 16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68"/>
                <a:gd name="T85" fmla="*/ 0 h 168"/>
                <a:gd name="T86" fmla="*/ 168 w 168"/>
                <a:gd name="T87" fmla="*/ 168 h 16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68" h="168">
                  <a:moveTo>
                    <a:pt x="88" y="168"/>
                  </a:moveTo>
                  <a:lnTo>
                    <a:pt x="96" y="168"/>
                  </a:lnTo>
                  <a:lnTo>
                    <a:pt x="104" y="112"/>
                  </a:lnTo>
                  <a:lnTo>
                    <a:pt x="104" y="72"/>
                  </a:lnTo>
                  <a:lnTo>
                    <a:pt x="112" y="72"/>
                  </a:lnTo>
                  <a:lnTo>
                    <a:pt x="120" y="24"/>
                  </a:lnTo>
                  <a:lnTo>
                    <a:pt x="152" y="16"/>
                  </a:lnTo>
                  <a:lnTo>
                    <a:pt x="160" y="16"/>
                  </a:lnTo>
                  <a:lnTo>
                    <a:pt x="168" y="16"/>
                  </a:lnTo>
                  <a:lnTo>
                    <a:pt x="160" y="8"/>
                  </a:lnTo>
                  <a:lnTo>
                    <a:pt x="144" y="8"/>
                  </a:lnTo>
                  <a:lnTo>
                    <a:pt x="144" y="16"/>
                  </a:lnTo>
                  <a:lnTo>
                    <a:pt x="144" y="8"/>
                  </a:lnTo>
                  <a:lnTo>
                    <a:pt x="120" y="16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32"/>
                  </a:lnTo>
                  <a:lnTo>
                    <a:pt x="32" y="88"/>
                  </a:lnTo>
                  <a:lnTo>
                    <a:pt x="32" y="96"/>
                  </a:lnTo>
                  <a:lnTo>
                    <a:pt x="40" y="152"/>
                  </a:lnTo>
                  <a:lnTo>
                    <a:pt x="64" y="168"/>
                  </a:lnTo>
                  <a:lnTo>
                    <a:pt x="64" y="160"/>
                  </a:lnTo>
                  <a:lnTo>
                    <a:pt x="88" y="16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3" name="Freeform 775"/>
            <p:cNvSpPr>
              <a:spLocks/>
            </p:cNvSpPr>
            <p:nvPr/>
          </p:nvSpPr>
          <p:spPr bwMode="auto">
            <a:xfrm>
              <a:off x="1611683" y="1831415"/>
              <a:ext cx="461675" cy="632747"/>
            </a:xfrm>
            <a:custGeom>
              <a:avLst/>
              <a:gdLst>
                <a:gd name="T0" fmla="*/ 2147483647 w 344"/>
                <a:gd name="T1" fmla="*/ 2147483647 h 472"/>
                <a:gd name="T2" fmla="*/ 2147483647 w 344"/>
                <a:gd name="T3" fmla="*/ 2147483647 h 472"/>
                <a:gd name="T4" fmla="*/ 2147483647 w 344"/>
                <a:gd name="T5" fmla="*/ 2147483647 h 472"/>
                <a:gd name="T6" fmla="*/ 2147483647 w 344"/>
                <a:gd name="T7" fmla="*/ 2147483647 h 472"/>
                <a:gd name="T8" fmla="*/ 2147483647 w 344"/>
                <a:gd name="T9" fmla="*/ 2147483647 h 472"/>
                <a:gd name="T10" fmla="*/ 2147483647 w 344"/>
                <a:gd name="T11" fmla="*/ 2147483647 h 472"/>
                <a:gd name="T12" fmla="*/ 2147483647 w 344"/>
                <a:gd name="T13" fmla="*/ 2147483647 h 472"/>
                <a:gd name="T14" fmla="*/ 2147483647 w 344"/>
                <a:gd name="T15" fmla="*/ 0 h 472"/>
                <a:gd name="T16" fmla="*/ 2147483647 w 344"/>
                <a:gd name="T17" fmla="*/ 2147483647 h 472"/>
                <a:gd name="T18" fmla="*/ 2147483647 w 344"/>
                <a:gd name="T19" fmla="*/ 2147483647 h 472"/>
                <a:gd name="T20" fmla="*/ 2147483647 w 344"/>
                <a:gd name="T21" fmla="*/ 2147483647 h 472"/>
                <a:gd name="T22" fmla="*/ 2147483647 w 344"/>
                <a:gd name="T23" fmla="*/ 2147483647 h 472"/>
                <a:gd name="T24" fmla="*/ 2147483647 w 344"/>
                <a:gd name="T25" fmla="*/ 2147483647 h 472"/>
                <a:gd name="T26" fmla="*/ 2147483647 w 344"/>
                <a:gd name="T27" fmla="*/ 2147483647 h 472"/>
                <a:gd name="T28" fmla="*/ 2147483647 w 344"/>
                <a:gd name="T29" fmla="*/ 2147483647 h 472"/>
                <a:gd name="T30" fmla="*/ 2147483647 w 344"/>
                <a:gd name="T31" fmla="*/ 2147483647 h 472"/>
                <a:gd name="T32" fmla="*/ 2147483647 w 344"/>
                <a:gd name="T33" fmla="*/ 2147483647 h 472"/>
                <a:gd name="T34" fmla="*/ 2147483647 w 344"/>
                <a:gd name="T35" fmla="*/ 2147483647 h 472"/>
                <a:gd name="T36" fmla="*/ 2147483647 w 344"/>
                <a:gd name="T37" fmla="*/ 2147483647 h 472"/>
                <a:gd name="T38" fmla="*/ 0 w 344"/>
                <a:gd name="T39" fmla="*/ 2147483647 h 472"/>
                <a:gd name="T40" fmla="*/ 2147483647 w 344"/>
                <a:gd name="T41" fmla="*/ 2147483647 h 472"/>
                <a:gd name="T42" fmla="*/ 2147483647 w 344"/>
                <a:gd name="T43" fmla="*/ 2147483647 h 472"/>
                <a:gd name="T44" fmla="*/ 2147483647 w 344"/>
                <a:gd name="T45" fmla="*/ 2147483647 h 472"/>
                <a:gd name="T46" fmla="*/ 2147483647 w 344"/>
                <a:gd name="T47" fmla="*/ 2147483647 h 472"/>
                <a:gd name="T48" fmla="*/ 2147483647 w 344"/>
                <a:gd name="T49" fmla="*/ 2147483647 h 472"/>
                <a:gd name="T50" fmla="*/ 2147483647 w 344"/>
                <a:gd name="T51" fmla="*/ 2147483647 h 472"/>
                <a:gd name="T52" fmla="*/ 2147483647 w 344"/>
                <a:gd name="T53" fmla="*/ 2147483647 h 472"/>
                <a:gd name="T54" fmla="*/ 2147483647 w 344"/>
                <a:gd name="T55" fmla="*/ 2147483647 h 472"/>
                <a:gd name="T56" fmla="*/ 2147483647 w 344"/>
                <a:gd name="T57" fmla="*/ 2147483647 h 472"/>
                <a:gd name="T58" fmla="*/ 2147483647 w 344"/>
                <a:gd name="T59" fmla="*/ 2147483647 h 472"/>
                <a:gd name="T60" fmla="*/ 2147483647 w 344"/>
                <a:gd name="T61" fmla="*/ 2147483647 h 472"/>
                <a:gd name="T62" fmla="*/ 2147483647 w 344"/>
                <a:gd name="T63" fmla="*/ 2147483647 h 472"/>
                <a:gd name="T64" fmla="*/ 2147483647 w 344"/>
                <a:gd name="T65" fmla="*/ 2147483647 h 472"/>
                <a:gd name="T66" fmla="*/ 2147483647 w 344"/>
                <a:gd name="T67" fmla="*/ 2147483647 h 472"/>
                <a:gd name="T68" fmla="*/ 2147483647 w 344"/>
                <a:gd name="T69" fmla="*/ 2147483647 h 472"/>
                <a:gd name="T70" fmla="*/ 2147483647 w 344"/>
                <a:gd name="T71" fmla="*/ 2147483647 h 472"/>
                <a:gd name="T72" fmla="*/ 2147483647 w 344"/>
                <a:gd name="T73" fmla="*/ 2147483647 h 472"/>
                <a:gd name="T74" fmla="*/ 2147483647 w 344"/>
                <a:gd name="T75" fmla="*/ 2147483647 h 472"/>
                <a:gd name="T76" fmla="*/ 2147483647 w 344"/>
                <a:gd name="T77" fmla="*/ 2147483647 h 472"/>
                <a:gd name="T78" fmla="*/ 2147483647 w 344"/>
                <a:gd name="T79" fmla="*/ 2147483647 h 472"/>
                <a:gd name="T80" fmla="*/ 2147483647 w 344"/>
                <a:gd name="T81" fmla="*/ 2147483647 h 472"/>
                <a:gd name="T82" fmla="*/ 2147483647 w 344"/>
                <a:gd name="T83" fmla="*/ 2147483647 h 472"/>
                <a:gd name="T84" fmla="*/ 2147483647 w 344"/>
                <a:gd name="T85" fmla="*/ 2147483647 h 472"/>
                <a:gd name="T86" fmla="*/ 2147483647 w 344"/>
                <a:gd name="T87" fmla="*/ 2147483647 h 472"/>
                <a:gd name="T88" fmla="*/ 2147483647 w 344"/>
                <a:gd name="T89" fmla="*/ 2147483647 h 472"/>
                <a:gd name="T90" fmla="*/ 2147483647 w 344"/>
                <a:gd name="T91" fmla="*/ 2147483647 h 472"/>
                <a:gd name="T92" fmla="*/ 2147483647 w 344"/>
                <a:gd name="T93" fmla="*/ 2147483647 h 472"/>
                <a:gd name="T94" fmla="*/ 2147483647 w 344"/>
                <a:gd name="T95" fmla="*/ 2147483647 h 47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44"/>
                <a:gd name="T145" fmla="*/ 0 h 472"/>
                <a:gd name="T146" fmla="*/ 344 w 344"/>
                <a:gd name="T147" fmla="*/ 472 h 47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44" h="472">
                  <a:moveTo>
                    <a:pt x="336" y="64"/>
                  </a:moveTo>
                  <a:lnTo>
                    <a:pt x="328" y="48"/>
                  </a:lnTo>
                  <a:lnTo>
                    <a:pt x="288" y="56"/>
                  </a:lnTo>
                  <a:lnTo>
                    <a:pt x="240" y="32"/>
                  </a:lnTo>
                  <a:lnTo>
                    <a:pt x="216" y="32"/>
                  </a:lnTo>
                  <a:lnTo>
                    <a:pt x="192" y="24"/>
                  </a:lnTo>
                  <a:lnTo>
                    <a:pt x="192" y="8"/>
                  </a:lnTo>
                  <a:lnTo>
                    <a:pt x="152" y="0"/>
                  </a:lnTo>
                  <a:lnTo>
                    <a:pt x="136" y="16"/>
                  </a:lnTo>
                  <a:lnTo>
                    <a:pt x="104" y="24"/>
                  </a:lnTo>
                  <a:lnTo>
                    <a:pt x="80" y="40"/>
                  </a:lnTo>
                  <a:lnTo>
                    <a:pt x="64" y="80"/>
                  </a:lnTo>
                  <a:lnTo>
                    <a:pt x="32" y="88"/>
                  </a:lnTo>
                  <a:lnTo>
                    <a:pt x="32" y="112"/>
                  </a:lnTo>
                  <a:lnTo>
                    <a:pt x="56" y="144"/>
                  </a:lnTo>
                  <a:lnTo>
                    <a:pt x="80" y="160"/>
                  </a:lnTo>
                  <a:lnTo>
                    <a:pt x="80" y="176"/>
                  </a:lnTo>
                  <a:lnTo>
                    <a:pt x="64" y="184"/>
                  </a:lnTo>
                  <a:lnTo>
                    <a:pt x="40" y="176"/>
                  </a:lnTo>
                  <a:lnTo>
                    <a:pt x="0" y="200"/>
                  </a:lnTo>
                  <a:lnTo>
                    <a:pt x="16" y="216"/>
                  </a:lnTo>
                  <a:lnTo>
                    <a:pt x="32" y="232"/>
                  </a:lnTo>
                  <a:lnTo>
                    <a:pt x="64" y="232"/>
                  </a:lnTo>
                  <a:lnTo>
                    <a:pt x="96" y="232"/>
                  </a:lnTo>
                  <a:lnTo>
                    <a:pt x="80" y="264"/>
                  </a:lnTo>
                  <a:lnTo>
                    <a:pt x="48" y="272"/>
                  </a:lnTo>
                  <a:lnTo>
                    <a:pt x="24" y="288"/>
                  </a:lnTo>
                  <a:lnTo>
                    <a:pt x="24" y="312"/>
                  </a:lnTo>
                  <a:lnTo>
                    <a:pt x="48" y="328"/>
                  </a:lnTo>
                  <a:lnTo>
                    <a:pt x="56" y="352"/>
                  </a:lnTo>
                  <a:lnTo>
                    <a:pt x="72" y="360"/>
                  </a:lnTo>
                  <a:lnTo>
                    <a:pt x="80" y="384"/>
                  </a:lnTo>
                  <a:lnTo>
                    <a:pt x="104" y="384"/>
                  </a:lnTo>
                  <a:lnTo>
                    <a:pt x="144" y="384"/>
                  </a:lnTo>
                  <a:lnTo>
                    <a:pt x="120" y="416"/>
                  </a:lnTo>
                  <a:lnTo>
                    <a:pt x="64" y="472"/>
                  </a:lnTo>
                  <a:lnTo>
                    <a:pt x="128" y="432"/>
                  </a:lnTo>
                  <a:lnTo>
                    <a:pt x="184" y="376"/>
                  </a:lnTo>
                  <a:lnTo>
                    <a:pt x="176" y="368"/>
                  </a:lnTo>
                  <a:lnTo>
                    <a:pt x="208" y="328"/>
                  </a:lnTo>
                  <a:lnTo>
                    <a:pt x="216" y="344"/>
                  </a:lnTo>
                  <a:lnTo>
                    <a:pt x="224" y="360"/>
                  </a:lnTo>
                  <a:lnTo>
                    <a:pt x="248" y="344"/>
                  </a:lnTo>
                  <a:lnTo>
                    <a:pt x="272" y="328"/>
                  </a:lnTo>
                  <a:lnTo>
                    <a:pt x="288" y="336"/>
                  </a:lnTo>
                  <a:lnTo>
                    <a:pt x="344" y="344"/>
                  </a:lnTo>
                  <a:lnTo>
                    <a:pt x="344" y="64"/>
                  </a:lnTo>
                  <a:lnTo>
                    <a:pt x="336" y="64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4" name="Freeform 777"/>
            <p:cNvSpPr>
              <a:spLocks/>
            </p:cNvSpPr>
            <p:nvPr/>
          </p:nvSpPr>
          <p:spPr bwMode="auto">
            <a:xfrm>
              <a:off x="2346417" y="2627558"/>
              <a:ext cx="975989" cy="504443"/>
            </a:xfrm>
            <a:custGeom>
              <a:avLst/>
              <a:gdLst>
                <a:gd name="T0" fmla="*/ 2147483647 w 728"/>
                <a:gd name="T1" fmla="*/ 2147483647 h 376"/>
                <a:gd name="T2" fmla="*/ 2147483647 w 728"/>
                <a:gd name="T3" fmla="*/ 2147483647 h 376"/>
                <a:gd name="T4" fmla="*/ 2147483647 w 728"/>
                <a:gd name="T5" fmla="*/ 2147483647 h 376"/>
                <a:gd name="T6" fmla="*/ 2147483647 w 728"/>
                <a:gd name="T7" fmla="*/ 2147483647 h 376"/>
                <a:gd name="T8" fmla="*/ 2147483647 w 728"/>
                <a:gd name="T9" fmla="*/ 2147483647 h 376"/>
                <a:gd name="T10" fmla="*/ 2147483647 w 728"/>
                <a:gd name="T11" fmla="*/ 2147483647 h 376"/>
                <a:gd name="T12" fmla="*/ 2147483647 w 728"/>
                <a:gd name="T13" fmla="*/ 2147483647 h 376"/>
                <a:gd name="T14" fmla="*/ 2147483647 w 728"/>
                <a:gd name="T15" fmla="*/ 2147483647 h 376"/>
                <a:gd name="T16" fmla="*/ 2147483647 w 728"/>
                <a:gd name="T17" fmla="*/ 2147483647 h 376"/>
                <a:gd name="T18" fmla="*/ 2147483647 w 728"/>
                <a:gd name="T19" fmla="*/ 2147483647 h 376"/>
                <a:gd name="T20" fmla="*/ 2147483647 w 728"/>
                <a:gd name="T21" fmla="*/ 2147483647 h 376"/>
                <a:gd name="T22" fmla="*/ 2147483647 w 728"/>
                <a:gd name="T23" fmla="*/ 2147483647 h 376"/>
                <a:gd name="T24" fmla="*/ 2147483647 w 728"/>
                <a:gd name="T25" fmla="*/ 2147483647 h 376"/>
                <a:gd name="T26" fmla="*/ 2147483647 w 728"/>
                <a:gd name="T27" fmla="*/ 2147483647 h 376"/>
                <a:gd name="T28" fmla="*/ 2147483647 w 728"/>
                <a:gd name="T29" fmla="*/ 2147483647 h 376"/>
                <a:gd name="T30" fmla="*/ 2147483647 w 728"/>
                <a:gd name="T31" fmla="*/ 2147483647 h 376"/>
                <a:gd name="T32" fmla="*/ 2147483647 w 728"/>
                <a:gd name="T33" fmla="*/ 2147483647 h 376"/>
                <a:gd name="T34" fmla="*/ 2147483647 w 728"/>
                <a:gd name="T35" fmla="*/ 2147483647 h 376"/>
                <a:gd name="T36" fmla="*/ 2147483647 w 728"/>
                <a:gd name="T37" fmla="*/ 2147483647 h 376"/>
                <a:gd name="T38" fmla="*/ 2147483647 w 728"/>
                <a:gd name="T39" fmla="*/ 2147483647 h 376"/>
                <a:gd name="T40" fmla="*/ 2147483647 w 728"/>
                <a:gd name="T41" fmla="*/ 2147483647 h 376"/>
                <a:gd name="T42" fmla="*/ 2147483647 w 728"/>
                <a:gd name="T43" fmla="*/ 2147483647 h 376"/>
                <a:gd name="T44" fmla="*/ 2147483647 w 728"/>
                <a:gd name="T45" fmla="*/ 2147483647 h 376"/>
                <a:gd name="T46" fmla="*/ 2147483647 w 728"/>
                <a:gd name="T47" fmla="*/ 2147483647 h 376"/>
                <a:gd name="T48" fmla="*/ 2147483647 w 728"/>
                <a:gd name="T49" fmla="*/ 0 h 376"/>
                <a:gd name="T50" fmla="*/ 2147483647 w 728"/>
                <a:gd name="T51" fmla="*/ 2147483647 h 376"/>
                <a:gd name="T52" fmla="*/ 2147483647 w 728"/>
                <a:gd name="T53" fmla="*/ 2147483647 h 376"/>
                <a:gd name="T54" fmla="*/ 2147483647 w 728"/>
                <a:gd name="T55" fmla="*/ 2147483647 h 376"/>
                <a:gd name="T56" fmla="*/ 0 w 728"/>
                <a:gd name="T57" fmla="*/ 2147483647 h 376"/>
                <a:gd name="T58" fmla="*/ 2147483647 w 728"/>
                <a:gd name="T59" fmla="*/ 2147483647 h 376"/>
                <a:gd name="T60" fmla="*/ 2147483647 w 728"/>
                <a:gd name="T61" fmla="*/ 2147483647 h 376"/>
                <a:gd name="T62" fmla="*/ 2147483647 w 728"/>
                <a:gd name="T63" fmla="*/ 2147483647 h 376"/>
                <a:gd name="T64" fmla="*/ 2147483647 w 728"/>
                <a:gd name="T65" fmla="*/ 2147483647 h 37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728"/>
                <a:gd name="T100" fmla="*/ 0 h 376"/>
                <a:gd name="T101" fmla="*/ 728 w 728"/>
                <a:gd name="T102" fmla="*/ 376 h 37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728" h="376">
                  <a:moveTo>
                    <a:pt x="168" y="288"/>
                  </a:moveTo>
                  <a:lnTo>
                    <a:pt x="200" y="288"/>
                  </a:lnTo>
                  <a:lnTo>
                    <a:pt x="208" y="280"/>
                  </a:lnTo>
                  <a:lnTo>
                    <a:pt x="232" y="288"/>
                  </a:lnTo>
                  <a:lnTo>
                    <a:pt x="264" y="320"/>
                  </a:lnTo>
                  <a:lnTo>
                    <a:pt x="288" y="312"/>
                  </a:lnTo>
                  <a:lnTo>
                    <a:pt x="304" y="328"/>
                  </a:lnTo>
                  <a:lnTo>
                    <a:pt x="312" y="344"/>
                  </a:lnTo>
                  <a:lnTo>
                    <a:pt x="328" y="360"/>
                  </a:lnTo>
                  <a:lnTo>
                    <a:pt x="352" y="368"/>
                  </a:lnTo>
                  <a:lnTo>
                    <a:pt x="352" y="336"/>
                  </a:lnTo>
                  <a:lnTo>
                    <a:pt x="368" y="320"/>
                  </a:lnTo>
                  <a:lnTo>
                    <a:pt x="376" y="312"/>
                  </a:lnTo>
                  <a:lnTo>
                    <a:pt x="416" y="312"/>
                  </a:lnTo>
                  <a:lnTo>
                    <a:pt x="440" y="312"/>
                  </a:lnTo>
                  <a:lnTo>
                    <a:pt x="472" y="304"/>
                  </a:lnTo>
                  <a:lnTo>
                    <a:pt x="496" y="304"/>
                  </a:lnTo>
                  <a:lnTo>
                    <a:pt x="512" y="304"/>
                  </a:lnTo>
                  <a:lnTo>
                    <a:pt x="520" y="320"/>
                  </a:lnTo>
                  <a:lnTo>
                    <a:pt x="528" y="352"/>
                  </a:lnTo>
                  <a:lnTo>
                    <a:pt x="552" y="376"/>
                  </a:lnTo>
                  <a:lnTo>
                    <a:pt x="560" y="376"/>
                  </a:lnTo>
                  <a:lnTo>
                    <a:pt x="560" y="336"/>
                  </a:lnTo>
                  <a:lnTo>
                    <a:pt x="544" y="296"/>
                  </a:lnTo>
                  <a:lnTo>
                    <a:pt x="560" y="272"/>
                  </a:lnTo>
                  <a:lnTo>
                    <a:pt x="584" y="264"/>
                  </a:lnTo>
                  <a:lnTo>
                    <a:pt x="616" y="224"/>
                  </a:lnTo>
                  <a:lnTo>
                    <a:pt x="616" y="200"/>
                  </a:lnTo>
                  <a:lnTo>
                    <a:pt x="608" y="176"/>
                  </a:lnTo>
                  <a:lnTo>
                    <a:pt x="624" y="184"/>
                  </a:lnTo>
                  <a:lnTo>
                    <a:pt x="624" y="168"/>
                  </a:lnTo>
                  <a:lnTo>
                    <a:pt x="632" y="168"/>
                  </a:lnTo>
                  <a:lnTo>
                    <a:pt x="640" y="160"/>
                  </a:lnTo>
                  <a:lnTo>
                    <a:pt x="648" y="144"/>
                  </a:lnTo>
                  <a:lnTo>
                    <a:pt x="664" y="136"/>
                  </a:lnTo>
                  <a:lnTo>
                    <a:pt x="688" y="128"/>
                  </a:lnTo>
                  <a:lnTo>
                    <a:pt x="688" y="96"/>
                  </a:lnTo>
                  <a:lnTo>
                    <a:pt x="728" y="72"/>
                  </a:lnTo>
                  <a:lnTo>
                    <a:pt x="720" y="32"/>
                  </a:lnTo>
                  <a:lnTo>
                    <a:pt x="704" y="32"/>
                  </a:lnTo>
                  <a:lnTo>
                    <a:pt x="672" y="72"/>
                  </a:lnTo>
                  <a:lnTo>
                    <a:pt x="632" y="80"/>
                  </a:lnTo>
                  <a:lnTo>
                    <a:pt x="616" y="80"/>
                  </a:lnTo>
                  <a:lnTo>
                    <a:pt x="584" y="104"/>
                  </a:lnTo>
                  <a:lnTo>
                    <a:pt x="536" y="120"/>
                  </a:lnTo>
                  <a:lnTo>
                    <a:pt x="536" y="96"/>
                  </a:lnTo>
                  <a:lnTo>
                    <a:pt x="512" y="48"/>
                  </a:lnTo>
                  <a:lnTo>
                    <a:pt x="440" y="16"/>
                  </a:lnTo>
                  <a:lnTo>
                    <a:pt x="416" y="8"/>
                  </a:lnTo>
                  <a:lnTo>
                    <a:pt x="376" y="0"/>
                  </a:lnTo>
                  <a:lnTo>
                    <a:pt x="24" y="0"/>
                  </a:lnTo>
                  <a:lnTo>
                    <a:pt x="32" y="24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8"/>
                  </a:lnTo>
                  <a:lnTo>
                    <a:pt x="8" y="48"/>
                  </a:lnTo>
                  <a:lnTo>
                    <a:pt x="8" y="80"/>
                  </a:lnTo>
                  <a:lnTo>
                    <a:pt x="0" y="112"/>
                  </a:lnTo>
                  <a:lnTo>
                    <a:pt x="8" y="136"/>
                  </a:lnTo>
                  <a:lnTo>
                    <a:pt x="8" y="152"/>
                  </a:lnTo>
                  <a:lnTo>
                    <a:pt x="24" y="192"/>
                  </a:lnTo>
                  <a:lnTo>
                    <a:pt x="40" y="224"/>
                  </a:lnTo>
                  <a:lnTo>
                    <a:pt x="56" y="240"/>
                  </a:lnTo>
                  <a:lnTo>
                    <a:pt x="88" y="264"/>
                  </a:lnTo>
                  <a:lnTo>
                    <a:pt x="96" y="272"/>
                  </a:lnTo>
                  <a:lnTo>
                    <a:pt x="128" y="272"/>
                  </a:lnTo>
                  <a:lnTo>
                    <a:pt x="168" y="28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5" name="Freeform 779"/>
            <p:cNvSpPr>
              <a:spLocks/>
            </p:cNvSpPr>
            <p:nvPr/>
          </p:nvSpPr>
          <p:spPr bwMode="auto">
            <a:xfrm>
              <a:off x="2346417" y="2627558"/>
              <a:ext cx="975989" cy="504443"/>
            </a:xfrm>
            <a:custGeom>
              <a:avLst/>
              <a:gdLst>
                <a:gd name="T0" fmla="*/ 2147483647 w 728"/>
                <a:gd name="T1" fmla="*/ 2147483647 h 376"/>
                <a:gd name="T2" fmla="*/ 2147483647 w 728"/>
                <a:gd name="T3" fmla="*/ 2147483647 h 376"/>
                <a:gd name="T4" fmla="*/ 2147483647 w 728"/>
                <a:gd name="T5" fmla="*/ 2147483647 h 376"/>
                <a:gd name="T6" fmla="*/ 2147483647 w 728"/>
                <a:gd name="T7" fmla="*/ 2147483647 h 376"/>
                <a:gd name="T8" fmla="*/ 2147483647 w 728"/>
                <a:gd name="T9" fmla="*/ 2147483647 h 376"/>
                <a:gd name="T10" fmla="*/ 2147483647 w 728"/>
                <a:gd name="T11" fmla="*/ 2147483647 h 376"/>
                <a:gd name="T12" fmla="*/ 2147483647 w 728"/>
                <a:gd name="T13" fmla="*/ 2147483647 h 376"/>
                <a:gd name="T14" fmla="*/ 2147483647 w 728"/>
                <a:gd name="T15" fmla="*/ 2147483647 h 376"/>
                <a:gd name="T16" fmla="*/ 2147483647 w 728"/>
                <a:gd name="T17" fmla="*/ 2147483647 h 376"/>
                <a:gd name="T18" fmla="*/ 2147483647 w 728"/>
                <a:gd name="T19" fmla="*/ 2147483647 h 376"/>
                <a:gd name="T20" fmla="*/ 2147483647 w 728"/>
                <a:gd name="T21" fmla="*/ 2147483647 h 376"/>
                <a:gd name="T22" fmla="*/ 2147483647 w 728"/>
                <a:gd name="T23" fmla="*/ 2147483647 h 376"/>
                <a:gd name="T24" fmla="*/ 2147483647 w 728"/>
                <a:gd name="T25" fmla="*/ 2147483647 h 376"/>
                <a:gd name="T26" fmla="*/ 2147483647 w 728"/>
                <a:gd name="T27" fmla="*/ 2147483647 h 376"/>
                <a:gd name="T28" fmla="*/ 2147483647 w 728"/>
                <a:gd name="T29" fmla="*/ 2147483647 h 376"/>
                <a:gd name="T30" fmla="*/ 2147483647 w 728"/>
                <a:gd name="T31" fmla="*/ 2147483647 h 376"/>
                <a:gd name="T32" fmla="*/ 2147483647 w 728"/>
                <a:gd name="T33" fmla="*/ 2147483647 h 376"/>
                <a:gd name="T34" fmla="*/ 2147483647 w 728"/>
                <a:gd name="T35" fmla="*/ 2147483647 h 376"/>
                <a:gd name="T36" fmla="*/ 2147483647 w 728"/>
                <a:gd name="T37" fmla="*/ 2147483647 h 376"/>
                <a:gd name="T38" fmla="*/ 2147483647 w 728"/>
                <a:gd name="T39" fmla="*/ 2147483647 h 376"/>
                <a:gd name="T40" fmla="*/ 2147483647 w 728"/>
                <a:gd name="T41" fmla="*/ 2147483647 h 376"/>
                <a:gd name="T42" fmla="*/ 2147483647 w 728"/>
                <a:gd name="T43" fmla="*/ 2147483647 h 376"/>
                <a:gd name="T44" fmla="*/ 2147483647 w 728"/>
                <a:gd name="T45" fmla="*/ 2147483647 h 376"/>
                <a:gd name="T46" fmla="*/ 2147483647 w 728"/>
                <a:gd name="T47" fmla="*/ 2147483647 h 376"/>
                <a:gd name="T48" fmla="*/ 2147483647 w 728"/>
                <a:gd name="T49" fmla="*/ 2147483647 h 376"/>
                <a:gd name="T50" fmla="*/ 2147483647 w 728"/>
                <a:gd name="T51" fmla="*/ 0 h 376"/>
                <a:gd name="T52" fmla="*/ 2147483647 w 728"/>
                <a:gd name="T53" fmla="*/ 2147483647 h 376"/>
                <a:gd name="T54" fmla="*/ 2147483647 w 728"/>
                <a:gd name="T55" fmla="*/ 2147483647 h 376"/>
                <a:gd name="T56" fmla="*/ 2147483647 w 728"/>
                <a:gd name="T57" fmla="*/ 2147483647 h 376"/>
                <a:gd name="T58" fmla="*/ 0 w 728"/>
                <a:gd name="T59" fmla="*/ 2147483647 h 376"/>
                <a:gd name="T60" fmla="*/ 2147483647 w 728"/>
                <a:gd name="T61" fmla="*/ 2147483647 h 376"/>
                <a:gd name="T62" fmla="*/ 2147483647 w 728"/>
                <a:gd name="T63" fmla="*/ 2147483647 h 376"/>
                <a:gd name="T64" fmla="*/ 2147483647 w 728"/>
                <a:gd name="T65" fmla="*/ 2147483647 h 376"/>
                <a:gd name="T66" fmla="*/ 2147483647 w 728"/>
                <a:gd name="T67" fmla="*/ 2147483647 h 37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728"/>
                <a:gd name="T103" fmla="*/ 0 h 376"/>
                <a:gd name="T104" fmla="*/ 728 w 728"/>
                <a:gd name="T105" fmla="*/ 376 h 37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728" h="376">
                  <a:moveTo>
                    <a:pt x="168" y="288"/>
                  </a:moveTo>
                  <a:lnTo>
                    <a:pt x="200" y="288"/>
                  </a:lnTo>
                  <a:lnTo>
                    <a:pt x="208" y="280"/>
                  </a:lnTo>
                  <a:lnTo>
                    <a:pt x="232" y="288"/>
                  </a:lnTo>
                  <a:lnTo>
                    <a:pt x="264" y="320"/>
                  </a:lnTo>
                  <a:lnTo>
                    <a:pt x="288" y="312"/>
                  </a:lnTo>
                  <a:lnTo>
                    <a:pt x="304" y="328"/>
                  </a:lnTo>
                  <a:lnTo>
                    <a:pt x="312" y="344"/>
                  </a:lnTo>
                  <a:lnTo>
                    <a:pt x="328" y="360"/>
                  </a:lnTo>
                  <a:lnTo>
                    <a:pt x="352" y="368"/>
                  </a:lnTo>
                  <a:lnTo>
                    <a:pt x="352" y="336"/>
                  </a:lnTo>
                  <a:lnTo>
                    <a:pt x="368" y="320"/>
                  </a:lnTo>
                  <a:lnTo>
                    <a:pt x="376" y="312"/>
                  </a:lnTo>
                  <a:lnTo>
                    <a:pt x="416" y="312"/>
                  </a:lnTo>
                  <a:lnTo>
                    <a:pt x="440" y="312"/>
                  </a:lnTo>
                  <a:lnTo>
                    <a:pt x="472" y="304"/>
                  </a:lnTo>
                  <a:lnTo>
                    <a:pt x="496" y="304"/>
                  </a:lnTo>
                  <a:lnTo>
                    <a:pt x="512" y="304"/>
                  </a:lnTo>
                  <a:lnTo>
                    <a:pt x="520" y="320"/>
                  </a:lnTo>
                  <a:lnTo>
                    <a:pt x="528" y="352"/>
                  </a:lnTo>
                  <a:lnTo>
                    <a:pt x="552" y="376"/>
                  </a:lnTo>
                  <a:lnTo>
                    <a:pt x="560" y="376"/>
                  </a:lnTo>
                  <a:lnTo>
                    <a:pt x="560" y="336"/>
                  </a:lnTo>
                  <a:lnTo>
                    <a:pt x="544" y="296"/>
                  </a:lnTo>
                  <a:lnTo>
                    <a:pt x="560" y="272"/>
                  </a:lnTo>
                  <a:lnTo>
                    <a:pt x="584" y="264"/>
                  </a:lnTo>
                  <a:lnTo>
                    <a:pt x="616" y="224"/>
                  </a:lnTo>
                  <a:lnTo>
                    <a:pt x="616" y="200"/>
                  </a:lnTo>
                  <a:lnTo>
                    <a:pt x="608" y="176"/>
                  </a:lnTo>
                  <a:lnTo>
                    <a:pt x="624" y="184"/>
                  </a:lnTo>
                  <a:lnTo>
                    <a:pt x="624" y="168"/>
                  </a:lnTo>
                  <a:lnTo>
                    <a:pt x="632" y="168"/>
                  </a:lnTo>
                  <a:lnTo>
                    <a:pt x="640" y="160"/>
                  </a:lnTo>
                  <a:lnTo>
                    <a:pt x="648" y="144"/>
                  </a:lnTo>
                  <a:lnTo>
                    <a:pt x="664" y="136"/>
                  </a:lnTo>
                  <a:lnTo>
                    <a:pt x="688" y="128"/>
                  </a:lnTo>
                  <a:lnTo>
                    <a:pt x="688" y="96"/>
                  </a:lnTo>
                  <a:lnTo>
                    <a:pt x="728" y="72"/>
                  </a:lnTo>
                  <a:lnTo>
                    <a:pt x="720" y="32"/>
                  </a:lnTo>
                  <a:lnTo>
                    <a:pt x="704" y="32"/>
                  </a:lnTo>
                  <a:lnTo>
                    <a:pt x="672" y="72"/>
                  </a:lnTo>
                  <a:lnTo>
                    <a:pt x="632" y="80"/>
                  </a:lnTo>
                  <a:lnTo>
                    <a:pt x="616" y="80"/>
                  </a:lnTo>
                  <a:lnTo>
                    <a:pt x="584" y="104"/>
                  </a:lnTo>
                  <a:lnTo>
                    <a:pt x="536" y="120"/>
                  </a:lnTo>
                  <a:lnTo>
                    <a:pt x="536" y="96"/>
                  </a:lnTo>
                  <a:lnTo>
                    <a:pt x="512" y="48"/>
                  </a:lnTo>
                  <a:lnTo>
                    <a:pt x="440" y="16"/>
                  </a:lnTo>
                  <a:lnTo>
                    <a:pt x="416" y="8"/>
                  </a:lnTo>
                  <a:lnTo>
                    <a:pt x="376" y="0"/>
                  </a:lnTo>
                  <a:lnTo>
                    <a:pt x="24" y="0"/>
                  </a:lnTo>
                  <a:lnTo>
                    <a:pt x="32" y="24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8"/>
                  </a:lnTo>
                  <a:lnTo>
                    <a:pt x="8" y="48"/>
                  </a:lnTo>
                  <a:lnTo>
                    <a:pt x="8" y="80"/>
                  </a:lnTo>
                  <a:lnTo>
                    <a:pt x="0" y="112"/>
                  </a:lnTo>
                  <a:lnTo>
                    <a:pt x="8" y="136"/>
                  </a:lnTo>
                  <a:lnTo>
                    <a:pt x="8" y="152"/>
                  </a:lnTo>
                  <a:lnTo>
                    <a:pt x="24" y="192"/>
                  </a:lnTo>
                  <a:lnTo>
                    <a:pt x="40" y="224"/>
                  </a:lnTo>
                  <a:lnTo>
                    <a:pt x="56" y="240"/>
                  </a:lnTo>
                  <a:lnTo>
                    <a:pt x="88" y="264"/>
                  </a:lnTo>
                  <a:lnTo>
                    <a:pt x="96" y="272"/>
                  </a:lnTo>
                  <a:lnTo>
                    <a:pt x="128" y="272"/>
                  </a:lnTo>
                  <a:lnTo>
                    <a:pt x="168" y="28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236" name="Freeform 780"/>
            <p:cNvSpPr>
              <a:spLocks/>
            </p:cNvSpPr>
            <p:nvPr/>
          </p:nvSpPr>
          <p:spPr bwMode="auto">
            <a:xfrm>
              <a:off x="2968199" y="3315136"/>
              <a:ext cx="75667" cy="74570"/>
            </a:xfrm>
            <a:custGeom>
              <a:avLst/>
              <a:gdLst>
                <a:gd name="T0" fmla="*/ 2147483647 w 56"/>
                <a:gd name="T1" fmla="*/ 2147483647 h 56"/>
                <a:gd name="T2" fmla="*/ 2147483647 w 56"/>
                <a:gd name="T3" fmla="*/ 2147483647 h 56"/>
                <a:gd name="T4" fmla="*/ 2147483647 w 56"/>
                <a:gd name="T5" fmla="*/ 0 h 56"/>
                <a:gd name="T6" fmla="*/ 2147483647 w 56"/>
                <a:gd name="T7" fmla="*/ 2147483647 h 56"/>
                <a:gd name="T8" fmla="*/ 0 w 56"/>
                <a:gd name="T9" fmla="*/ 2147483647 h 56"/>
                <a:gd name="T10" fmla="*/ 2147483647 w 56"/>
                <a:gd name="T11" fmla="*/ 2147483647 h 56"/>
                <a:gd name="T12" fmla="*/ 2147483647 w 56"/>
                <a:gd name="T13" fmla="*/ 2147483647 h 56"/>
                <a:gd name="T14" fmla="*/ 2147483647 w 56"/>
                <a:gd name="T15" fmla="*/ 2147483647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6"/>
                <a:gd name="T25" fmla="*/ 0 h 56"/>
                <a:gd name="T26" fmla="*/ 56 w 56"/>
                <a:gd name="T27" fmla="*/ 56 h 5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6" h="56">
                  <a:moveTo>
                    <a:pt x="56" y="56"/>
                  </a:moveTo>
                  <a:lnTo>
                    <a:pt x="56" y="48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0" y="24"/>
                  </a:lnTo>
                  <a:lnTo>
                    <a:pt x="24" y="56"/>
                  </a:lnTo>
                  <a:lnTo>
                    <a:pt x="40" y="56"/>
                  </a:lnTo>
                  <a:lnTo>
                    <a:pt x="56" y="5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7" name="Freeform 781"/>
            <p:cNvSpPr>
              <a:spLocks/>
            </p:cNvSpPr>
            <p:nvPr/>
          </p:nvSpPr>
          <p:spPr bwMode="auto">
            <a:xfrm>
              <a:off x="3001097" y="3389706"/>
              <a:ext cx="63604" cy="42768"/>
            </a:xfrm>
            <a:custGeom>
              <a:avLst/>
              <a:gdLst>
                <a:gd name="T0" fmla="*/ 2147483647 w 48"/>
                <a:gd name="T1" fmla="*/ 0 h 32"/>
                <a:gd name="T2" fmla="*/ 2147483647 w 48"/>
                <a:gd name="T3" fmla="*/ 0 h 32"/>
                <a:gd name="T4" fmla="*/ 0 w 48"/>
                <a:gd name="T5" fmla="*/ 0 h 32"/>
                <a:gd name="T6" fmla="*/ 2147483647 w 48"/>
                <a:gd name="T7" fmla="*/ 2147483647 h 32"/>
                <a:gd name="T8" fmla="*/ 2147483647 w 48"/>
                <a:gd name="T9" fmla="*/ 2147483647 h 32"/>
                <a:gd name="T10" fmla="*/ 2147483647 w 48"/>
                <a:gd name="T11" fmla="*/ 2147483647 h 32"/>
                <a:gd name="T12" fmla="*/ 2147483647 w 48"/>
                <a:gd name="T13" fmla="*/ 0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8"/>
                <a:gd name="T22" fmla="*/ 0 h 32"/>
                <a:gd name="T23" fmla="*/ 48 w 48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8" h="32">
                  <a:moveTo>
                    <a:pt x="32" y="0"/>
                  </a:moveTo>
                  <a:lnTo>
                    <a:pt x="16" y="0"/>
                  </a:lnTo>
                  <a:lnTo>
                    <a:pt x="0" y="0"/>
                  </a:lnTo>
                  <a:lnTo>
                    <a:pt x="8" y="8"/>
                  </a:lnTo>
                  <a:lnTo>
                    <a:pt x="40" y="32"/>
                  </a:lnTo>
                  <a:lnTo>
                    <a:pt x="48" y="16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8" name="Freeform 782"/>
            <p:cNvSpPr>
              <a:spLocks/>
            </p:cNvSpPr>
            <p:nvPr/>
          </p:nvSpPr>
          <p:spPr bwMode="auto">
            <a:xfrm>
              <a:off x="3054832" y="3411638"/>
              <a:ext cx="96502" cy="42768"/>
            </a:xfrm>
            <a:custGeom>
              <a:avLst/>
              <a:gdLst>
                <a:gd name="T0" fmla="*/ 2147483647 w 72"/>
                <a:gd name="T1" fmla="*/ 2147483647 h 32"/>
                <a:gd name="T2" fmla="*/ 2147483647 w 72"/>
                <a:gd name="T3" fmla="*/ 2147483647 h 32"/>
                <a:gd name="T4" fmla="*/ 2147483647 w 72"/>
                <a:gd name="T5" fmla="*/ 2147483647 h 32"/>
                <a:gd name="T6" fmla="*/ 2147483647 w 72"/>
                <a:gd name="T7" fmla="*/ 0 h 32"/>
                <a:gd name="T8" fmla="*/ 0 w 72"/>
                <a:gd name="T9" fmla="*/ 2147483647 h 32"/>
                <a:gd name="T10" fmla="*/ 2147483647 w 72"/>
                <a:gd name="T11" fmla="*/ 2147483647 h 32"/>
                <a:gd name="T12" fmla="*/ 2147483647 w 72"/>
                <a:gd name="T13" fmla="*/ 2147483647 h 32"/>
                <a:gd name="T14" fmla="*/ 2147483647 w 72"/>
                <a:gd name="T15" fmla="*/ 2147483647 h 32"/>
                <a:gd name="T16" fmla="*/ 2147483647 w 72"/>
                <a:gd name="T17" fmla="*/ 2147483647 h 32"/>
                <a:gd name="T18" fmla="*/ 2147483647 w 72"/>
                <a:gd name="T19" fmla="*/ 2147483647 h 32"/>
                <a:gd name="T20" fmla="*/ 2147483647 w 72"/>
                <a:gd name="T21" fmla="*/ 2147483647 h 32"/>
                <a:gd name="T22" fmla="*/ 2147483647 w 72"/>
                <a:gd name="T23" fmla="*/ 2147483647 h 32"/>
                <a:gd name="T24" fmla="*/ 2147483647 w 72"/>
                <a:gd name="T25" fmla="*/ 2147483647 h 3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2"/>
                <a:gd name="T40" fmla="*/ 0 h 32"/>
                <a:gd name="T41" fmla="*/ 72 w 72"/>
                <a:gd name="T42" fmla="*/ 32 h 3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2" h="32">
                  <a:moveTo>
                    <a:pt x="56" y="8"/>
                  </a:moveTo>
                  <a:lnTo>
                    <a:pt x="40" y="8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40" y="16"/>
                  </a:lnTo>
                  <a:lnTo>
                    <a:pt x="56" y="16"/>
                  </a:lnTo>
                  <a:lnTo>
                    <a:pt x="64" y="32"/>
                  </a:lnTo>
                  <a:lnTo>
                    <a:pt x="72" y="16"/>
                  </a:lnTo>
                  <a:lnTo>
                    <a:pt x="56" y="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9" name="Freeform 783"/>
            <p:cNvSpPr>
              <a:spLocks/>
            </p:cNvSpPr>
            <p:nvPr/>
          </p:nvSpPr>
          <p:spPr bwMode="auto">
            <a:xfrm>
              <a:off x="3118435" y="3367774"/>
              <a:ext cx="203971" cy="214937"/>
            </a:xfrm>
            <a:custGeom>
              <a:avLst/>
              <a:gdLst>
                <a:gd name="T0" fmla="*/ 2147483647 w 152"/>
                <a:gd name="T1" fmla="*/ 2147483647 h 160"/>
                <a:gd name="T2" fmla="*/ 2147483647 w 152"/>
                <a:gd name="T3" fmla="*/ 2147483647 h 160"/>
                <a:gd name="T4" fmla="*/ 2147483647 w 152"/>
                <a:gd name="T5" fmla="*/ 2147483647 h 160"/>
                <a:gd name="T6" fmla="*/ 2147483647 w 152"/>
                <a:gd name="T7" fmla="*/ 2147483647 h 160"/>
                <a:gd name="T8" fmla="*/ 2147483647 w 152"/>
                <a:gd name="T9" fmla="*/ 2147483647 h 160"/>
                <a:gd name="T10" fmla="*/ 2147483647 w 152"/>
                <a:gd name="T11" fmla="*/ 2147483647 h 160"/>
                <a:gd name="T12" fmla="*/ 2147483647 w 152"/>
                <a:gd name="T13" fmla="*/ 2147483647 h 160"/>
                <a:gd name="T14" fmla="*/ 2147483647 w 152"/>
                <a:gd name="T15" fmla="*/ 2147483647 h 160"/>
                <a:gd name="T16" fmla="*/ 2147483647 w 152"/>
                <a:gd name="T17" fmla="*/ 0 h 160"/>
                <a:gd name="T18" fmla="*/ 2147483647 w 152"/>
                <a:gd name="T19" fmla="*/ 2147483647 h 160"/>
                <a:gd name="T20" fmla="*/ 2147483647 w 152"/>
                <a:gd name="T21" fmla="*/ 2147483647 h 160"/>
                <a:gd name="T22" fmla="*/ 2147483647 w 152"/>
                <a:gd name="T23" fmla="*/ 2147483647 h 160"/>
                <a:gd name="T24" fmla="*/ 2147483647 w 152"/>
                <a:gd name="T25" fmla="*/ 2147483647 h 160"/>
                <a:gd name="T26" fmla="*/ 2147483647 w 152"/>
                <a:gd name="T27" fmla="*/ 2147483647 h 160"/>
                <a:gd name="T28" fmla="*/ 2147483647 w 152"/>
                <a:gd name="T29" fmla="*/ 2147483647 h 160"/>
                <a:gd name="T30" fmla="*/ 2147483647 w 152"/>
                <a:gd name="T31" fmla="*/ 2147483647 h 160"/>
                <a:gd name="T32" fmla="*/ 2147483647 w 152"/>
                <a:gd name="T33" fmla="*/ 2147483647 h 160"/>
                <a:gd name="T34" fmla="*/ 2147483647 w 152"/>
                <a:gd name="T35" fmla="*/ 2147483647 h 160"/>
                <a:gd name="T36" fmla="*/ 2147483647 w 152"/>
                <a:gd name="T37" fmla="*/ 2147483647 h 160"/>
                <a:gd name="T38" fmla="*/ 2147483647 w 152"/>
                <a:gd name="T39" fmla="*/ 2147483647 h 160"/>
                <a:gd name="T40" fmla="*/ 0 w 152"/>
                <a:gd name="T41" fmla="*/ 2147483647 h 160"/>
                <a:gd name="T42" fmla="*/ 2147483647 w 152"/>
                <a:gd name="T43" fmla="*/ 2147483647 h 160"/>
                <a:gd name="T44" fmla="*/ 2147483647 w 152"/>
                <a:gd name="T45" fmla="*/ 2147483647 h 160"/>
                <a:gd name="T46" fmla="*/ 2147483647 w 152"/>
                <a:gd name="T47" fmla="*/ 2147483647 h 16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52"/>
                <a:gd name="T73" fmla="*/ 0 h 160"/>
                <a:gd name="T74" fmla="*/ 152 w 152"/>
                <a:gd name="T75" fmla="*/ 160 h 16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52" h="160">
                  <a:moveTo>
                    <a:pt x="152" y="136"/>
                  </a:moveTo>
                  <a:lnTo>
                    <a:pt x="152" y="104"/>
                  </a:lnTo>
                  <a:lnTo>
                    <a:pt x="144" y="88"/>
                  </a:lnTo>
                  <a:lnTo>
                    <a:pt x="144" y="80"/>
                  </a:lnTo>
                  <a:lnTo>
                    <a:pt x="128" y="80"/>
                  </a:lnTo>
                  <a:lnTo>
                    <a:pt x="88" y="64"/>
                  </a:lnTo>
                  <a:lnTo>
                    <a:pt x="80" y="40"/>
                  </a:lnTo>
                  <a:lnTo>
                    <a:pt x="80" y="8"/>
                  </a:lnTo>
                  <a:lnTo>
                    <a:pt x="96" y="0"/>
                  </a:lnTo>
                  <a:lnTo>
                    <a:pt x="72" y="8"/>
                  </a:lnTo>
                  <a:lnTo>
                    <a:pt x="56" y="16"/>
                  </a:lnTo>
                  <a:lnTo>
                    <a:pt x="48" y="32"/>
                  </a:lnTo>
                  <a:lnTo>
                    <a:pt x="40" y="40"/>
                  </a:lnTo>
                  <a:lnTo>
                    <a:pt x="24" y="48"/>
                  </a:lnTo>
                  <a:lnTo>
                    <a:pt x="16" y="64"/>
                  </a:lnTo>
                  <a:lnTo>
                    <a:pt x="16" y="72"/>
                  </a:lnTo>
                  <a:lnTo>
                    <a:pt x="24" y="88"/>
                  </a:lnTo>
                  <a:lnTo>
                    <a:pt x="24" y="104"/>
                  </a:lnTo>
                  <a:lnTo>
                    <a:pt x="24" y="120"/>
                  </a:lnTo>
                  <a:lnTo>
                    <a:pt x="8" y="128"/>
                  </a:lnTo>
                  <a:lnTo>
                    <a:pt x="0" y="136"/>
                  </a:lnTo>
                  <a:lnTo>
                    <a:pt x="32" y="152"/>
                  </a:lnTo>
                  <a:lnTo>
                    <a:pt x="48" y="160"/>
                  </a:lnTo>
                  <a:lnTo>
                    <a:pt x="152" y="13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0" name="Freeform 784"/>
            <p:cNvSpPr>
              <a:spLocks/>
            </p:cNvSpPr>
            <p:nvPr/>
          </p:nvSpPr>
          <p:spPr bwMode="auto">
            <a:xfrm>
              <a:off x="3183135" y="3550909"/>
              <a:ext cx="139271" cy="96502"/>
            </a:xfrm>
            <a:custGeom>
              <a:avLst/>
              <a:gdLst>
                <a:gd name="T0" fmla="*/ 0 w 104"/>
                <a:gd name="T1" fmla="*/ 2147483647 h 72"/>
                <a:gd name="T2" fmla="*/ 2147483647 w 104"/>
                <a:gd name="T3" fmla="*/ 2147483647 h 72"/>
                <a:gd name="T4" fmla="*/ 2147483647 w 104"/>
                <a:gd name="T5" fmla="*/ 2147483647 h 72"/>
                <a:gd name="T6" fmla="*/ 2147483647 w 104"/>
                <a:gd name="T7" fmla="*/ 2147483647 h 72"/>
                <a:gd name="T8" fmla="*/ 2147483647 w 104"/>
                <a:gd name="T9" fmla="*/ 2147483647 h 72"/>
                <a:gd name="T10" fmla="*/ 2147483647 w 104"/>
                <a:gd name="T11" fmla="*/ 2147483647 h 72"/>
                <a:gd name="T12" fmla="*/ 2147483647 w 104"/>
                <a:gd name="T13" fmla="*/ 2147483647 h 72"/>
                <a:gd name="T14" fmla="*/ 2147483647 w 104"/>
                <a:gd name="T15" fmla="*/ 2147483647 h 72"/>
                <a:gd name="T16" fmla="*/ 2147483647 w 104"/>
                <a:gd name="T17" fmla="*/ 2147483647 h 72"/>
                <a:gd name="T18" fmla="*/ 2147483647 w 104"/>
                <a:gd name="T19" fmla="*/ 2147483647 h 72"/>
                <a:gd name="T20" fmla="*/ 2147483647 w 104"/>
                <a:gd name="T21" fmla="*/ 0 h 72"/>
                <a:gd name="T22" fmla="*/ 0 w 104"/>
                <a:gd name="T23" fmla="*/ 2147483647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72"/>
                <a:gd name="T38" fmla="*/ 104 w 104"/>
                <a:gd name="T39" fmla="*/ 72 h 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72">
                  <a:moveTo>
                    <a:pt x="0" y="24"/>
                  </a:moveTo>
                  <a:lnTo>
                    <a:pt x="24" y="40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56" y="64"/>
                  </a:lnTo>
                  <a:lnTo>
                    <a:pt x="64" y="56"/>
                  </a:lnTo>
                  <a:lnTo>
                    <a:pt x="56" y="64"/>
                  </a:lnTo>
                  <a:lnTo>
                    <a:pt x="64" y="72"/>
                  </a:lnTo>
                  <a:lnTo>
                    <a:pt x="72" y="24"/>
                  </a:lnTo>
                  <a:lnTo>
                    <a:pt x="72" y="8"/>
                  </a:lnTo>
                  <a:lnTo>
                    <a:pt x="104" y="0"/>
                  </a:lnTo>
                  <a:lnTo>
                    <a:pt x="0" y="24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1" name="Freeform 785"/>
            <p:cNvSpPr>
              <a:spLocks/>
            </p:cNvSpPr>
            <p:nvPr/>
          </p:nvSpPr>
          <p:spPr bwMode="auto">
            <a:xfrm>
              <a:off x="3183135" y="3550909"/>
              <a:ext cx="139271" cy="96502"/>
            </a:xfrm>
            <a:custGeom>
              <a:avLst/>
              <a:gdLst>
                <a:gd name="T0" fmla="*/ 0 w 104"/>
                <a:gd name="T1" fmla="*/ 2147483647 h 72"/>
                <a:gd name="T2" fmla="*/ 0 w 104"/>
                <a:gd name="T3" fmla="*/ 2147483647 h 72"/>
                <a:gd name="T4" fmla="*/ 2147483647 w 104"/>
                <a:gd name="T5" fmla="*/ 2147483647 h 72"/>
                <a:gd name="T6" fmla="*/ 2147483647 w 104"/>
                <a:gd name="T7" fmla="*/ 2147483647 h 72"/>
                <a:gd name="T8" fmla="*/ 2147483647 w 104"/>
                <a:gd name="T9" fmla="*/ 2147483647 h 72"/>
                <a:gd name="T10" fmla="*/ 2147483647 w 104"/>
                <a:gd name="T11" fmla="*/ 2147483647 h 72"/>
                <a:gd name="T12" fmla="*/ 2147483647 w 104"/>
                <a:gd name="T13" fmla="*/ 2147483647 h 72"/>
                <a:gd name="T14" fmla="*/ 2147483647 w 104"/>
                <a:gd name="T15" fmla="*/ 2147483647 h 72"/>
                <a:gd name="T16" fmla="*/ 2147483647 w 104"/>
                <a:gd name="T17" fmla="*/ 2147483647 h 72"/>
                <a:gd name="T18" fmla="*/ 2147483647 w 104"/>
                <a:gd name="T19" fmla="*/ 2147483647 h 72"/>
                <a:gd name="T20" fmla="*/ 2147483647 w 104"/>
                <a:gd name="T21" fmla="*/ 2147483647 h 72"/>
                <a:gd name="T22" fmla="*/ 2147483647 w 104"/>
                <a:gd name="T23" fmla="*/ 0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72"/>
                <a:gd name="T38" fmla="*/ 104 w 104"/>
                <a:gd name="T39" fmla="*/ 72 h 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72">
                  <a:moveTo>
                    <a:pt x="0" y="24"/>
                  </a:moveTo>
                  <a:lnTo>
                    <a:pt x="0" y="24"/>
                  </a:lnTo>
                  <a:lnTo>
                    <a:pt x="24" y="40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56" y="64"/>
                  </a:lnTo>
                  <a:lnTo>
                    <a:pt x="64" y="56"/>
                  </a:lnTo>
                  <a:lnTo>
                    <a:pt x="56" y="64"/>
                  </a:lnTo>
                  <a:lnTo>
                    <a:pt x="64" y="72"/>
                  </a:lnTo>
                  <a:lnTo>
                    <a:pt x="72" y="24"/>
                  </a:lnTo>
                  <a:lnTo>
                    <a:pt x="72" y="8"/>
                  </a:lnTo>
                  <a:lnTo>
                    <a:pt x="104" y="0"/>
                  </a:lnTo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2" name="Freeform 786"/>
            <p:cNvSpPr>
              <a:spLocks/>
            </p:cNvSpPr>
            <p:nvPr/>
          </p:nvSpPr>
          <p:spPr bwMode="auto">
            <a:xfrm>
              <a:off x="3183135" y="3550909"/>
              <a:ext cx="139271" cy="96502"/>
            </a:xfrm>
            <a:custGeom>
              <a:avLst/>
              <a:gdLst>
                <a:gd name="T0" fmla="*/ 0 w 104"/>
                <a:gd name="T1" fmla="*/ 2147483647 h 72"/>
                <a:gd name="T2" fmla="*/ 0 w 104"/>
                <a:gd name="T3" fmla="*/ 2147483647 h 72"/>
                <a:gd name="T4" fmla="*/ 2147483647 w 104"/>
                <a:gd name="T5" fmla="*/ 2147483647 h 72"/>
                <a:gd name="T6" fmla="*/ 2147483647 w 104"/>
                <a:gd name="T7" fmla="*/ 2147483647 h 72"/>
                <a:gd name="T8" fmla="*/ 2147483647 w 104"/>
                <a:gd name="T9" fmla="*/ 2147483647 h 72"/>
                <a:gd name="T10" fmla="*/ 2147483647 w 104"/>
                <a:gd name="T11" fmla="*/ 2147483647 h 72"/>
                <a:gd name="T12" fmla="*/ 2147483647 w 104"/>
                <a:gd name="T13" fmla="*/ 2147483647 h 72"/>
                <a:gd name="T14" fmla="*/ 2147483647 w 104"/>
                <a:gd name="T15" fmla="*/ 2147483647 h 72"/>
                <a:gd name="T16" fmla="*/ 2147483647 w 104"/>
                <a:gd name="T17" fmla="*/ 2147483647 h 72"/>
                <a:gd name="T18" fmla="*/ 2147483647 w 104"/>
                <a:gd name="T19" fmla="*/ 2147483647 h 72"/>
                <a:gd name="T20" fmla="*/ 2147483647 w 104"/>
                <a:gd name="T21" fmla="*/ 2147483647 h 72"/>
                <a:gd name="T22" fmla="*/ 2147483647 w 104"/>
                <a:gd name="T23" fmla="*/ 0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72"/>
                <a:gd name="T38" fmla="*/ 104 w 104"/>
                <a:gd name="T39" fmla="*/ 72 h 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72">
                  <a:moveTo>
                    <a:pt x="0" y="24"/>
                  </a:moveTo>
                  <a:lnTo>
                    <a:pt x="0" y="24"/>
                  </a:lnTo>
                  <a:lnTo>
                    <a:pt x="24" y="40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56" y="64"/>
                  </a:lnTo>
                  <a:lnTo>
                    <a:pt x="64" y="56"/>
                  </a:lnTo>
                  <a:lnTo>
                    <a:pt x="56" y="64"/>
                  </a:lnTo>
                  <a:lnTo>
                    <a:pt x="64" y="72"/>
                  </a:lnTo>
                  <a:lnTo>
                    <a:pt x="72" y="24"/>
                  </a:lnTo>
                  <a:lnTo>
                    <a:pt x="72" y="8"/>
                  </a:lnTo>
                  <a:lnTo>
                    <a:pt x="104" y="0"/>
                  </a:lnTo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3" name="Freeform 787"/>
            <p:cNvSpPr>
              <a:spLocks/>
            </p:cNvSpPr>
            <p:nvPr/>
          </p:nvSpPr>
          <p:spPr bwMode="auto">
            <a:xfrm>
              <a:off x="3420004" y="3432474"/>
              <a:ext cx="85536" cy="118435"/>
            </a:xfrm>
            <a:custGeom>
              <a:avLst/>
              <a:gdLst>
                <a:gd name="T0" fmla="*/ 2147483647 w 64"/>
                <a:gd name="T1" fmla="*/ 2147483647 h 88"/>
                <a:gd name="T2" fmla="*/ 2147483647 w 64"/>
                <a:gd name="T3" fmla="*/ 2147483647 h 88"/>
                <a:gd name="T4" fmla="*/ 2147483647 w 64"/>
                <a:gd name="T5" fmla="*/ 2147483647 h 88"/>
                <a:gd name="T6" fmla="*/ 2147483647 w 64"/>
                <a:gd name="T7" fmla="*/ 2147483647 h 88"/>
                <a:gd name="T8" fmla="*/ 2147483647 w 64"/>
                <a:gd name="T9" fmla="*/ 2147483647 h 88"/>
                <a:gd name="T10" fmla="*/ 2147483647 w 64"/>
                <a:gd name="T11" fmla="*/ 2147483647 h 88"/>
                <a:gd name="T12" fmla="*/ 2147483647 w 64"/>
                <a:gd name="T13" fmla="*/ 2147483647 h 88"/>
                <a:gd name="T14" fmla="*/ 2147483647 w 64"/>
                <a:gd name="T15" fmla="*/ 0 h 88"/>
                <a:gd name="T16" fmla="*/ 2147483647 w 64"/>
                <a:gd name="T17" fmla="*/ 2147483647 h 88"/>
                <a:gd name="T18" fmla="*/ 0 w 64"/>
                <a:gd name="T19" fmla="*/ 2147483647 h 88"/>
                <a:gd name="T20" fmla="*/ 2147483647 w 64"/>
                <a:gd name="T21" fmla="*/ 2147483647 h 88"/>
                <a:gd name="T22" fmla="*/ 2147483647 w 64"/>
                <a:gd name="T23" fmla="*/ 2147483647 h 88"/>
                <a:gd name="T24" fmla="*/ 2147483647 w 64"/>
                <a:gd name="T25" fmla="*/ 2147483647 h 88"/>
                <a:gd name="T26" fmla="*/ 2147483647 w 64"/>
                <a:gd name="T27" fmla="*/ 2147483647 h 88"/>
                <a:gd name="T28" fmla="*/ 2147483647 w 64"/>
                <a:gd name="T29" fmla="*/ 2147483647 h 88"/>
                <a:gd name="T30" fmla="*/ 2147483647 w 64"/>
                <a:gd name="T31" fmla="*/ 2147483647 h 88"/>
                <a:gd name="T32" fmla="*/ 2147483647 w 64"/>
                <a:gd name="T33" fmla="*/ 2147483647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4"/>
                <a:gd name="T52" fmla="*/ 0 h 88"/>
                <a:gd name="T53" fmla="*/ 64 w 64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4" h="88">
                  <a:moveTo>
                    <a:pt x="64" y="80"/>
                  </a:moveTo>
                  <a:lnTo>
                    <a:pt x="56" y="64"/>
                  </a:lnTo>
                  <a:lnTo>
                    <a:pt x="48" y="48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40"/>
                  </a:lnTo>
                  <a:lnTo>
                    <a:pt x="24" y="56"/>
                  </a:lnTo>
                  <a:lnTo>
                    <a:pt x="16" y="80"/>
                  </a:lnTo>
                  <a:lnTo>
                    <a:pt x="32" y="88"/>
                  </a:lnTo>
                  <a:lnTo>
                    <a:pt x="40" y="88"/>
                  </a:lnTo>
                  <a:lnTo>
                    <a:pt x="64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4" name="Freeform 788"/>
            <p:cNvSpPr>
              <a:spLocks/>
            </p:cNvSpPr>
            <p:nvPr/>
          </p:nvSpPr>
          <p:spPr bwMode="auto">
            <a:xfrm>
              <a:off x="3537343" y="3475242"/>
              <a:ext cx="53734" cy="64701"/>
            </a:xfrm>
            <a:custGeom>
              <a:avLst/>
              <a:gdLst>
                <a:gd name="T0" fmla="*/ 2147483647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2147483647 h 48"/>
                <a:gd name="T8" fmla="*/ 2147483647 w 40"/>
                <a:gd name="T9" fmla="*/ 0 h 48"/>
                <a:gd name="T10" fmla="*/ 2147483647 w 40"/>
                <a:gd name="T11" fmla="*/ 0 h 48"/>
                <a:gd name="T12" fmla="*/ 0 w 40"/>
                <a:gd name="T13" fmla="*/ 2147483647 h 48"/>
                <a:gd name="T14" fmla="*/ 2147483647 w 40"/>
                <a:gd name="T15" fmla="*/ 2147483647 h 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"/>
                <a:gd name="T25" fmla="*/ 0 h 48"/>
                <a:gd name="T26" fmla="*/ 40 w 40"/>
                <a:gd name="T27" fmla="*/ 48 h 4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" h="48">
                  <a:moveTo>
                    <a:pt x="8" y="32"/>
                  </a:moveTo>
                  <a:lnTo>
                    <a:pt x="8" y="48"/>
                  </a:lnTo>
                  <a:lnTo>
                    <a:pt x="24" y="40"/>
                  </a:lnTo>
                  <a:lnTo>
                    <a:pt x="40" y="16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8" y="32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5" name="Freeform 789"/>
            <p:cNvSpPr>
              <a:spLocks/>
            </p:cNvSpPr>
            <p:nvPr/>
          </p:nvSpPr>
          <p:spPr bwMode="auto">
            <a:xfrm>
              <a:off x="3420004" y="3432474"/>
              <a:ext cx="85536" cy="118435"/>
            </a:xfrm>
            <a:custGeom>
              <a:avLst/>
              <a:gdLst>
                <a:gd name="T0" fmla="*/ 2147483647 w 64"/>
                <a:gd name="T1" fmla="*/ 2147483647 h 88"/>
                <a:gd name="T2" fmla="*/ 2147483647 w 64"/>
                <a:gd name="T3" fmla="*/ 2147483647 h 88"/>
                <a:gd name="T4" fmla="*/ 2147483647 w 64"/>
                <a:gd name="T5" fmla="*/ 2147483647 h 88"/>
                <a:gd name="T6" fmla="*/ 2147483647 w 64"/>
                <a:gd name="T7" fmla="*/ 2147483647 h 88"/>
                <a:gd name="T8" fmla="*/ 2147483647 w 64"/>
                <a:gd name="T9" fmla="*/ 2147483647 h 88"/>
                <a:gd name="T10" fmla="*/ 2147483647 w 64"/>
                <a:gd name="T11" fmla="*/ 2147483647 h 88"/>
                <a:gd name="T12" fmla="*/ 2147483647 w 64"/>
                <a:gd name="T13" fmla="*/ 2147483647 h 88"/>
                <a:gd name="T14" fmla="*/ 2147483647 w 64"/>
                <a:gd name="T15" fmla="*/ 0 h 88"/>
                <a:gd name="T16" fmla="*/ 2147483647 w 64"/>
                <a:gd name="T17" fmla="*/ 2147483647 h 88"/>
                <a:gd name="T18" fmla="*/ 0 w 64"/>
                <a:gd name="T19" fmla="*/ 2147483647 h 88"/>
                <a:gd name="T20" fmla="*/ 2147483647 w 64"/>
                <a:gd name="T21" fmla="*/ 2147483647 h 88"/>
                <a:gd name="T22" fmla="*/ 2147483647 w 64"/>
                <a:gd name="T23" fmla="*/ 2147483647 h 88"/>
                <a:gd name="T24" fmla="*/ 2147483647 w 64"/>
                <a:gd name="T25" fmla="*/ 2147483647 h 88"/>
                <a:gd name="T26" fmla="*/ 2147483647 w 64"/>
                <a:gd name="T27" fmla="*/ 2147483647 h 88"/>
                <a:gd name="T28" fmla="*/ 2147483647 w 64"/>
                <a:gd name="T29" fmla="*/ 2147483647 h 88"/>
                <a:gd name="T30" fmla="*/ 2147483647 w 64"/>
                <a:gd name="T31" fmla="*/ 2147483647 h 88"/>
                <a:gd name="T32" fmla="*/ 2147483647 w 64"/>
                <a:gd name="T33" fmla="*/ 2147483647 h 88"/>
                <a:gd name="T34" fmla="*/ 2147483647 w 64"/>
                <a:gd name="T35" fmla="*/ 2147483647 h 88"/>
                <a:gd name="T36" fmla="*/ 2147483647 w 64"/>
                <a:gd name="T37" fmla="*/ 2147483647 h 88"/>
                <a:gd name="T38" fmla="*/ 2147483647 w 64"/>
                <a:gd name="T39" fmla="*/ 2147483647 h 88"/>
                <a:gd name="T40" fmla="*/ 2147483647 w 64"/>
                <a:gd name="T41" fmla="*/ 2147483647 h 88"/>
                <a:gd name="T42" fmla="*/ 2147483647 w 64"/>
                <a:gd name="T43" fmla="*/ 2147483647 h 88"/>
                <a:gd name="T44" fmla="*/ 2147483647 w 64"/>
                <a:gd name="T45" fmla="*/ 2147483647 h 88"/>
                <a:gd name="T46" fmla="*/ 2147483647 w 64"/>
                <a:gd name="T47" fmla="*/ 2147483647 h 88"/>
                <a:gd name="T48" fmla="*/ 2147483647 w 64"/>
                <a:gd name="T49" fmla="*/ 0 h 88"/>
                <a:gd name="T50" fmla="*/ 2147483647 w 64"/>
                <a:gd name="T51" fmla="*/ 2147483647 h 88"/>
                <a:gd name="T52" fmla="*/ 0 w 64"/>
                <a:gd name="T53" fmla="*/ 2147483647 h 88"/>
                <a:gd name="T54" fmla="*/ 2147483647 w 64"/>
                <a:gd name="T55" fmla="*/ 2147483647 h 88"/>
                <a:gd name="T56" fmla="*/ 2147483647 w 64"/>
                <a:gd name="T57" fmla="*/ 2147483647 h 88"/>
                <a:gd name="T58" fmla="*/ 2147483647 w 64"/>
                <a:gd name="T59" fmla="*/ 2147483647 h 88"/>
                <a:gd name="T60" fmla="*/ 2147483647 w 64"/>
                <a:gd name="T61" fmla="*/ 2147483647 h 88"/>
                <a:gd name="T62" fmla="*/ 2147483647 w 64"/>
                <a:gd name="T63" fmla="*/ 2147483647 h 88"/>
                <a:gd name="T64" fmla="*/ 2147483647 w 64"/>
                <a:gd name="T65" fmla="*/ 2147483647 h 88"/>
                <a:gd name="T66" fmla="*/ 2147483647 w 64"/>
                <a:gd name="T67" fmla="*/ 2147483647 h 88"/>
                <a:gd name="T68" fmla="*/ 2147483647 w 64"/>
                <a:gd name="T69" fmla="*/ 2147483647 h 8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4"/>
                <a:gd name="T106" fmla="*/ 0 h 88"/>
                <a:gd name="T107" fmla="*/ 64 w 64"/>
                <a:gd name="T108" fmla="*/ 88 h 8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4" h="88">
                  <a:moveTo>
                    <a:pt x="64" y="80"/>
                  </a:moveTo>
                  <a:lnTo>
                    <a:pt x="56" y="64"/>
                  </a:lnTo>
                  <a:lnTo>
                    <a:pt x="48" y="48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40"/>
                  </a:lnTo>
                  <a:lnTo>
                    <a:pt x="24" y="56"/>
                  </a:lnTo>
                  <a:lnTo>
                    <a:pt x="16" y="80"/>
                  </a:lnTo>
                  <a:lnTo>
                    <a:pt x="32" y="88"/>
                  </a:lnTo>
                  <a:lnTo>
                    <a:pt x="40" y="88"/>
                  </a:lnTo>
                  <a:lnTo>
                    <a:pt x="64" y="80"/>
                  </a:lnTo>
                  <a:lnTo>
                    <a:pt x="56" y="64"/>
                  </a:lnTo>
                  <a:lnTo>
                    <a:pt x="48" y="48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40"/>
                  </a:lnTo>
                  <a:lnTo>
                    <a:pt x="24" y="56"/>
                  </a:lnTo>
                  <a:lnTo>
                    <a:pt x="16" y="80"/>
                  </a:lnTo>
                  <a:lnTo>
                    <a:pt x="32" y="88"/>
                  </a:lnTo>
                  <a:lnTo>
                    <a:pt x="40" y="88"/>
                  </a:lnTo>
                  <a:lnTo>
                    <a:pt x="64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6" name="Freeform 790"/>
            <p:cNvSpPr>
              <a:spLocks/>
            </p:cNvSpPr>
            <p:nvPr/>
          </p:nvSpPr>
          <p:spPr bwMode="auto">
            <a:xfrm>
              <a:off x="3537343" y="3475242"/>
              <a:ext cx="53734" cy="64701"/>
            </a:xfrm>
            <a:custGeom>
              <a:avLst/>
              <a:gdLst>
                <a:gd name="T0" fmla="*/ 2147483647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2147483647 h 48"/>
                <a:gd name="T8" fmla="*/ 2147483647 w 40"/>
                <a:gd name="T9" fmla="*/ 2147483647 h 48"/>
                <a:gd name="T10" fmla="*/ 2147483647 w 40"/>
                <a:gd name="T11" fmla="*/ 0 h 48"/>
                <a:gd name="T12" fmla="*/ 2147483647 w 40"/>
                <a:gd name="T13" fmla="*/ 0 h 48"/>
                <a:gd name="T14" fmla="*/ 0 w 40"/>
                <a:gd name="T15" fmla="*/ 2147483647 h 48"/>
                <a:gd name="T16" fmla="*/ 2147483647 w 40"/>
                <a:gd name="T17" fmla="*/ 2147483647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0"/>
                <a:gd name="T28" fmla="*/ 0 h 48"/>
                <a:gd name="T29" fmla="*/ 40 w 40"/>
                <a:gd name="T30" fmla="*/ 48 h 4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0" h="48">
                  <a:moveTo>
                    <a:pt x="8" y="32"/>
                  </a:moveTo>
                  <a:lnTo>
                    <a:pt x="8" y="48"/>
                  </a:lnTo>
                  <a:lnTo>
                    <a:pt x="24" y="40"/>
                  </a:lnTo>
                  <a:lnTo>
                    <a:pt x="40" y="16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8" y="32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7" name="Freeform 792"/>
            <p:cNvSpPr>
              <a:spLocks/>
            </p:cNvSpPr>
            <p:nvPr/>
          </p:nvSpPr>
          <p:spPr bwMode="auto">
            <a:xfrm>
              <a:off x="3398072" y="3916082"/>
              <a:ext cx="150237" cy="139271"/>
            </a:xfrm>
            <a:custGeom>
              <a:avLst/>
              <a:gdLst>
                <a:gd name="T0" fmla="*/ 2147483647 w 112"/>
                <a:gd name="T1" fmla="*/ 0 h 104"/>
                <a:gd name="T2" fmla="*/ 0 w 112"/>
                <a:gd name="T3" fmla="*/ 2147483647 h 104"/>
                <a:gd name="T4" fmla="*/ 0 w 112"/>
                <a:gd name="T5" fmla="*/ 2147483647 h 104"/>
                <a:gd name="T6" fmla="*/ 2147483647 w 112"/>
                <a:gd name="T7" fmla="*/ 2147483647 h 104"/>
                <a:gd name="T8" fmla="*/ 2147483647 w 112"/>
                <a:gd name="T9" fmla="*/ 2147483647 h 104"/>
                <a:gd name="T10" fmla="*/ 2147483647 w 112"/>
                <a:gd name="T11" fmla="*/ 2147483647 h 104"/>
                <a:gd name="T12" fmla="*/ 2147483647 w 112"/>
                <a:gd name="T13" fmla="*/ 2147483647 h 104"/>
                <a:gd name="T14" fmla="*/ 2147483647 w 112"/>
                <a:gd name="T15" fmla="*/ 2147483647 h 104"/>
                <a:gd name="T16" fmla="*/ 2147483647 w 112"/>
                <a:gd name="T17" fmla="*/ 2147483647 h 104"/>
                <a:gd name="T18" fmla="*/ 2147483647 w 112"/>
                <a:gd name="T19" fmla="*/ 2147483647 h 104"/>
                <a:gd name="T20" fmla="*/ 2147483647 w 112"/>
                <a:gd name="T21" fmla="*/ 2147483647 h 104"/>
                <a:gd name="T22" fmla="*/ 2147483647 w 112"/>
                <a:gd name="T23" fmla="*/ 2147483647 h 104"/>
                <a:gd name="T24" fmla="*/ 2147483647 w 112"/>
                <a:gd name="T25" fmla="*/ 2147483647 h 104"/>
                <a:gd name="T26" fmla="*/ 2147483647 w 112"/>
                <a:gd name="T27" fmla="*/ 2147483647 h 104"/>
                <a:gd name="T28" fmla="*/ 2147483647 w 112"/>
                <a:gd name="T29" fmla="*/ 2147483647 h 104"/>
                <a:gd name="T30" fmla="*/ 2147483647 w 112"/>
                <a:gd name="T31" fmla="*/ 2147483647 h 104"/>
                <a:gd name="T32" fmla="*/ 2147483647 w 112"/>
                <a:gd name="T33" fmla="*/ 2147483647 h 104"/>
                <a:gd name="T34" fmla="*/ 2147483647 w 112"/>
                <a:gd name="T35" fmla="*/ 0 h 104"/>
                <a:gd name="T36" fmla="*/ 2147483647 w 112"/>
                <a:gd name="T37" fmla="*/ 0 h 104"/>
                <a:gd name="T38" fmla="*/ 2147483647 w 112"/>
                <a:gd name="T39" fmla="*/ 0 h 10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2"/>
                <a:gd name="T61" fmla="*/ 0 h 104"/>
                <a:gd name="T62" fmla="*/ 112 w 112"/>
                <a:gd name="T63" fmla="*/ 104 h 10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2" h="104">
                  <a:moveTo>
                    <a:pt x="32" y="0"/>
                  </a:moveTo>
                  <a:lnTo>
                    <a:pt x="0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24" y="56"/>
                  </a:lnTo>
                  <a:lnTo>
                    <a:pt x="48" y="64"/>
                  </a:lnTo>
                  <a:lnTo>
                    <a:pt x="56" y="72"/>
                  </a:lnTo>
                  <a:lnTo>
                    <a:pt x="56" y="96"/>
                  </a:lnTo>
                  <a:lnTo>
                    <a:pt x="72" y="104"/>
                  </a:lnTo>
                  <a:lnTo>
                    <a:pt x="96" y="88"/>
                  </a:lnTo>
                  <a:lnTo>
                    <a:pt x="112" y="80"/>
                  </a:lnTo>
                  <a:lnTo>
                    <a:pt x="104" y="72"/>
                  </a:lnTo>
                  <a:lnTo>
                    <a:pt x="104" y="56"/>
                  </a:lnTo>
                  <a:lnTo>
                    <a:pt x="96" y="56"/>
                  </a:lnTo>
                  <a:lnTo>
                    <a:pt x="80" y="32"/>
                  </a:lnTo>
                  <a:lnTo>
                    <a:pt x="72" y="24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8" name="Freeform 793"/>
            <p:cNvSpPr>
              <a:spLocks/>
            </p:cNvSpPr>
            <p:nvPr/>
          </p:nvSpPr>
          <p:spPr bwMode="auto">
            <a:xfrm>
              <a:off x="3472642" y="4109086"/>
              <a:ext cx="86633" cy="107468"/>
            </a:xfrm>
            <a:custGeom>
              <a:avLst/>
              <a:gdLst>
                <a:gd name="T0" fmla="*/ 2147483647 w 64"/>
                <a:gd name="T1" fmla="*/ 2147483647 h 80"/>
                <a:gd name="T2" fmla="*/ 2147483647 w 64"/>
                <a:gd name="T3" fmla="*/ 2147483647 h 80"/>
                <a:gd name="T4" fmla="*/ 2147483647 w 64"/>
                <a:gd name="T5" fmla="*/ 0 h 80"/>
                <a:gd name="T6" fmla="*/ 0 w 64"/>
                <a:gd name="T7" fmla="*/ 2147483647 h 80"/>
                <a:gd name="T8" fmla="*/ 0 w 64"/>
                <a:gd name="T9" fmla="*/ 2147483647 h 80"/>
                <a:gd name="T10" fmla="*/ 0 w 64"/>
                <a:gd name="T11" fmla="*/ 2147483647 h 80"/>
                <a:gd name="T12" fmla="*/ 2147483647 w 64"/>
                <a:gd name="T13" fmla="*/ 2147483647 h 80"/>
                <a:gd name="T14" fmla="*/ 2147483647 w 64"/>
                <a:gd name="T15" fmla="*/ 2147483647 h 80"/>
                <a:gd name="T16" fmla="*/ 2147483647 w 64"/>
                <a:gd name="T17" fmla="*/ 2147483647 h 80"/>
                <a:gd name="T18" fmla="*/ 2147483647 w 64"/>
                <a:gd name="T19" fmla="*/ 2147483647 h 80"/>
                <a:gd name="T20" fmla="*/ 2147483647 w 64"/>
                <a:gd name="T21" fmla="*/ 2147483647 h 80"/>
                <a:gd name="T22" fmla="*/ 2147483647 w 64"/>
                <a:gd name="T23" fmla="*/ 2147483647 h 80"/>
                <a:gd name="T24" fmla="*/ 2147483647 w 64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80"/>
                <a:gd name="T41" fmla="*/ 64 w 64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80">
                  <a:moveTo>
                    <a:pt x="40" y="16"/>
                  </a:move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0" y="32"/>
                  </a:lnTo>
                  <a:lnTo>
                    <a:pt x="0" y="56"/>
                  </a:lnTo>
                  <a:lnTo>
                    <a:pt x="16" y="64"/>
                  </a:lnTo>
                  <a:lnTo>
                    <a:pt x="24" y="72"/>
                  </a:lnTo>
                  <a:lnTo>
                    <a:pt x="40" y="80"/>
                  </a:lnTo>
                  <a:lnTo>
                    <a:pt x="64" y="64"/>
                  </a:lnTo>
                  <a:lnTo>
                    <a:pt x="64" y="56"/>
                  </a:lnTo>
                  <a:lnTo>
                    <a:pt x="56" y="32"/>
                  </a:lnTo>
                  <a:lnTo>
                    <a:pt x="40" y="1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9" name="Freeform 794"/>
            <p:cNvSpPr>
              <a:spLocks/>
            </p:cNvSpPr>
            <p:nvPr/>
          </p:nvSpPr>
          <p:spPr bwMode="auto">
            <a:xfrm>
              <a:off x="3279638" y="3743913"/>
              <a:ext cx="193004" cy="225903"/>
            </a:xfrm>
            <a:custGeom>
              <a:avLst/>
              <a:gdLst>
                <a:gd name="T0" fmla="*/ 2147483647 w 144"/>
                <a:gd name="T1" fmla="*/ 2147483647 h 168"/>
                <a:gd name="T2" fmla="*/ 2147483647 w 144"/>
                <a:gd name="T3" fmla="*/ 2147483647 h 168"/>
                <a:gd name="T4" fmla="*/ 2147483647 w 144"/>
                <a:gd name="T5" fmla="*/ 2147483647 h 168"/>
                <a:gd name="T6" fmla="*/ 2147483647 w 144"/>
                <a:gd name="T7" fmla="*/ 2147483647 h 168"/>
                <a:gd name="T8" fmla="*/ 2147483647 w 144"/>
                <a:gd name="T9" fmla="*/ 2147483647 h 168"/>
                <a:gd name="T10" fmla="*/ 2147483647 w 144"/>
                <a:gd name="T11" fmla="*/ 2147483647 h 168"/>
                <a:gd name="T12" fmla="*/ 2147483647 w 144"/>
                <a:gd name="T13" fmla="*/ 2147483647 h 168"/>
                <a:gd name="T14" fmla="*/ 2147483647 w 144"/>
                <a:gd name="T15" fmla="*/ 2147483647 h 168"/>
                <a:gd name="T16" fmla="*/ 2147483647 w 144"/>
                <a:gd name="T17" fmla="*/ 2147483647 h 168"/>
                <a:gd name="T18" fmla="*/ 2147483647 w 144"/>
                <a:gd name="T19" fmla="*/ 2147483647 h 168"/>
                <a:gd name="T20" fmla="*/ 2147483647 w 144"/>
                <a:gd name="T21" fmla="*/ 2147483647 h 168"/>
                <a:gd name="T22" fmla="*/ 2147483647 w 144"/>
                <a:gd name="T23" fmla="*/ 2147483647 h 168"/>
                <a:gd name="T24" fmla="*/ 2147483647 w 144"/>
                <a:gd name="T25" fmla="*/ 2147483647 h 168"/>
                <a:gd name="T26" fmla="*/ 2147483647 w 144"/>
                <a:gd name="T27" fmla="*/ 0 h 168"/>
                <a:gd name="T28" fmla="*/ 2147483647 w 144"/>
                <a:gd name="T29" fmla="*/ 2147483647 h 168"/>
                <a:gd name="T30" fmla="*/ 0 w 144"/>
                <a:gd name="T31" fmla="*/ 2147483647 h 168"/>
                <a:gd name="T32" fmla="*/ 2147483647 w 144"/>
                <a:gd name="T33" fmla="*/ 2147483647 h 168"/>
                <a:gd name="T34" fmla="*/ 2147483647 w 144"/>
                <a:gd name="T35" fmla="*/ 2147483647 h 168"/>
                <a:gd name="T36" fmla="*/ 0 w 144"/>
                <a:gd name="T37" fmla="*/ 2147483647 h 168"/>
                <a:gd name="T38" fmla="*/ 0 w 144"/>
                <a:gd name="T39" fmla="*/ 2147483647 h 168"/>
                <a:gd name="T40" fmla="*/ 2147483647 w 144"/>
                <a:gd name="T41" fmla="*/ 2147483647 h 168"/>
                <a:gd name="T42" fmla="*/ 2147483647 w 144"/>
                <a:gd name="T43" fmla="*/ 2147483647 h 168"/>
                <a:gd name="T44" fmla="*/ 2147483647 w 144"/>
                <a:gd name="T45" fmla="*/ 2147483647 h 168"/>
                <a:gd name="T46" fmla="*/ 2147483647 w 144"/>
                <a:gd name="T47" fmla="*/ 2147483647 h 168"/>
                <a:gd name="T48" fmla="*/ 2147483647 w 144"/>
                <a:gd name="T49" fmla="*/ 2147483647 h 168"/>
                <a:gd name="T50" fmla="*/ 2147483647 w 144"/>
                <a:gd name="T51" fmla="*/ 2147483647 h 168"/>
                <a:gd name="T52" fmla="*/ 2147483647 w 144"/>
                <a:gd name="T53" fmla="*/ 2147483647 h 168"/>
                <a:gd name="T54" fmla="*/ 2147483647 w 144"/>
                <a:gd name="T55" fmla="*/ 2147483647 h 168"/>
                <a:gd name="T56" fmla="*/ 2147483647 w 144"/>
                <a:gd name="T57" fmla="*/ 2147483647 h 168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44"/>
                <a:gd name="T88" fmla="*/ 0 h 168"/>
                <a:gd name="T89" fmla="*/ 144 w 144"/>
                <a:gd name="T90" fmla="*/ 168 h 168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44" h="168">
                  <a:moveTo>
                    <a:pt x="88" y="160"/>
                  </a:moveTo>
                  <a:lnTo>
                    <a:pt x="88" y="152"/>
                  </a:lnTo>
                  <a:lnTo>
                    <a:pt x="120" y="128"/>
                  </a:lnTo>
                  <a:lnTo>
                    <a:pt x="136" y="128"/>
                  </a:lnTo>
                  <a:lnTo>
                    <a:pt x="144" y="128"/>
                  </a:lnTo>
                  <a:lnTo>
                    <a:pt x="144" y="104"/>
                  </a:lnTo>
                  <a:lnTo>
                    <a:pt x="144" y="88"/>
                  </a:lnTo>
                  <a:lnTo>
                    <a:pt x="120" y="80"/>
                  </a:lnTo>
                  <a:lnTo>
                    <a:pt x="112" y="72"/>
                  </a:lnTo>
                  <a:lnTo>
                    <a:pt x="112" y="56"/>
                  </a:lnTo>
                  <a:lnTo>
                    <a:pt x="88" y="40"/>
                  </a:lnTo>
                  <a:lnTo>
                    <a:pt x="64" y="32"/>
                  </a:lnTo>
                  <a:lnTo>
                    <a:pt x="56" y="8"/>
                  </a:lnTo>
                  <a:lnTo>
                    <a:pt x="32" y="0"/>
                  </a:lnTo>
                  <a:lnTo>
                    <a:pt x="16" y="16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8" y="64"/>
                  </a:lnTo>
                  <a:lnTo>
                    <a:pt x="0" y="88"/>
                  </a:lnTo>
                  <a:lnTo>
                    <a:pt x="0" y="104"/>
                  </a:lnTo>
                  <a:lnTo>
                    <a:pt x="16" y="112"/>
                  </a:lnTo>
                  <a:lnTo>
                    <a:pt x="8" y="128"/>
                  </a:lnTo>
                  <a:lnTo>
                    <a:pt x="24" y="160"/>
                  </a:lnTo>
                  <a:lnTo>
                    <a:pt x="32" y="168"/>
                  </a:lnTo>
                  <a:lnTo>
                    <a:pt x="40" y="160"/>
                  </a:lnTo>
                  <a:lnTo>
                    <a:pt x="48" y="160"/>
                  </a:lnTo>
                  <a:lnTo>
                    <a:pt x="64" y="168"/>
                  </a:lnTo>
                  <a:lnTo>
                    <a:pt x="72" y="160"/>
                  </a:lnTo>
                  <a:lnTo>
                    <a:pt x="88" y="16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0" name="Freeform 795"/>
            <p:cNvSpPr>
              <a:spLocks/>
            </p:cNvSpPr>
            <p:nvPr/>
          </p:nvSpPr>
          <p:spPr bwMode="auto">
            <a:xfrm>
              <a:off x="3216034" y="3486208"/>
              <a:ext cx="654680" cy="697448"/>
            </a:xfrm>
            <a:custGeom>
              <a:avLst/>
              <a:gdLst>
                <a:gd name="T0" fmla="*/ 2147483647 w 488"/>
                <a:gd name="T1" fmla="*/ 2147483647 h 520"/>
                <a:gd name="T2" fmla="*/ 2147483647 w 488"/>
                <a:gd name="T3" fmla="*/ 2147483647 h 520"/>
                <a:gd name="T4" fmla="*/ 2147483647 w 488"/>
                <a:gd name="T5" fmla="*/ 2147483647 h 520"/>
                <a:gd name="T6" fmla="*/ 2147483647 w 488"/>
                <a:gd name="T7" fmla="*/ 2147483647 h 520"/>
                <a:gd name="T8" fmla="*/ 2147483647 w 488"/>
                <a:gd name="T9" fmla="*/ 2147483647 h 520"/>
                <a:gd name="T10" fmla="*/ 2147483647 w 488"/>
                <a:gd name="T11" fmla="*/ 2147483647 h 520"/>
                <a:gd name="T12" fmla="*/ 2147483647 w 488"/>
                <a:gd name="T13" fmla="*/ 2147483647 h 520"/>
                <a:gd name="T14" fmla="*/ 2147483647 w 488"/>
                <a:gd name="T15" fmla="*/ 2147483647 h 520"/>
                <a:gd name="T16" fmla="*/ 2147483647 w 488"/>
                <a:gd name="T17" fmla="*/ 2147483647 h 520"/>
                <a:gd name="T18" fmla="*/ 2147483647 w 488"/>
                <a:gd name="T19" fmla="*/ 2147483647 h 520"/>
                <a:gd name="T20" fmla="*/ 2147483647 w 488"/>
                <a:gd name="T21" fmla="*/ 2147483647 h 520"/>
                <a:gd name="T22" fmla="*/ 2147483647 w 488"/>
                <a:gd name="T23" fmla="*/ 2147483647 h 520"/>
                <a:gd name="T24" fmla="*/ 2147483647 w 488"/>
                <a:gd name="T25" fmla="*/ 2147483647 h 520"/>
                <a:gd name="T26" fmla="*/ 2147483647 w 488"/>
                <a:gd name="T27" fmla="*/ 2147483647 h 520"/>
                <a:gd name="T28" fmla="*/ 2147483647 w 488"/>
                <a:gd name="T29" fmla="*/ 2147483647 h 520"/>
                <a:gd name="T30" fmla="*/ 2147483647 w 488"/>
                <a:gd name="T31" fmla="*/ 2147483647 h 520"/>
                <a:gd name="T32" fmla="*/ 2147483647 w 488"/>
                <a:gd name="T33" fmla="*/ 2147483647 h 520"/>
                <a:gd name="T34" fmla="*/ 2147483647 w 488"/>
                <a:gd name="T35" fmla="*/ 2147483647 h 520"/>
                <a:gd name="T36" fmla="*/ 2147483647 w 488"/>
                <a:gd name="T37" fmla="*/ 2147483647 h 520"/>
                <a:gd name="T38" fmla="*/ 2147483647 w 488"/>
                <a:gd name="T39" fmla="*/ 2147483647 h 520"/>
                <a:gd name="T40" fmla="*/ 2147483647 w 488"/>
                <a:gd name="T41" fmla="*/ 2147483647 h 520"/>
                <a:gd name="T42" fmla="*/ 2147483647 w 488"/>
                <a:gd name="T43" fmla="*/ 2147483647 h 520"/>
                <a:gd name="T44" fmla="*/ 2147483647 w 488"/>
                <a:gd name="T45" fmla="*/ 2147483647 h 520"/>
                <a:gd name="T46" fmla="*/ 2147483647 w 488"/>
                <a:gd name="T47" fmla="*/ 0 h 520"/>
                <a:gd name="T48" fmla="*/ 2147483647 w 488"/>
                <a:gd name="T49" fmla="*/ 2147483647 h 520"/>
                <a:gd name="T50" fmla="*/ 2147483647 w 488"/>
                <a:gd name="T51" fmla="*/ 2147483647 h 520"/>
                <a:gd name="T52" fmla="*/ 2147483647 w 488"/>
                <a:gd name="T53" fmla="*/ 2147483647 h 520"/>
                <a:gd name="T54" fmla="*/ 2147483647 w 488"/>
                <a:gd name="T55" fmla="*/ 2147483647 h 520"/>
                <a:gd name="T56" fmla="*/ 2147483647 w 488"/>
                <a:gd name="T57" fmla="*/ 2147483647 h 520"/>
                <a:gd name="T58" fmla="*/ 2147483647 w 488"/>
                <a:gd name="T59" fmla="*/ 2147483647 h 520"/>
                <a:gd name="T60" fmla="*/ 0 w 488"/>
                <a:gd name="T61" fmla="*/ 2147483647 h 520"/>
                <a:gd name="T62" fmla="*/ 2147483647 w 488"/>
                <a:gd name="T63" fmla="*/ 2147483647 h 520"/>
                <a:gd name="T64" fmla="*/ 2147483647 w 488"/>
                <a:gd name="T65" fmla="*/ 2147483647 h 520"/>
                <a:gd name="T66" fmla="*/ 2147483647 w 488"/>
                <a:gd name="T67" fmla="*/ 2147483647 h 520"/>
                <a:gd name="T68" fmla="*/ 2147483647 w 488"/>
                <a:gd name="T69" fmla="*/ 2147483647 h 520"/>
                <a:gd name="T70" fmla="*/ 2147483647 w 488"/>
                <a:gd name="T71" fmla="*/ 2147483647 h 520"/>
                <a:gd name="T72" fmla="*/ 2147483647 w 488"/>
                <a:gd name="T73" fmla="*/ 2147483647 h 520"/>
                <a:gd name="T74" fmla="*/ 2147483647 w 488"/>
                <a:gd name="T75" fmla="*/ 2147483647 h 520"/>
                <a:gd name="T76" fmla="*/ 2147483647 w 488"/>
                <a:gd name="T77" fmla="*/ 2147483647 h 52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488"/>
                <a:gd name="T118" fmla="*/ 0 h 520"/>
                <a:gd name="T119" fmla="*/ 488 w 488"/>
                <a:gd name="T120" fmla="*/ 520 h 520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488" h="520">
                  <a:moveTo>
                    <a:pt x="248" y="400"/>
                  </a:moveTo>
                  <a:lnTo>
                    <a:pt x="248" y="408"/>
                  </a:lnTo>
                  <a:lnTo>
                    <a:pt x="240" y="432"/>
                  </a:lnTo>
                  <a:lnTo>
                    <a:pt x="232" y="440"/>
                  </a:lnTo>
                  <a:lnTo>
                    <a:pt x="200" y="464"/>
                  </a:lnTo>
                  <a:lnTo>
                    <a:pt x="208" y="464"/>
                  </a:lnTo>
                  <a:lnTo>
                    <a:pt x="200" y="464"/>
                  </a:lnTo>
                  <a:lnTo>
                    <a:pt x="216" y="472"/>
                  </a:lnTo>
                  <a:lnTo>
                    <a:pt x="232" y="480"/>
                  </a:lnTo>
                  <a:lnTo>
                    <a:pt x="248" y="496"/>
                  </a:lnTo>
                  <a:lnTo>
                    <a:pt x="256" y="520"/>
                  </a:lnTo>
                  <a:lnTo>
                    <a:pt x="264" y="504"/>
                  </a:lnTo>
                  <a:lnTo>
                    <a:pt x="280" y="488"/>
                  </a:lnTo>
                  <a:lnTo>
                    <a:pt x="296" y="472"/>
                  </a:lnTo>
                  <a:lnTo>
                    <a:pt x="312" y="416"/>
                  </a:lnTo>
                  <a:lnTo>
                    <a:pt x="328" y="392"/>
                  </a:lnTo>
                  <a:lnTo>
                    <a:pt x="368" y="368"/>
                  </a:lnTo>
                  <a:lnTo>
                    <a:pt x="400" y="360"/>
                  </a:lnTo>
                  <a:lnTo>
                    <a:pt x="408" y="360"/>
                  </a:lnTo>
                  <a:lnTo>
                    <a:pt x="416" y="344"/>
                  </a:lnTo>
                  <a:lnTo>
                    <a:pt x="416" y="328"/>
                  </a:lnTo>
                  <a:lnTo>
                    <a:pt x="432" y="304"/>
                  </a:lnTo>
                  <a:lnTo>
                    <a:pt x="432" y="296"/>
                  </a:lnTo>
                  <a:lnTo>
                    <a:pt x="440" y="232"/>
                  </a:lnTo>
                  <a:lnTo>
                    <a:pt x="448" y="224"/>
                  </a:lnTo>
                  <a:lnTo>
                    <a:pt x="488" y="176"/>
                  </a:lnTo>
                  <a:lnTo>
                    <a:pt x="488" y="160"/>
                  </a:lnTo>
                  <a:lnTo>
                    <a:pt x="480" y="136"/>
                  </a:lnTo>
                  <a:lnTo>
                    <a:pt x="456" y="128"/>
                  </a:lnTo>
                  <a:lnTo>
                    <a:pt x="424" y="104"/>
                  </a:lnTo>
                  <a:lnTo>
                    <a:pt x="384" y="104"/>
                  </a:lnTo>
                  <a:lnTo>
                    <a:pt x="368" y="96"/>
                  </a:lnTo>
                  <a:lnTo>
                    <a:pt x="360" y="88"/>
                  </a:lnTo>
                  <a:lnTo>
                    <a:pt x="328" y="72"/>
                  </a:lnTo>
                  <a:lnTo>
                    <a:pt x="304" y="56"/>
                  </a:lnTo>
                  <a:lnTo>
                    <a:pt x="296" y="40"/>
                  </a:lnTo>
                  <a:lnTo>
                    <a:pt x="288" y="8"/>
                  </a:lnTo>
                  <a:lnTo>
                    <a:pt x="280" y="8"/>
                  </a:lnTo>
                  <a:lnTo>
                    <a:pt x="264" y="32"/>
                  </a:lnTo>
                  <a:lnTo>
                    <a:pt x="248" y="40"/>
                  </a:lnTo>
                  <a:lnTo>
                    <a:pt x="224" y="40"/>
                  </a:lnTo>
                  <a:lnTo>
                    <a:pt x="216" y="40"/>
                  </a:lnTo>
                  <a:lnTo>
                    <a:pt x="192" y="48"/>
                  </a:lnTo>
                  <a:lnTo>
                    <a:pt x="184" y="48"/>
                  </a:lnTo>
                  <a:lnTo>
                    <a:pt x="168" y="40"/>
                  </a:lnTo>
                  <a:lnTo>
                    <a:pt x="176" y="16"/>
                  </a:lnTo>
                  <a:lnTo>
                    <a:pt x="168" y="0"/>
                  </a:lnTo>
                  <a:lnTo>
                    <a:pt x="160" y="0"/>
                  </a:lnTo>
                  <a:lnTo>
                    <a:pt x="160" y="8"/>
                  </a:lnTo>
                  <a:lnTo>
                    <a:pt x="144" y="16"/>
                  </a:lnTo>
                  <a:lnTo>
                    <a:pt x="112" y="16"/>
                  </a:lnTo>
                  <a:lnTo>
                    <a:pt x="120" y="32"/>
                  </a:lnTo>
                  <a:lnTo>
                    <a:pt x="128" y="48"/>
                  </a:lnTo>
                  <a:lnTo>
                    <a:pt x="88" y="56"/>
                  </a:lnTo>
                  <a:lnTo>
                    <a:pt x="80" y="48"/>
                  </a:lnTo>
                  <a:lnTo>
                    <a:pt x="48" y="56"/>
                  </a:lnTo>
                  <a:lnTo>
                    <a:pt x="48" y="72"/>
                  </a:lnTo>
                  <a:lnTo>
                    <a:pt x="40" y="120"/>
                  </a:lnTo>
                  <a:lnTo>
                    <a:pt x="32" y="112"/>
                  </a:lnTo>
                  <a:lnTo>
                    <a:pt x="32" y="120"/>
                  </a:lnTo>
                  <a:lnTo>
                    <a:pt x="16" y="128"/>
                  </a:lnTo>
                  <a:lnTo>
                    <a:pt x="0" y="152"/>
                  </a:lnTo>
                  <a:lnTo>
                    <a:pt x="0" y="176"/>
                  </a:lnTo>
                  <a:lnTo>
                    <a:pt x="16" y="192"/>
                  </a:lnTo>
                  <a:lnTo>
                    <a:pt x="40" y="184"/>
                  </a:lnTo>
                  <a:lnTo>
                    <a:pt x="40" y="208"/>
                  </a:lnTo>
                  <a:lnTo>
                    <a:pt x="48" y="208"/>
                  </a:lnTo>
                  <a:lnTo>
                    <a:pt x="64" y="208"/>
                  </a:lnTo>
                  <a:lnTo>
                    <a:pt x="80" y="192"/>
                  </a:lnTo>
                  <a:lnTo>
                    <a:pt x="104" y="200"/>
                  </a:lnTo>
                  <a:lnTo>
                    <a:pt x="112" y="224"/>
                  </a:lnTo>
                  <a:lnTo>
                    <a:pt x="136" y="232"/>
                  </a:lnTo>
                  <a:lnTo>
                    <a:pt x="160" y="248"/>
                  </a:lnTo>
                  <a:lnTo>
                    <a:pt x="160" y="264"/>
                  </a:lnTo>
                  <a:lnTo>
                    <a:pt x="168" y="272"/>
                  </a:lnTo>
                  <a:lnTo>
                    <a:pt x="192" y="280"/>
                  </a:lnTo>
                  <a:lnTo>
                    <a:pt x="192" y="296"/>
                  </a:lnTo>
                  <a:lnTo>
                    <a:pt x="192" y="320"/>
                  </a:lnTo>
                  <a:lnTo>
                    <a:pt x="248" y="40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251" name="Freeform 796"/>
            <p:cNvSpPr>
              <a:spLocks/>
            </p:cNvSpPr>
            <p:nvPr/>
          </p:nvSpPr>
          <p:spPr bwMode="auto">
            <a:xfrm>
              <a:off x="3472642" y="3916082"/>
              <a:ext cx="75667" cy="107468"/>
            </a:xfrm>
            <a:custGeom>
              <a:avLst/>
              <a:gdLst>
                <a:gd name="T0" fmla="*/ 0 w 56"/>
                <a:gd name="T1" fmla="*/ 0 h 80"/>
                <a:gd name="T2" fmla="*/ 0 w 56"/>
                <a:gd name="T3" fmla="*/ 2147483647 h 80"/>
                <a:gd name="T4" fmla="*/ 2147483647 w 56"/>
                <a:gd name="T5" fmla="*/ 2147483647 h 80"/>
                <a:gd name="T6" fmla="*/ 2147483647 w 56"/>
                <a:gd name="T7" fmla="*/ 2147483647 h 80"/>
                <a:gd name="T8" fmla="*/ 2147483647 w 56"/>
                <a:gd name="T9" fmla="*/ 2147483647 h 80"/>
                <a:gd name="T10" fmla="*/ 2147483647 w 56"/>
                <a:gd name="T11" fmla="*/ 2147483647 h 80"/>
                <a:gd name="T12" fmla="*/ 2147483647 w 56"/>
                <a:gd name="T13" fmla="*/ 2147483647 h 80"/>
                <a:gd name="T14" fmla="*/ 2147483647 w 56"/>
                <a:gd name="T15" fmla="*/ 2147483647 h 80"/>
                <a:gd name="T16" fmla="*/ 0 w 56"/>
                <a:gd name="T17" fmla="*/ 0 h 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6"/>
                <a:gd name="T28" fmla="*/ 0 h 80"/>
                <a:gd name="T29" fmla="*/ 56 w 56"/>
                <a:gd name="T30" fmla="*/ 80 h 8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6" h="80">
                  <a:moveTo>
                    <a:pt x="0" y="0"/>
                  </a:moveTo>
                  <a:lnTo>
                    <a:pt x="0" y="8"/>
                  </a:lnTo>
                  <a:lnTo>
                    <a:pt x="16" y="24"/>
                  </a:lnTo>
                  <a:lnTo>
                    <a:pt x="24" y="32"/>
                  </a:lnTo>
                  <a:lnTo>
                    <a:pt x="40" y="56"/>
                  </a:lnTo>
                  <a:lnTo>
                    <a:pt x="48" y="64"/>
                  </a:lnTo>
                  <a:lnTo>
                    <a:pt x="48" y="72"/>
                  </a:lnTo>
                  <a:lnTo>
                    <a:pt x="56" y="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2" name="Freeform 797"/>
            <p:cNvSpPr>
              <a:spLocks/>
            </p:cNvSpPr>
            <p:nvPr/>
          </p:nvSpPr>
          <p:spPr bwMode="auto">
            <a:xfrm>
              <a:off x="3472642" y="4109086"/>
              <a:ext cx="86633" cy="107468"/>
            </a:xfrm>
            <a:custGeom>
              <a:avLst/>
              <a:gdLst>
                <a:gd name="T0" fmla="*/ 2147483647 w 64"/>
                <a:gd name="T1" fmla="*/ 2147483647 h 80"/>
                <a:gd name="T2" fmla="*/ 2147483647 w 64"/>
                <a:gd name="T3" fmla="*/ 2147483647 h 80"/>
                <a:gd name="T4" fmla="*/ 2147483647 w 64"/>
                <a:gd name="T5" fmla="*/ 0 h 80"/>
                <a:gd name="T6" fmla="*/ 0 w 64"/>
                <a:gd name="T7" fmla="*/ 2147483647 h 80"/>
                <a:gd name="T8" fmla="*/ 0 w 64"/>
                <a:gd name="T9" fmla="*/ 2147483647 h 80"/>
                <a:gd name="T10" fmla="*/ 0 w 64"/>
                <a:gd name="T11" fmla="*/ 2147483647 h 80"/>
                <a:gd name="T12" fmla="*/ 2147483647 w 64"/>
                <a:gd name="T13" fmla="*/ 2147483647 h 80"/>
                <a:gd name="T14" fmla="*/ 2147483647 w 64"/>
                <a:gd name="T15" fmla="*/ 2147483647 h 80"/>
                <a:gd name="T16" fmla="*/ 2147483647 w 64"/>
                <a:gd name="T17" fmla="*/ 2147483647 h 80"/>
                <a:gd name="T18" fmla="*/ 2147483647 w 64"/>
                <a:gd name="T19" fmla="*/ 2147483647 h 80"/>
                <a:gd name="T20" fmla="*/ 2147483647 w 64"/>
                <a:gd name="T21" fmla="*/ 2147483647 h 80"/>
                <a:gd name="T22" fmla="*/ 2147483647 w 64"/>
                <a:gd name="T23" fmla="*/ 2147483647 h 80"/>
                <a:gd name="T24" fmla="*/ 2147483647 w 64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80"/>
                <a:gd name="T41" fmla="*/ 64 w 64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80">
                  <a:moveTo>
                    <a:pt x="40" y="16"/>
                  </a:move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0" y="32"/>
                  </a:lnTo>
                  <a:lnTo>
                    <a:pt x="0" y="56"/>
                  </a:lnTo>
                  <a:lnTo>
                    <a:pt x="16" y="64"/>
                  </a:lnTo>
                  <a:lnTo>
                    <a:pt x="24" y="72"/>
                  </a:lnTo>
                  <a:lnTo>
                    <a:pt x="40" y="80"/>
                  </a:lnTo>
                  <a:lnTo>
                    <a:pt x="64" y="64"/>
                  </a:lnTo>
                  <a:lnTo>
                    <a:pt x="64" y="56"/>
                  </a:lnTo>
                  <a:lnTo>
                    <a:pt x="56" y="32"/>
                  </a:lnTo>
                  <a:lnTo>
                    <a:pt x="40" y="1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3" name="Freeform 798"/>
            <p:cNvSpPr>
              <a:spLocks/>
            </p:cNvSpPr>
            <p:nvPr/>
          </p:nvSpPr>
          <p:spPr bwMode="auto">
            <a:xfrm>
              <a:off x="3472642" y="3916082"/>
              <a:ext cx="75667" cy="107468"/>
            </a:xfrm>
            <a:custGeom>
              <a:avLst/>
              <a:gdLst>
                <a:gd name="T0" fmla="*/ 0 w 56"/>
                <a:gd name="T1" fmla="*/ 0 h 80"/>
                <a:gd name="T2" fmla="*/ 0 w 56"/>
                <a:gd name="T3" fmla="*/ 2147483647 h 80"/>
                <a:gd name="T4" fmla="*/ 2147483647 w 56"/>
                <a:gd name="T5" fmla="*/ 2147483647 h 80"/>
                <a:gd name="T6" fmla="*/ 2147483647 w 56"/>
                <a:gd name="T7" fmla="*/ 2147483647 h 80"/>
                <a:gd name="T8" fmla="*/ 2147483647 w 56"/>
                <a:gd name="T9" fmla="*/ 2147483647 h 80"/>
                <a:gd name="T10" fmla="*/ 2147483647 w 56"/>
                <a:gd name="T11" fmla="*/ 2147483647 h 80"/>
                <a:gd name="T12" fmla="*/ 2147483647 w 56"/>
                <a:gd name="T13" fmla="*/ 2147483647 h 80"/>
                <a:gd name="T14" fmla="*/ 2147483647 w 56"/>
                <a:gd name="T15" fmla="*/ 2147483647 h 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6"/>
                <a:gd name="T25" fmla="*/ 0 h 80"/>
                <a:gd name="T26" fmla="*/ 56 w 56"/>
                <a:gd name="T27" fmla="*/ 80 h 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6" h="80">
                  <a:moveTo>
                    <a:pt x="0" y="0"/>
                  </a:moveTo>
                  <a:lnTo>
                    <a:pt x="0" y="8"/>
                  </a:lnTo>
                  <a:lnTo>
                    <a:pt x="16" y="24"/>
                  </a:lnTo>
                  <a:lnTo>
                    <a:pt x="24" y="32"/>
                  </a:lnTo>
                  <a:lnTo>
                    <a:pt x="40" y="56"/>
                  </a:lnTo>
                  <a:lnTo>
                    <a:pt x="48" y="64"/>
                  </a:lnTo>
                  <a:lnTo>
                    <a:pt x="48" y="72"/>
                  </a:lnTo>
                  <a:lnTo>
                    <a:pt x="56" y="80"/>
                  </a:lnTo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4" name="Freeform 799"/>
            <p:cNvSpPr>
              <a:spLocks/>
            </p:cNvSpPr>
            <p:nvPr/>
          </p:nvSpPr>
          <p:spPr bwMode="auto">
            <a:xfrm>
              <a:off x="3472642" y="3916082"/>
              <a:ext cx="75667" cy="107468"/>
            </a:xfrm>
            <a:custGeom>
              <a:avLst/>
              <a:gdLst>
                <a:gd name="T0" fmla="*/ 0 w 56"/>
                <a:gd name="T1" fmla="*/ 0 h 80"/>
                <a:gd name="T2" fmla="*/ 0 w 56"/>
                <a:gd name="T3" fmla="*/ 2147483647 h 80"/>
                <a:gd name="T4" fmla="*/ 2147483647 w 56"/>
                <a:gd name="T5" fmla="*/ 2147483647 h 80"/>
                <a:gd name="T6" fmla="*/ 2147483647 w 56"/>
                <a:gd name="T7" fmla="*/ 2147483647 h 80"/>
                <a:gd name="T8" fmla="*/ 2147483647 w 56"/>
                <a:gd name="T9" fmla="*/ 2147483647 h 80"/>
                <a:gd name="T10" fmla="*/ 2147483647 w 56"/>
                <a:gd name="T11" fmla="*/ 2147483647 h 80"/>
                <a:gd name="T12" fmla="*/ 2147483647 w 56"/>
                <a:gd name="T13" fmla="*/ 2147483647 h 80"/>
                <a:gd name="T14" fmla="*/ 2147483647 w 56"/>
                <a:gd name="T15" fmla="*/ 2147483647 h 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6"/>
                <a:gd name="T25" fmla="*/ 0 h 80"/>
                <a:gd name="T26" fmla="*/ 56 w 56"/>
                <a:gd name="T27" fmla="*/ 80 h 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6" h="80">
                  <a:moveTo>
                    <a:pt x="0" y="0"/>
                  </a:moveTo>
                  <a:lnTo>
                    <a:pt x="0" y="8"/>
                  </a:lnTo>
                  <a:lnTo>
                    <a:pt x="16" y="24"/>
                  </a:lnTo>
                  <a:lnTo>
                    <a:pt x="24" y="32"/>
                  </a:lnTo>
                  <a:lnTo>
                    <a:pt x="40" y="56"/>
                  </a:lnTo>
                  <a:lnTo>
                    <a:pt x="48" y="64"/>
                  </a:lnTo>
                  <a:lnTo>
                    <a:pt x="48" y="72"/>
                  </a:lnTo>
                  <a:lnTo>
                    <a:pt x="56" y="80"/>
                  </a:lnTo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5" name="Freeform 800"/>
            <p:cNvSpPr>
              <a:spLocks/>
            </p:cNvSpPr>
            <p:nvPr/>
          </p:nvSpPr>
          <p:spPr bwMode="auto">
            <a:xfrm>
              <a:off x="3483608" y="3465373"/>
              <a:ext cx="64701" cy="74570"/>
            </a:xfrm>
            <a:custGeom>
              <a:avLst/>
              <a:gdLst>
                <a:gd name="T0" fmla="*/ 2147483647 w 48"/>
                <a:gd name="T1" fmla="*/ 2147483647 h 56"/>
                <a:gd name="T2" fmla="*/ 2147483647 w 48"/>
                <a:gd name="T3" fmla="*/ 2147483647 h 56"/>
                <a:gd name="T4" fmla="*/ 2147483647 w 48"/>
                <a:gd name="T5" fmla="*/ 2147483647 h 56"/>
                <a:gd name="T6" fmla="*/ 2147483647 w 48"/>
                <a:gd name="T7" fmla="*/ 2147483647 h 56"/>
                <a:gd name="T8" fmla="*/ 2147483647 w 48"/>
                <a:gd name="T9" fmla="*/ 2147483647 h 56"/>
                <a:gd name="T10" fmla="*/ 2147483647 w 48"/>
                <a:gd name="T11" fmla="*/ 0 h 56"/>
                <a:gd name="T12" fmla="*/ 2147483647 w 48"/>
                <a:gd name="T13" fmla="*/ 2147483647 h 56"/>
                <a:gd name="T14" fmla="*/ 0 w 48"/>
                <a:gd name="T15" fmla="*/ 2147483647 h 56"/>
                <a:gd name="T16" fmla="*/ 2147483647 w 48"/>
                <a:gd name="T17" fmla="*/ 2147483647 h 56"/>
                <a:gd name="T18" fmla="*/ 2147483647 w 48"/>
                <a:gd name="T19" fmla="*/ 2147483647 h 56"/>
                <a:gd name="T20" fmla="*/ 2147483647 w 48"/>
                <a:gd name="T21" fmla="*/ 2147483647 h 56"/>
                <a:gd name="T22" fmla="*/ 2147483647 w 48"/>
                <a:gd name="T23" fmla="*/ 2147483647 h 5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8"/>
                <a:gd name="T37" fmla="*/ 0 h 56"/>
                <a:gd name="T38" fmla="*/ 48 w 48"/>
                <a:gd name="T39" fmla="*/ 56 h 5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8" h="56">
                  <a:moveTo>
                    <a:pt x="48" y="56"/>
                  </a:moveTo>
                  <a:lnTo>
                    <a:pt x="48" y="40"/>
                  </a:lnTo>
                  <a:lnTo>
                    <a:pt x="40" y="24"/>
                  </a:lnTo>
                  <a:lnTo>
                    <a:pt x="48" y="8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5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6" name="Freeform 801"/>
            <p:cNvSpPr>
              <a:spLocks/>
            </p:cNvSpPr>
            <p:nvPr/>
          </p:nvSpPr>
          <p:spPr bwMode="auto">
            <a:xfrm>
              <a:off x="3225904" y="3367774"/>
              <a:ext cx="225903" cy="194101"/>
            </a:xfrm>
            <a:custGeom>
              <a:avLst/>
              <a:gdLst>
                <a:gd name="T0" fmla="*/ 2147483647 w 168"/>
                <a:gd name="T1" fmla="*/ 2147483647 h 144"/>
                <a:gd name="T2" fmla="*/ 2147483647 w 168"/>
                <a:gd name="T3" fmla="*/ 2147483647 h 144"/>
                <a:gd name="T4" fmla="*/ 2147483647 w 168"/>
                <a:gd name="T5" fmla="*/ 2147483647 h 144"/>
                <a:gd name="T6" fmla="*/ 2147483647 w 168"/>
                <a:gd name="T7" fmla="*/ 2147483647 h 144"/>
                <a:gd name="T8" fmla="*/ 2147483647 w 168"/>
                <a:gd name="T9" fmla="*/ 2147483647 h 144"/>
                <a:gd name="T10" fmla="*/ 2147483647 w 168"/>
                <a:gd name="T11" fmla="*/ 2147483647 h 144"/>
                <a:gd name="T12" fmla="*/ 2147483647 w 168"/>
                <a:gd name="T13" fmla="*/ 2147483647 h 144"/>
                <a:gd name="T14" fmla="*/ 2147483647 w 168"/>
                <a:gd name="T15" fmla="*/ 2147483647 h 144"/>
                <a:gd name="T16" fmla="*/ 2147483647 w 168"/>
                <a:gd name="T17" fmla="*/ 2147483647 h 144"/>
                <a:gd name="T18" fmla="*/ 2147483647 w 168"/>
                <a:gd name="T19" fmla="*/ 2147483647 h 144"/>
                <a:gd name="T20" fmla="*/ 2147483647 w 168"/>
                <a:gd name="T21" fmla="*/ 2147483647 h 144"/>
                <a:gd name="T22" fmla="*/ 2147483647 w 168"/>
                <a:gd name="T23" fmla="*/ 2147483647 h 144"/>
                <a:gd name="T24" fmla="*/ 2147483647 w 168"/>
                <a:gd name="T25" fmla="*/ 0 h 144"/>
                <a:gd name="T26" fmla="*/ 0 w 168"/>
                <a:gd name="T27" fmla="*/ 2147483647 h 144"/>
                <a:gd name="T28" fmla="*/ 0 w 168"/>
                <a:gd name="T29" fmla="*/ 2147483647 h 144"/>
                <a:gd name="T30" fmla="*/ 2147483647 w 168"/>
                <a:gd name="T31" fmla="*/ 2147483647 h 144"/>
                <a:gd name="T32" fmla="*/ 2147483647 w 168"/>
                <a:gd name="T33" fmla="*/ 2147483647 h 144"/>
                <a:gd name="T34" fmla="*/ 2147483647 w 168"/>
                <a:gd name="T35" fmla="*/ 2147483647 h 144"/>
                <a:gd name="T36" fmla="*/ 2147483647 w 168"/>
                <a:gd name="T37" fmla="*/ 2147483647 h 144"/>
                <a:gd name="T38" fmla="*/ 2147483647 w 168"/>
                <a:gd name="T39" fmla="*/ 2147483647 h 144"/>
                <a:gd name="T40" fmla="*/ 2147483647 w 168"/>
                <a:gd name="T41" fmla="*/ 2147483647 h 144"/>
                <a:gd name="T42" fmla="*/ 2147483647 w 168"/>
                <a:gd name="T43" fmla="*/ 2147483647 h 144"/>
                <a:gd name="T44" fmla="*/ 2147483647 w 168"/>
                <a:gd name="T45" fmla="*/ 2147483647 h 144"/>
                <a:gd name="T46" fmla="*/ 2147483647 w 168"/>
                <a:gd name="T47" fmla="*/ 2147483647 h 144"/>
                <a:gd name="T48" fmla="*/ 2147483647 w 168"/>
                <a:gd name="T49" fmla="*/ 2147483647 h 144"/>
                <a:gd name="T50" fmla="*/ 2147483647 w 168"/>
                <a:gd name="T51" fmla="*/ 2147483647 h 144"/>
                <a:gd name="T52" fmla="*/ 2147483647 w 168"/>
                <a:gd name="T53" fmla="*/ 2147483647 h 144"/>
                <a:gd name="T54" fmla="*/ 2147483647 w 168"/>
                <a:gd name="T55" fmla="*/ 2147483647 h 14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68"/>
                <a:gd name="T85" fmla="*/ 0 h 144"/>
                <a:gd name="T86" fmla="*/ 168 w 168"/>
                <a:gd name="T87" fmla="*/ 144 h 14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68" h="144">
                  <a:moveTo>
                    <a:pt x="152" y="88"/>
                  </a:moveTo>
                  <a:lnTo>
                    <a:pt x="144" y="72"/>
                  </a:lnTo>
                  <a:lnTo>
                    <a:pt x="152" y="64"/>
                  </a:lnTo>
                  <a:lnTo>
                    <a:pt x="168" y="48"/>
                  </a:lnTo>
                  <a:lnTo>
                    <a:pt x="152" y="40"/>
                  </a:lnTo>
                  <a:lnTo>
                    <a:pt x="152" y="32"/>
                  </a:lnTo>
                  <a:lnTo>
                    <a:pt x="128" y="24"/>
                  </a:lnTo>
                  <a:lnTo>
                    <a:pt x="88" y="24"/>
                  </a:lnTo>
                  <a:lnTo>
                    <a:pt x="64" y="24"/>
                  </a:lnTo>
                  <a:lnTo>
                    <a:pt x="64" y="16"/>
                  </a:lnTo>
                  <a:lnTo>
                    <a:pt x="40" y="8"/>
                  </a:lnTo>
                  <a:lnTo>
                    <a:pt x="24" y="16"/>
                  </a:lnTo>
                  <a:lnTo>
                    <a:pt x="16" y="0"/>
                  </a:lnTo>
                  <a:lnTo>
                    <a:pt x="0" y="8"/>
                  </a:lnTo>
                  <a:lnTo>
                    <a:pt x="0" y="40"/>
                  </a:lnTo>
                  <a:lnTo>
                    <a:pt x="8" y="64"/>
                  </a:lnTo>
                  <a:lnTo>
                    <a:pt x="48" y="80"/>
                  </a:lnTo>
                  <a:lnTo>
                    <a:pt x="64" y="80"/>
                  </a:lnTo>
                  <a:lnTo>
                    <a:pt x="64" y="88"/>
                  </a:lnTo>
                  <a:lnTo>
                    <a:pt x="72" y="104"/>
                  </a:lnTo>
                  <a:lnTo>
                    <a:pt x="72" y="136"/>
                  </a:lnTo>
                  <a:lnTo>
                    <a:pt x="80" y="144"/>
                  </a:lnTo>
                  <a:lnTo>
                    <a:pt x="120" y="136"/>
                  </a:lnTo>
                  <a:lnTo>
                    <a:pt x="112" y="120"/>
                  </a:lnTo>
                  <a:lnTo>
                    <a:pt x="104" y="104"/>
                  </a:lnTo>
                  <a:lnTo>
                    <a:pt x="136" y="104"/>
                  </a:lnTo>
                  <a:lnTo>
                    <a:pt x="152" y="96"/>
                  </a:lnTo>
                  <a:lnTo>
                    <a:pt x="152" y="8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7" name="Freeform 802"/>
            <p:cNvSpPr>
              <a:spLocks/>
            </p:cNvSpPr>
            <p:nvPr/>
          </p:nvSpPr>
          <p:spPr bwMode="auto">
            <a:xfrm>
              <a:off x="3075667" y="3582710"/>
              <a:ext cx="214937" cy="300473"/>
            </a:xfrm>
            <a:custGeom>
              <a:avLst/>
              <a:gdLst>
                <a:gd name="T0" fmla="*/ 2147483647 w 160"/>
                <a:gd name="T1" fmla="*/ 2147483647 h 224"/>
                <a:gd name="T2" fmla="*/ 2147483647 w 160"/>
                <a:gd name="T3" fmla="*/ 2147483647 h 224"/>
                <a:gd name="T4" fmla="*/ 2147483647 w 160"/>
                <a:gd name="T5" fmla="*/ 2147483647 h 224"/>
                <a:gd name="T6" fmla="*/ 2147483647 w 160"/>
                <a:gd name="T7" fmla="*/ 2147483647 h 224"/>
                <a:gd name="T8" fmla="*/ 2147483647 w 160"/>
                <a:gd name="T9" fmla="*/ 2147483647 h 224"/>
                <a:gd name="T10" fmla="*/ 2147483647 w 160"/>
                <a:gd name="T11" fmla="*/ 2147483647 h 224"/>
                <a:gd name="T12" fmla="*/ 2147483647 w 160"/>
                <a:gd name="T13" fmla="*/ 2147483647 h 224"/>
                <a:gd name="T14" fmla="*/ 2147483647 w 160"/>
                <a:gd name="T15" fmla="*/ 2147483647 h 224"/>
                <a:gd name="T16" fmla="*/ 2147483647 w 160"/>
                <a:gd name="T17" fmla="*/ 2147483647 h 224"/>
                <a:gd name="T18" fmla="*/ 2147483647 w 160"/>
                <a:gd name="T19" fmla="*/ 2147483647 h 224"/>
                <a:gd name="T20" fmla="*/ 2147483647 w 160"/>
                <a:gd name="T21" fmla="*/ 2147483647 h 224"/>
                <a:gd name="T22" fmla="*/ 2147483647 w 160"/>
                <a:gd name="T23" fmla="*/ 2147483647 h 224"/>
                <a:gd name="T24" fmla="*/ 2147483647 w 160"/>
                <a:gd name="T25" fmla="*/ 0 h 224"/>
                <a:gd name="T26" fmla="*/ 2147483647 w 160"/>
                <a:gd name="T27" fmla="*/ 2147483647 h 224"/>
                <a:gd name="T28" fmla="*/ 2147483647 w 160"/>
                <a:gd name="T29" fmla="*/ 2147483647 h 224"/>
                <a:gd name="T30" fmla="*/ 2147483647 w 160"/>
                <a:gd name="T31" fmla="*/ 2147483647 h 224"/>
                <a:gd name="T32" fmla="*/ 2147483647 w 160"/>
                <a:gd name="T33" fmla="*/ 2147483647 h 224"/>
                <a:gd name="T34" fmla="*/ 2147483647 w 160"/>
                <a:gd name="T35" fmla="*/ 2147483647 h 224"/>
                <a:gd name="T36" fmla="*/ 2147483647 w 160"/>
                <a:gd name="T37" fmla="*/ 2147483647 h 224"/>
                <a:gd name="T38" fmla="*/ 0 w 160"/>
                <a:gd name="T39" fmla="*/ 2147483647 h 224"/>
                <a:gd name="T40" fmla="*/ 2147483647 w 160"/>
                <a:gd name="T41" fmla="*/ 2147483647 h 224"/>
                <a:gd name="T42" fmla="*/ 2147483647 w 160"/>
                <a:gd name="T43" fmla="*/ 2147483647 h 224"/>
                <a:gd name="T44" fmla="*/ 2147483647 w 160"/>
                <a:gd name="T45" fmla="*/ 2147483647 h 224"/>
                <a:gd name="T46" fmla="*/ 2147483647 w 160"/>
                <a:gd name="T47" fmla="*/ 2147483647 h 224"/>
                <a:gd name="T48" fmla="*/ 2147483647 w 160"/>
                <a:gd name="T49" fmla="*/ 2147483647 h 224"/>
                <a:gd name="T50" fmla="*/ 2147483647 w 160"/>
                <a:gd name="T51" fmla="*/ 2147483647 h 224"/>
                <a:gd name="T52" fmla="*/ 2147483647 w 160"/>
                <a:gd name="T53" fmla="*/ 2147483647 h 224"/>
                <a:gd name="T54" fmla="*/ 2147483647 w 160"/>
                <a:gd name="T55" fmla="*/ 2147483647 h 224"/>
                <a:gd name="T56" fmla="*/ 2147483647 w 160"/>
                <a:gd name="T57" fmla="*/ 2147483647 h 224"/>
                <a:gd name="T58" fmla="*/ 2147483647 w 160"/>
                <a:gd name="T59" fmla="*/ 2147483647 h 22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60"/>
                <a:gd name="T91" fmla="*/ 0 h 224"/>
                <a:gd name="T92" fmla="*/ 160 w 160"/>
                <a:gd name="T93" fmla="*/ 224 h 224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60" h="224">
                  <a:moveTo>
                    <a:pt x="152" y="136"/>
                  </a:moveTo>
                  <a:lnTo>
                    <a:pt x="144" y="136"/>
                  </a:lnTo>
                  <a:lnTo>
                    <a:pt x="144" y="112"/>
                  </a:lnTo>
                  <a:lnTo>
                    <a:pt x="120" y="120"/>
                  </a:lnTo>
                  <a:lnTo>
                    <a:pt x="104" y="104"/>
                  </a:lnTo>
                  <a:lnTo>
                    <a:pt x="104" y="80"/>
                  </a:lnTo>
                  <a:lnTo>
                    <a:pt x="120" y="56"/>
                  </a:lnTo>
                  <a:lnTo>
                    <a:pt x="136" y="48"/>
                  </a:lnTo>
                  <a:lnTo>
                    <a:pt x="136" y="40"/>
                  </a:lnTo>
                  <a:lnTo>
                    <a:pt x="128" y="24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80" y="0"/>
                  </a:lnTo>
                  <a:lnTo>
                    <a:pt x="72" y="16"/>
                  </a:lnTo>
                  <a:lnTo>
                    <a:pt x="56" y="32"/>
                  </a:lnTo>
                  <a:lnTo>
                    <a:pt x="48" y="40"/>
                  </a:lnTo>
                  <a:lnTo>
                    <a:pt x="32" y="56"/>
                  </a:lnTo>
                  <a:lnTo>
                    <a:pt x="16" y="48"/>
                  </a:lnTo>
                  <a:lnTo>
                    <a:pt x="16" y="40"/>
                  </a:lnTo>
                  <a:lnTo>
                    <a:pt x="0" y="48"/>
                  </a:lnTo>
                  <a:lnTo>
                    <a:pt x="16" y="80"/>
                  </a:lnTo>
                  <a:lnTo>
                    <a:pt x="40" y="120"/>
                  </a:lnTo>
                  <a:lnTo>
                    <a:pt x="64" y="168"/>
                  </a:lnTo>
                  <a:lnTo>
                    <a:pt x="64" y="176"/>
                  </a:lnTo>
                  <a:lnTo>
                    <a:pt x="144" y="224"/>
                  </a:lnTo>
                  <a:lnTo>
                    <a:pt x="152" y="224"/>
                  </a:lnTo>
                  <a:lnTo>
                    <a:pt x="152" y="208"/>
                  </a:lnTo>
                  <a:lnTo>
                    <a:pt x="160" y="184"/>
                  </a:lnTo>
                  <a:lnTo>
                    <a:pt x="160" y="152"/>
                  </a:lnTo>
                  <a:lnTo>
                    <a:pt x="152" y="13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8" name="Freeform 803"/>
            <p:cNvSpPr>
              <a:spLocks/>
            </p:cNvSpPr>
            <p:nvPr/>
          </p:nvSpPr>
          <p:spPr bwMode="auto">
            <a:xfrm>
              <a:off x="3483608" y="3465373"/>
              <a:ext cx="64701" cy="74570"/>
            </a:xfrm>
            <a:custGeom>
              <a:avLst/>
              <a:gdLst>
                <a:gd name="T0" fmla="*/ 2147483647 w 48"/>
                <a:gd name="T1" fmla="*/ 2147483647 h 56"/>
                <a:gd name="T2" fmla="*/ 2147483647 w 48"/>
                <a:gd name="T3" fmla="*/ 2147483647 h 56"/>
                <a:gd name="T4" fmla="*/ 2147483647 w 48"/>
                <a:gd name="T5" fmla="*/ 2147483647 h 56"/>
                <a:gd name="T6" fmla="*/ 2147483647 w 48"/>
                <a:gd name="T7" fmla="*/ 2147483647 h 56"/>
                <a:gd name="T8" fmla="*/ 2147483647 w 48"/>
                <a:gd name="T9" fmla="*/ 2147483647 h 56"/>
                <a:gd name="T10" fmla="*/ 2147483647 w 48"/>
                <a:gd name="T11" fmla="*/ 0 h 56"/>
                <a:gd name="T12" fmla="*/ 2147483647 w 48"/>
                <a:gd name="T13" fmla="*/ 2147483647 h 56"/>
                <a:gd name="T14" fmla="*/ 0 w 48"/>
                <a:gd name="T15" fmla="*/ 2147483647 h 56"/>
                <a:gd name="T16" fmla="*/ 2147483647 w 48"/>
                <a:gd name="T17" fmla="*/ 2147483647 h 56"/>
                <a:gd name="T18" fmla="*/ 2147483647 w 48"/>
                <a:gd name="T19" fmla="*/ 2147483647 h 56"/>
                <a:gd name="T20" fmla="*/ 2147483647 w 48"/>
                <a:gd name="T21" fmla="*/ 2147483647 h 56"/>
                <a:gd name="T22" fmla="*/ 2147483647 w 48"/>
                <a:gd name="T23" fmla="*/ 2147483647 h 56"/>
                <a:gd name="T24" fmla="*/ 2147483647 w 48"/>
                <a:gd name="T25" fmla="*/ 2147483647 h 56"/>
                <a:gd name="T26" fmla="*/ 2147483647 w 48"/>
                <a:gd name="T27" fmla="*/ 2147483647 h 56"/>
                <a:gd name="T28" fmla="*/ 2147483647 w 48"/>
                <a:gd name="T29" fmla="*/ 2147483647 h 56"/>
                <a:gd name="T30" fmla="*/ 2147483647 w 48"/>
                <a:gd name="T31" fmla="*/ 2147483647 h 56"/>
                <a:gd name="T32" fmla="*/ 2147483647 w 48"/>
                <a:gd name="T33" fmla="*/ 2147483647 h 56"/>
                <a:gd name="T34" fmla="*/ 2147483647 w 48"/>
                <a:gd name="T35" fmla="*/ 2147483647 h 56"/>
                <a:gd name="T36" fmla="*/ 2147483647 w 48"/>
                <a:gd name="T37" fmla="*/ 0 h 56"/>
                <a:gd name="T38" fmla="*/ 2147483647 w 48"/>
                <a:gd name="T39" fmla="*/ 2147483647 h 56"/>
                <a:gd name="T40" fmla="*/ 0 w 48"/>
                <a:gd name="T41" fmla="*/ 2147483647 h 56"/>
                <a:gd name="T42" fmla="*/ 2147483647 w 48"/>
                <a:gd name="T43" fmla="*/ 2147483647 h 56"/>
                <a:gd name="T44" fmla="*/ 2147483647 w 48"/>
                <a:gd name="T45" fmla="*/ 2147483647 h 56"/>
                <a:gd name="T46" fmla="*/ 2147483647 w 48"/>
                <a:gd name="T47" fmla="*/ 2147483647 h 56"/>
                <a:gd name="T48" fmla="*/ 2147483647 w 48"/>
                <a:gd name="T49" fmla="*/ 2147483647 h 56"/>
                <a:gd name="T50" fmla="*/ 2147483647 w 48"/>
                <a:gd name="T51" fmla="*/ 2147483647 h 56"/>
                <a:gd name="T52" fmla="*/ 2147483647 w 48"/>
                <a:gd name="T53" fmla="*/ 2147483647 h 5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"/>
                <a:gd name="T82" fmla="*/ 0 h 56"/>
                <a:gd name="T83" fmla="*/ 48 w 48"/>
                <a:gd name="T84" fmla="*/ 56 h 5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" h="56">
                  <a:moveTo>
                    <a:pt x="48" y="56"/>
                  </a:moveTo>
                  <a:lnTo>
                    <a:pt x="48" y="40"/>
                  </a:lnTo>
                  <a:lnTo>
                    <a:pt x="40" y="24"/>
                  </a:lnTo>
                  <a:lnTo>
                    <a:pt x="48" y="8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56"/>
                  </a:lnTo>
                  <a:lnTo>
                    <a:pt x="48" y="40"/>
                  </a:lnTo>
                  <a:lnTo>
                    <a:pt x="40" y="24"/>
                  </a:lnTo>
                  <a:lnTo>
                    <a:pt x="48" y="8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5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9" name="Freeform 804"/>
            <p:cNvSpPr>
              <a:spLocks/>
            </p:cNvSpPr>
            <p:nvPr/>
          </p:nvSpPr>
          <p:spPr bwMode="auto">
            <a:xfrm>
              <a:off x="3075667" y="3582710"/>
              <a:ext cx="214937" cy="300473"/>
            </a:xfrm>
            <a:custGeom>
              <a:avLst/>
              <a:gdLst>
                <a:gd name="T0" fmla="*/ 2147483647 w 160"/>
                <a:gd name="T1" fmla="*/ 2147483647 h 224"/>
                <a:gd name="T2" fmla="*/ 2147483647 w 160"/>
                <a:gd name="T3" fmla="*/ 2147483647 h 224"/>
                <a:gd name="T4" fmla="*/ 2147483647 w 160"/>
                <a:gd name="T5" fmla="*/ 2147483647 h 224"/>
                <a:gd name="T6" fmla="*/ 2147483647 w 160"/>
                <a:gd name="T7" fmla="*/ 2147483647 h 224"/>
                <a:gd name="T8" fmla="*/ 2147483647 w 160"/>
                <a:gd name="T9" fmla="*/ 2147483647 h 224"/>
                <a:gd name="T10" fmla="*/ 2147483647 w 160"/>
                <a:gd name="T11" fmla="*/ 2147483647 h 224"/>
                <a:gd name="T12" fmla="*/ 2147483647 w 160"/>
                <a:gd name="T13" fmla="*/ 2147483647 h 224"/>
                <a:gd name="T14" fmla="*/ 2147483647 w 160"/>
                <a:gd name="T15" fmla="*/ 2147483647 h 224"/>
                <a:gd name="T16" fmla="*/ 2147483647 w 160"/>
                <a:gd name="T17" fmla="*/ 2147483647 h 224"/>
                <a:gd name="T18" fmla="*/ 2147483647 w 160"/>
                <a:gd name="T19" fmla="*/ 2147483647 h 224"/>
                <a:gd name="T20" fmla="*/ 2147483647 w 160"/>
                <a:gd name="T21" fmla="*/ 2147483647 h 224"/>
                <a:gd name="T22" fmla="*/ 2147483647 w 160"/>
                <a:gd name="T23" fmla="*/ 2147483647 h 224"/>
                <a:gd name="T24" fmla="*/ 2147483647 w 160"/>
                <a:gd name="T25" fmla="*/ 2147483647 h 224"/>
                <a:gd name="T26" fmla="*/ 2147483647 w 160"/>
                <a:gd name="T27" fmla="*/ 0 h 224"/>
                <a:gd name="T28" fmla="*/ 2147483647 w 160"/>
                <a:gd name="T29" fmla="*/ 0 h 224"/>
                <a:gd name="T30" fmla="*/ 2147483647 w 160"/>
                <a:gd name="T31" fmla="*/ 2147483647 h 224"/>
                <a:gd name="T32" fmla="*/ 2147483647 w 160"/>
                <a:gd name="T33" fmla="*/ 2147483647 h 224"/>
                <a:gd name="T34" fmla="*/ 2147483647 w 160"/>
                <a:gd name="T35" fmla="*/ 2147483647 h 224"/>
                <a:gd name="T36" fmla="*/ 2147483647 w 160"/>
                <a:gd name="T37" fmla="*/ 2147483647 h 224"/>
                <a:gd name="T38" fmla="*/ 2147483647 w 160"/>
                <a:gd name="T39" fmla="*/ 2147483647 h 224"/>
                <a:gd name="T40" fmla="*/ 2147483647 w 160"/>
                <a:gd name="T41" fmla="*/ 2147483647 h 224"/>
                <a:gd name="T42" fmla="*/ 0 w 160"/>
                <a:gd name="T43" fmla="*/ 2147483647 h 224"/>
                <a:gd name="T44" fmla="*/ 2147483647 w 160"/>
                <a:gd name="T45" fmla="*/ 2147483647 h 224"/>
                <a:gd name="T46" fmla="*/ 2147483647 w 160"/>
                <a:gd name="T47" fmla="*/ 2147483647 h 224"/>
                <a:gd name="T48" fmla="*/ 2147483647 w 160"/>
                <a:gd name="T49" fmla="*/ 2147483647 h 224"/>
                <a:gd name="T50" fmla="*/ 2147483647 w 160"/>
                <a:gd name="T51" fmla="*/ 2147483647 h 224"/>
                <a:gd name="T52" fmla="*/ 2147483647 w 160"/>
                <a:gd name="T53" fmla="*/ 2147483647 h 224"/>
                <a:gd name="T54" fmla="*/ 2147483647 w 160"/>
                <a:gd name="T55" fmla="*/ 2147483647 h 224"/>
                <a:gd name="T56" fmla="*/ 2147483647 w 160"/>
                <a:gd name="T57" fmla="*/ 2147483647 h 224"/>
                <a:gd name="T58" fmla="*/ 2147483647 w 160"/>
                <a:gd name="T59" fmla="*/ 2147483647 h 224"/>
                <a:gd name="T60" fmla="*/ 2147483647 w 160"/>
                <a:gd name="T61" fmla="*/ 2147483647 h 224"/>
                <a:gd name="T62" fmla="*/ 2147483647 w 160"/>
                <a:gd name="T63" fmla="*/ 2147483647 h 224"/>
                <a:gd name="T64" fmla="*/ 2147483647 w 160"/>
                <a:gd name="T65" fmla="*/ 2147483647 h 224"/>
                <a:gd name="T66" fmla="*/ 2147483647 w 160"/>
                <a:gd name="T67" fmla="*/ 2147483647 h 224"/>
                <a:gd name="T68" fmla="*/ 2147483647 w 160"/>
                <a:gd name="T69" fmla="*/ 2147483647 h 224"/>
                <a:gd name="T70" fmla="*/ 2147483647 w 160"/>
                <a:gd name="T71" fmla="*/ 2147483647 h 224"/>
                <a:gd name="T72" fmla="*/ 2147483647 w 160"/>
                <a:gd name="T73" fmla="*/ 2147483647 h 224"/>
                <a:gd name="T74" fmla="*/ 2147483647 w 160"/>
                <a:gd name="T75" fmla="*/ 2147483647 h 224"/>
                <a:gd name="T76" fmla="*/ 2147483647 w 160"/>
                <a:gd name="T77" fmla="*/ 2147483647 h 224"/>
                <a:gd name="T78" fmla="*/ 2147483647 w 160"/>
                <a:gd name="T79" fmla="*/ 2147483647 h 224"/>
                <a:gd name="T80" fmla="*/ 2147483647 w 160"/>
                <a:gd name="T81" fmla="*/ 2147483647 h 224"/>
                <a:gd name="T82" fmla="*/ 2147483647 w 160"/>
                <a:gd name="T83" fmla="*/ 2147483647 h 224"/>
                <a:gd name="T84" fmla="*/ 2147483647 w 160"/>
                <a:gd name="T85" fmla="*/ 2147483647 h 224"/>
                <a:gd name="T86" fmla="*/ 2147483647 w 160"/>
                <a:gd name="T87" fmla="*/ 2147483647 h 224"/>
                <a:gd name="T88" fmla="*/ 2147483647 w 160"/>
                <a:gd name="T89" fmla="*/ 0 h 224"/>
                <a:gd name="T90" fmla="*/ 2147483647 w 160"/>
                <a:gd name="T91" fmla="*/ 0 h 224"/>
                <a:gd name="T92" fmla="*/ 2147483647 w 160"/>
                <a:gd name="T93" fmla="*/ 2147483647 h 224"/>
                <a:gd name="T94" fmla="*/ 2147483647 w 160"/>
                <a:gd name="T95" fmla="*/ 2147483647 h 224"/>
                <a:gd name="T96" fmla="*/ 2147483647 w 160"/>
                <a:gd name="T97" fmla="*/ 2147483647 h 224"/>
                <a:gd name="T98" fmla="*/ 2147483647 w 160"/>
                <a:gd name="T99" fmla="*/ 2147483647 h 224"/>
                <a:gd name="T100" fmla="*/ 2147483647 w 160"/>
                <a:gd name="T101" fmla="*/ 2147483647 h 224"/>
                <a:gd name="T102" fmla="*/ 2147483647 w 160"/>
                <a:gd name="T103" fmla="*/ 2147483647 h 224"/>
                <a:gd name="T104" fmla="*/ 0 w 160"/>
                <a:gd name="T105" fmla="*/ 2147483647 h 224"/>
                <a:gd name="T106" fmla="*/ 2147483647 w 160"/>
                <a:gd name="T107" fmla="*/ 2147483647 h 224"/>
                <a:gd name="T108" fmla="*/ 2147483647 w 160"/>
                <a:gd name="T109" fmla="*/ 2147483647 h 224"/>
                <a:gd name="T110" fmla="*/ 2147483647 w 160"/>
                <a:gd name="T111" fmla="*/ 2147483647 h 224"/>
                <a:gd name="T112" fmla="*/ 2147483647 w 160"/>
                <a:gd name="T113" fmla="*/ 2147483647 h 224"/>
                <a:gd name="T114" fmla="*/ 2147483647 w 160"/>
                <a:gd name="T115" fmla="*/ 2147483647 h 224"/>
                <a:gd name="T116" fmla="*/ 2147483647 w 160"/>
                <a:gd name="T117" fmla="*/ 2147483647 h 224"/>
                <a:gd name="T118" fmla="*/ 2147483647 w 160"/>
                <a:gd name="T119" fmla="*/ 2147483647 h 224"/>
                <a:gd name="T120" fmla="*/ 2147483647 w 160"/>
                <a:gd name="T121" fmla="*/ 2147483647 h 224"/>
                <a:gd name="T122" fmla="*/ 2147483647 w 160"/>
                <a:gd name="T123" fmla="*/ 2147483647 h 224"/>
                <a:gd name="T124" fmla="*/ 2147483647 w 160"/>
                <a:gd name="T125" fmla="*/ 2147483647 h 22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60"/>
                <a:gd name="T190" fmla="*/ 0 h 224"/>
                <a:gd name="T191" fmla="*/ 160 w 160"/>
                <a:gd name="T192" fmla="*/ 224 h 224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60" h="224">
                  <a:moveTo>
                    <a:pt x="152" y="136"/>
                  </a:moveTo>
                  <a:lnTo>
                    <a:pt x="152" y="136"/>
                  </a:lnTo>
                  <a:lnTo>
                    <a:pt x="144" y="136"/>
                  </a:lnTo>
                  <a:lnTo>
                    <a:pt x="144" y="112"/>
                  </a:lnTo>
                  <a:lnTo>
                    <a:pt x="120" y="120"/>
                  </a:lnTo>
                  <a:lnTo>
                    <a:pt x="104" y="104"/>
                  </a:lnTo>
                  <a:lnTo>
                    <a:pt x="104" y="80"/>
                  </a:lnTo>
                  <a:lnTo>
                    <a:pt x="120" y="56"/>
                  </a:lnTo>
                  <a:lnTo>
                    <a:pt x="136" y="48"/>
                  </a:lnTo>
                  <a:lnTo>
                    <a:pt x="136" y="40"/>
                  </a:lnTo>
                  <a:lnTo>
                    <a:pt x="128" y="24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80" y="0"/>
                  </a:lnTo>
                  <a:lnTo>
                    <a:pt x="72" y="16"/>
                  </a:lnTo>
                  <a:lnTo>
                    <a:pt x="56" y="32"/>
                  </a:lnTo>
                  <a:lnTo>
                    <a:pt x="48" y="40"/>
                  </a:lnTo>
                  <a:lnTo>
                    <a:pt x="32" y="56"/>
                  </a:lnTo>
                  <a:lnTo>
                    <a:pt x="16" y="48"/>
                  </a:lnTo>
                  <a:lnTo>
                    <a:pt x="16" y="40"/>
                  </a:lnTo>
                  <a:lnTo>
                    <a:pt x="0" y="48"/>
                  </a:lnTo>
                  <a:lnTo>
                    <a:pt x="16" y="80"/>
                  </a:lnTo>
                  <a:lnTo>
                    <a:pt x="40" y="120"/>
                  </a:lnTo>
                  <a:lnTo>
                    <a:pt x="64" y="168"/>
                  </a:lnTo>
                  <a:lnTo>
                    <a:pt x="64" y="176"/>
                  </a:lnTo>
                  <a:lnTo>
                    <a:pt x="144" y="224"/>
                  </a:lnTo>
                  <a:lnTo>
                    <a:pt x="152" y="224"/>
                  </a:lnTo>
                  <a:lnTo>
                    <a:pt x="152" y="208"/>
                  </a:lnTo>
                  <a:lnTo>
                    <a:pt x="160" y="184"/>
                  </a:lnTo>
                  <a:lnTo>
                    <a:pt x="160" y="152"/>
                  </a:lnTo>
                  <a:lnTo>
                    <a:pt x="152" y="136"/>
                  </a:lnTo>
                  <a:lnTo>
                    <a:pt x="144" y="136"/>
                  </a:lnTo>
                  <a:lnTo>
                    <a:pt x="144" y="112"/>
                  </a:lnTo>
                  <a:lnTo>
                    <a:pt x="120" y="120"/>
                  </a:lnTo>
                  <a:lnTo>
                    <a:pt x="104" y="104"/>
                  </a:lnTo>
                  <a:lnTo>
                    <a:pt x="104" y="80"/>
                  </a:lnTo>
                  <a:lnTo>
                    <a:pt x="120" y="56"/>
                  </a:lnTo>
                  <a:lnTo>
                    <a:pt x="136" y="48"/>
                  </a:lnTo>
                  <a:lnTo>
                    <a:pt x="136" y="40"/>
                  </a:lnTo>
                  <a:lnTo>
                    <a:pt x="128" y="24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80" y="0"/>
                  </a:lnTo>
                  <a:lnTo>
                    <a:pt x="72" y="16"/>
                  </a:lnTo>
                  <a:lnTo>
                    <a:pt x="56" y="32"/>
                  </a:lnTo>
                  <a:lnTo>
                    <a:pt x="48" y="40"/>
                  </a:lnTo>
                  <a:lnTo>
                    <a:pt x="32" y="56"/>
                  </a:lnTo>
                  <a:lnTo>
                    <a:pt x="16" y="48"/>
                  </a:lnTo>
                  <a:lnTo>
                    <a:pt x="16" y="40"/>
                  </a:lnTo>
                  <a:lnTo>
                    <a:pt x="0" y="48"/>
                  </a:lnTo>
                  <a:lnTo>
                    <a:pt x="16" y="80"/>
                  </a:lnTo>
                  <a:lnTo>
                    <a:pt x="40" y="120"/>
                  </a:lnTo>
                  <a:lnTo>
                    <a:pt x="64" y="168"/>
                  </a:lnTo>
                  <a:lnTo>
                    <a:pt x="64" y="176"/>
                  </a:lnTo>
                  <a:lnTo>
                    <a:pt x="144" y="224"/>
                  </a:lnTo>
                  <a:lnTo>
                    <a:pt x="152" y="224"/>
                  </a:lnTo>
                  <a:lnTo>
                    <a:pt x="152" y="208"/>
                  </a:lnTo>
                  <a:lnTo>
                    <a:pt x="160" y="184"/>
                  </a:lnTo>
                  <a:lnTo>
                    <a:pt x="160" y="152"/>
                  </a:lnTo>
                  <a:lnTo>
                    <a:pt x="152" y="13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0" name="Freeform 805"/>
            <p:cNvSpPr>
              <a:spLocks/>
            </p:cNvSpPr>
            <p:nvPr/>
          </p:nvSpPr>
          <p:spPr bwMode="auto">
            <a:xfrm>
              <a:off x="3097599" y="3550909"/>
              <a:ext cx="85536" cy="107468"/>
            </a:xfrm>
            <a:custGeom>
              <a:avLst/>
              <a:gdLst>
                <a:gd name="T0" fmla="*/ 2147483647 w 64"/>
                <a:gd name="T1" fmla="*/ 2147483647 h 80"/>
                <a:gd name="T2" fmla="*/ 2147483647 w 64"/>
                <a:gd name="T3" fmla="*/ 2147483647 h 80"/>
                <a:gd name="T4" fmla="*/ 2147483647 w 64"/>
                <a:gd name="T5" fmla="*/ 2147483647 h 80"/>
                <a:gd name="T6" fmla="*/ 2147483647 w 64"/>
                <a:gd name="T7" fmla="*/ 2147483647 h 80"/>
                <a:gd name="T8" fmla="*/ 2147483647 w 64"/>
                <a:gd name="T9" fmla="*/ 2147483647 h 80"/>
                <a:gd name="T10" fmla="*/ 2147483647 w 64"/>
                <a:gd name="T11" fmla="*/ 2147483647 h 80"/>
                <a:gd name="T12" fmla="*/ 2147483647 w 64"/>
                <a:gd name="T13" fmla="*/ 0 h 80"/>
                <a:gd name="T14" fmla="*/ 2147483647 w 64"/>
                <a:gd name="T15" fmla="*/ 2147483647 h 80"/>
                <a:gd name="T16" fmla="*/ 0 w 64"/>
                <a:gd name="T17" fmla="*/ 2147483647 h 80"/>
                <a:gd name="T18" fmla="*/ 2147483647 w 64"/>
                <a:gd name="T19" fmla="*/ 2147483647 h 80"/>
                <a:gd name="T20" fmla="*/ 0 w 64"/>
                <a:gd name="T21" fmla="*/ 2147483647 h 80"/>
                <a:gd name="T22" fmla="*/ 0 w 64"/>
                <a:gd name="T23" fmla="*/ 2147483647 h 80"/>
                <a:gd name="T24" fmla="*/ 2147483647 w 64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80"/>
                <a:gd name="T41" fmla="*/ 64 w 64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80">
                  <a:moveTo>
                    <a:pt x="16" y="80"/>
                  </a:moveTo>
                  <a:lnTo>
                    <a:pt x="32" y="64"/>
                  </a:lnTo>
                  <a:lnTo>
                    <a:pt x="40" y="56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16"/>
                  </a:lnTo>
                  <a:lnTo>
                    <a:pt x="16" y="0"/>
                  </a:lnTo>
                  <a:lnTo>
                    <a:pt x="16" y="8"/>
                  </a:lnTo>
                  <a:lnTo>
                    <a:pt x="0" y="48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16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1" name="Freeform 806"/>
            <p:cNvSpPr>
              <a:spLocks/>
            </p:cNvSpPr>
            <p:nvPr/>
          </p:nvSpPr>
          <p:spPr bwMode="auto">
            <a:xfrm>
              <a:off x="2947363" y="3304170"/>
              <a:ext cx="96502" cy="42768"/>
            </a:xfrm>
            <a:custGeom>
              <a:avLst/>
              <a:gdLst>
                <a:gd name="T0" fmla="*/ 2147483647 w 72"/>
                <a:gd name="T1" fmla="*/ 2147483647 h 32"/>
                <a:gd name="T2" fmla="*/ 2147483647 w 72"/>
                <a:gd name="T3" fmla="*/ 0 h 32"/>
                <a:gd name="T4" fmla="*/ 2147483647 w 72"/>
                <a:gd name="T5" fmla="*/ 0 h 32"/>
                <a:gd name="T6" fmla="*/ 0 w 72"/>
                <a:gd name="T7" fmla="*/ 2147483647 h 32"/>
                <a:gd name="T8" fmla="*/ 0 w 72"/>
                <a:gd name="T9" fmla="*/ 2147483647 h 32"/>
                <a:gd name="T10" fmla="*/ 2147483647 w 72"/>
                <a:gd name="T11" fmla="*/ 2147483647 h 32"/>
                <a:gd name="T12" fmla="*/ 2147483647 w 72"/>
                <a:gd name="T13" fmla="*/ 2147483647 h 32"/>
                <a:gd name="T14" fmla="*/ 2147483647 w 72"/>
                <a:gd name="T15" fmla="*/ 2147483647 h 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2"/>
                <a:gd name="T25" fmla="*/ 0 h 32"/>
                <a:gd name="T26" fmla="*/ 72 w 72"/>
                <a:gd name="T27" fmla="*/ 32 h 3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2" h="32">
                  <a:moveTo>
                    <a:pt x="72" y="8"/>
                  </a:moveTo>
                  <a:lnTo>
                    <a:pt x="32" y="0"/>
                  </a:lnTo>
                  <a:lnTo>
                    <a:pt x="16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16" y="32"/>
                  </a:lnTo>
                  <a:lnTo>
                    <a:pt x="48" y="24"/>
                  </a:lnTo>
                  <a:lnTo>
                    <a:pt x="72" y="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2" name="Freeform 807"/>
            <p:cNvSpPr>
              <a:spLocks/>
            </p:cNvSpPr>
            <p:nvPr/>
          </p:nvSpPr>
          <p:spPr bwMode="auto">
            <a:xfrm>
              <a:off x="2893629" y="3271271"/>
              <a:ext cx="74570" cy="64701"/>
            </a:xfrm>
            <a:custGeom>
              <a:avLst/>
              <a:gdLst>
                <a:gd name="T0" fmla="*/ 2147483647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0 h 48"/>
                <a:gd name="T6" fmla="*/ 2147483647 w 56"/>
                <a:gd name="T7" fmla="*/ 0 h 48"/>
                <a:gd name="T8" fmla="*/ 2147483647 w 56"/>
                <a:gd name="T9" fmla="*/ 2147483647 h 48"/>
                <a:gd name="T10" fmla="*/ 2147483647 w 56"/>
                <a:gd name="T11" fmla="*/ 2147483647 h 48"/>
                <a:gd name="T12" fmla="*/ 2147483647 w 56"/>
                <a:gd name="T13" fmla="*/ 2147483647 h 48"/>
                <a:gd name="T14" fmla="*/ 0 w 56"/>
                <a:gd name="T15" fmla="*/ 2147483647 h 48"/>
                <a:gd name="T16" fmla="*/ 0 w 56"/>
                <a:gd name="T17" fmla="*/ 2147483647 h 48"/>
                <a:gd name="T18" fmla="*/ 0 w 56"/>
                <a:gd name="T19" fmla="*/ 2147483647 h 48"/>
                <a:gd name="T20" fmla="*/ 2147483647 w 56"/>
                <a:gd name="T21" fmla="*/ 2147483647 h 48"/>
                <a:gd name="T22" fmla="*/ 2147483647 w 56"/>
                <a:gd name="T23" fmla="*/ 2147483647 h 48"/>
                <a:gd name="T24" fmla="*/ 2147483647 w 56"/>
                <a:gd name="T25" fmla="*/ 2147483647 h 48"/>
                <a:gd name="T26" fmla="*/ 2147483647 w 56"/>
                <a:gd name="T27" fmla="*/ 2147483647 h 4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6"/>
                <a:gd name="T43" fmla="*/ 0 h 48"/>
                <a:gd name="T44" fmla="*/ 56 w 56"/>
                <a:gd name="T45" fmla="*/ 48 h 4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6" h="48">
                  <a:moveTo>
                    <a:pt x="56" y="24"/>
                  </a:moveTo>
                  <a:lnTo>
                    <a:pt x="40" y="16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24" y="24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0" y="48"/>
                  </a:lnTo>
                  <a:lnTo>
                    <a:pt x="24" y="48"/>
                  </a:lnTo>
                  <a:lnTo>
                    <a:pt x="40" y="48"/>
                  </a:lnTo>
                  <a:lnTo>
                    <a:pt x="40" y="32"/>
                  </a:lnTo>
                  <a:lnTo>
                    <a:pt x="56" y="24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3" name="Freeform 808"/>
            <p:cNvSpPr>
              <a:spLocks/>
            </p:cNvSpPr>
            <p:nvPr/>
          </p:nvSpPr>
          <p:spPr bwMode="auto">
            <a:xfrm>
              <a:off x="2474721" y="2992731"/>
              <a:ext cx="515410" cy="332275"/>
            </a:xfrm>
            <a:custGeom>
              <a:avLst/>
              <a:gdLst>
                <a:gd name="T0" fmla="*/ 2147483647 w 384"/>
                <a:gd name="T1" fmla="*/ 2147483647 h 248"/>
                <a:gd name="T2" fmla="*/ 2147483647 w 384"/>
                <a:gd name="T3" fmla="*/ 2147483647 h 248"/>
                <a:gd name="T4" fmla="*/ 2147483647 w 384"/>
                <a:gd name="T5" fmla="*/ 2147483647 h 248"/>
                <a:gd name="T6" fmla="*/ 2147483647 w 384"/>
                <a:gd name="T7" fmla="*/ 2147483647 h 248"/>
                <a:gd name="T8" fmla="*/ 2147483647 w 384"/>
                <a:gd name="T9" fmla="*/ 2147483647 h 248"/>
                <a:gd name="T10" fmla="*/ 2147483647 w 384"/>
                <a:gd name="T11" fmla="*/ 2147483647 h 248"/>
                <a:gd name="T12" fmla="*/ 2147483647 w 384"/>
                <a:gd name="T13" fmla="*/ 2147483647 h 248"/>
                <a:gd name="T14" fmla="*/ 2147483647 w 384"/>
                <a:gd name="T15" fmla="*/ 2147483647 h 248"/>
                <a:gd name="T16" fmla="*/ 2147483647 w 384"/>
                <a:gd name="T17" fmla="*/ 2147483647 h 248"/>
                <a:gd name="T18" fmla="*/ 2147483647 w 384"/>
                <a:gd name="T19" fmla="*/ 2147483647 h 248"/>
                <a:gd name="T20" fmla="*/ 2147483647 w 384"/>
                <a:gd name="T21" fmla="*/ 2147483647 h 248"/>
                <a:gd name="T22" fmla="*/ 2147483647 w 384"/>
                <a:gd name="T23" fmla="*/ 2147483647 h 248"/>
                <a:gd name="T24" fmla="*/ 2147483647 w 384"/>
                <a:gd name="T25" fmla="*/ 2147483647 h 248"/>
                <a:gd name="T26" fmla="*/ 2147483647 w 384"/>
                <a:gd name="T27" fmla="*/ 2147483647 h 248"/>
                <a:gd name="T28" fmla="*/ 2147483647 w 384"/>
                <a:gd name="T29" fmla="*/ 2147483647 h 248"/>
                <a:gd name="T30" fmla="*/ 2147483647 w 384"/>
                <a:gd name="T31" fmla="*/ 2147483647 h 248"/>
                <a:gd name="T32" fmla="*/ 2147483647 w 384"/>
                <a:gd name="T33" fmla="*/ 2147483647 h 248"/>
                <a:gd name="T34" fmla="*/ 2147483647 w 384"/>
                <a:gd name="T35" fmla="*/ 2147483647 h 248"/>
                <a:gd name="T36" fmla="*/ 2147483647 w 384"/>
                <a:gd name="T37" fmla="*/ 2147483647 h 248"/>
                <a:gd name="T38" fmla="*/ 2147483647 w 384"/>
                <a:gd name="T39" fmla="*/ 2147483647 h 248"/>
                <a:gd name="T40" fmla="*/ 2147483647 w 384"/>
                <a:gd name="T41" fmla="*/ 2147483647 h 248"/>
                <a:gd name="T42" fmla="*/ 2147483647 w 384"/>
                <a:gd name="T43" fmla="*/ 2147483647 h 248"/>
                <a:gd name="T44" fmla="*/ 2147483647 w 384"/>
                <a:gd name="T45" fmla="*/ 2147483647 h 248"/>
                <a:gd name="T46" fmla="*/ 2147483647 w 384"/>
                <a:gd name="T47" fmla="*/ 0 h 248"/>
                <a:gd name="T48" fmla="*/ 0 w 384"/>
                <a:gd name="T49" fmla="*/ 0 h 248"/>
                <a:gd name="T50" fmla="*/ 2147483647 w 384"/>
                <a:gd name="T51" fmla="*/ 2147483647 h 248"/>
                <a:gd name="T52" fmla="*/ 2147483647 w 384"/>
                <a:gd name="T53" fmla="*/ 2147483647 h 248"/>
                <a:gd name="T54" fmla="*/ 2147483647 w 384"/>
                <a:gd name="T55" fmla="*/ 2147483647 h 248"/>
                <a:gd name="T56" fmla="*/ 2147483647 w 384"/>
                <a:gd name="T57" fmla="*/ 2147483647 h 248"/>
                <a:gd name="T58" fmla="*/ 2147483647 w 384"/>
                <a:gd name="T59" fmla="*/ 2147483647 h 248"/>
                <a:gd name="T60" fmla="*/ 2147483647 w 384"/>
                <a:gd name="T61" fmla="*/ 2147483647 h 248"/>
                <a:gd name="T62" fmla="*/ 2147483647 w 384"/>
                <a:gd name="T63" fmla="*/ 2147483647 h 248"/>
                <a:gd name="T64" fmla="*/ 2147483647 w 384"/>
                <a:gd name="T65" fmla="*/ 2147483647 h 248"/>
                <a:gd name="T66" fmla="*/ 2147483647 w 384"/>
                <a:gd name="T67" fmla="*/ 2147483647 h 248"/>
                <a:gd name="T68" fmla="*/ 2147483647 w 384"/>
                <a:gd name="T69" fmla="*/ 2147483647 h 248"/>
                <a:gd name="T70" fmla="*/ 2147483647 w 384"/>
                <a:gd name="T71" fmla="*/ 2147483647 h 248"/>
                <a:gd name="T72" fmla="*/ 2147483647 w 384"/>
                <a:gd name="T73" fmla="*/ 2147483647 h 248"/>
                <a:gd name="T74" fmla="*/ 2147483647 w 384"/>
                <a:gd name="T75" fmla="*/ 2147483647 h 248"/>
                <a:gd name="T76" fmla="*/ 2147483647 w 384"/>
                <a:gd name="T77" fmla="*/ 2147483647 h 248"/>
                <a:gd name="T78" fmla="*/ 2147483647 w 384"/>
                <a:gd name="T79" fmla="*/ 2147483647 h 248"/>
                <a:gd name="T80" fmla="*/ 2147483647 w 384"/>
                <a:gd name="T81" fmla="*/ 2147483647 h 248"/>
                <a:gd name="T82" fmla="*/ 2147483647 w 384"/>
                <a:gd name="T83" fmla="*/ 2147483647 h 248"/>
                <a:gd name="T84" fmla="*/ 2147483647 w 384"/>
                <a:gd name="T85" fmla="*/ 2147483647 h 248"/>
                <a:gd name="T86" fmla="*/ 2147483647 w 384"/>
                <a:gd name="T87" fmla="*/ 2147483647 h 248"/>
                <a:gd name="T88" fmla="*/ 2147483647 w 384"/>
                <a:gd name="T89" fmla="*/ 2147483647 h 248"/>
                <a:gd name="T90" fmla="*/ 2147483647 w 384"/>
                <a:gd name="T91" fmla="*/ 2147483647 h 248"/>
                <a:gd name="T92" fmla="*/ 2147483647 w 384"/>
                <a:gd name="T93" fmla="*/ 2147483647 h 248"/>
                <a:gd name="T94" fmla="*/ 2147483647 w 384"/>
                <a:gd name="T95" fmla="*/ 2147483647 h 248"/>
                <a:gd name="T96" fmla="*/ 2147483647 w 384"/>
                <a:gd name="T97" fmla="*/ 2147483647 h 248"/>
                <a:gd name="T98" fmla="*/ 2147483647 w 384"/>
                <a:gd name="T99" fmla="*/ 2147483647 h 248"/>
                <a:gd name="T100" fmla="*/ 2147483647 w 384"/>
                <a:gd name="T101" fmla="*/ 2147483647 h 248"/>
                <a:gd name="T102" fmla="*/ 2147483647 w 384"/>
                <a:gd name="T103" fmla="*/ 2147483647 h 248"/>
                <a:gd name="T104" fmla="*/ 2147483647 w 384"/>
                <a:gd name="T105" fmla="*/ 2147483647 h 248"/>
                <a:gd name="T106" fmla="*/ 2147483647 w 384"/>
                <a:gd name="T107" fmla="*/ 2147483647 h 248"/>
                <a:gd name="T108" fmla="*/ 2147483647 w 384"/>
                <a:gd name="T109" fmla="*/ 2147483647 h 24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384"/>
                <a:gd name="T166" fmla="*/ 0 h 248"/>
                <a:gd name="T167" fmla="*/ 384 w 384"/>
                <a:gd name="T168" fmla="*/ 248 h 248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384" h="248">
                  <a:moveTo>
                    <a:pt x="320" y="232"/>
                  </a:moveTo>
                  <a:lnTo>
                    <a:pt x="336" y="232"/>
                  </a:lnTo>
                  <a:lnTo>
                    <a:pt x="328" y="216"/>
                  </a:lnTo>
                  <a:lnTo>
                    <a:pt x="336" y="208"/>
                  </a:lnTo>
                  <a:lnTo>
                    <a:pt x="352" y="208"/>
                  </a:lnTo>
                  <a:lnTo>
                    <a:pt x="360" y="200"/>
                  </a:lnTo>
                  <a:lnTo>
                    <a:pt x="376" y="192"/>
                  </a:lnTo>
                  <a:lnTo>
                    <a:pt x="384" y="160"/>
                  </a:lnTo>
                  <a:lnTo>
                    <a:pt x="336" y="168"/>
                  </a:lnTo>
                  <a:lnTo>
                    <a:pt x="312" y="192"/>
                  </a:lnTo>
                  <a:lnTo>
                    <a:pt x="280" y="200"/>
                  </a:lnTo>
                  <a:lnTo>
                    <a:pt x="248" y="160"/>
                  </a:lnTo>
                  <a:lnTo>
                    <a:pt x="248" y="104"/>
                  </a:lnTo>
                  <a:lnTo>
                    <a:pt x="256" y="96"/>
                  </a:lnTo>
                  <a:lnTo>
                    <a:pt x="232" y="88"/>
                  </a:lnTo>
                  <a:lnTo>
                    <a:pt x="216" y="72"/>
                  </a:lnTo>
                  <a:lnTo>
                    <a:pt x="208" y="56"/>
                  </a:lnTo>
                  <a:lnTo>
                    <a:pt x="192" y="40"/>
                  </a:lnTo>
                  <a:lnTo>
                    <a:pt x="168" y="48"/>
                  </a:lnTo>
                  <a:lnTo>
                    <a:pt x="136" y="16"/>
                  </a:lnTo>
                  <a:lnTo>
                    <a:pt x="112" y="8"/>
                  </a:lnTo>
                  <a:lnTo>
                    <a:pt x="104" y="16"/>
                  </a:lnTo>
                  <a:lnTo>
                    <a:pt x="72" y="16"/>
                  </a:lnTo>
                  <a:lnTo>
                    <a:pt x="32" y="0"/>
                  </a:lnTo>
                  <a:lnTo>
                    <a:pt x="0" y="0"/>
                  </a:lnTo>
                  <a:lnTo>
                    <a:pt x="24" y="48"/>
                  </a:lnTo>
                  <a:lnTo>
                    <a:pt x="40" y="72"/>
                  </a:lnTo>
                  <a:lnTo>
                    <a:pt x="32" y="80"/>
                  </a:lnTo>
                  <a:lnTo>
                    <a:pt x="64" y="96"/>
                  </a:lnTo>
                  <a:lnTo>
                    <a:pt x="64" y="120"/>
                  </a:lnTo>
                  <a:lnTo>
                    <a:pt x="80" y="128"/>
                  </a:lnTo>
                  <a:lnTo>
                    <a:pt x="96" y="144"/>
                  </a:lnTo>
                  <a:lnTo>
                    <a:pt x="96" y="128"/>
                  </a:lnTo>
                  <a:lnTo>
                    <a:pt x="80" y="120"/>
                  </a:lnTo>
                  <a:lnTo>
                    <a:pt x="64" y="80"/>
                  </a:lnTo>
                  <a:lnTo>
                    <a:pt x="40" y="40"/>
                  </a:lnTo>
                  <a:lnTo>
                    <a:pt x="32" y="16"/>
                  </a:lnTo>
                  <a:lnTo>
                    <a:pt x="48" y="24"/>
                  </a:lnTo>
                  <a:lnTo>
                    <a:pt x="72" y="64"/>
                  </a:lnTo>
                  <a:lnTo>
                    <a:pt x="80" y="80"/>
                  </a:lnTo>
                  <a:lnTo>
                    <a:pt x="96" y="88"/>
                  </a:lnTo>
                  <a:lnTo>
                    <a:pt x="96" y="104"/>
                  </a:lnTo>
                  <a:lnTo>
                    <a:pt x="112" y="112"/>
                  </a:lnTo>
                  <a:lnTo>
                    <a:pt x="120" y="120"/>
                  </a:lnTo>
                  <a:lnTo>
                    <a:pt x="144" y="144"/>
                  </a:lnTo>
                  <a:lnTo>
                    <a:pt x="144" y="168"/>
                  </a:lnTo>
                  <a:lnTo>
                    <a:pt x="144" y="184"/>
                  </a:lnTo>
                  <a:lnTo>
                    <a:pt x="200" y="216"/>
                  </a:lnTo>
                  <a:lnTo>
                    <a:pt x="224" y="224"/>
                  </a:lnTo>
                  <a:lnTo>
                    <a:pt x="264" y="240"/>
                  </a:lnTo>
                  <a:lnTo>
                    <a:pt x="280" y="232"/>
                  </a:lnTo>
                  <a:lnTo>
                    <a:pt x="288" y="232"/>
                  </a:lnTo>
                  <a:lnTo>
                    <a:pt x="312" y="248"/>
                  </a:lnTo>
                  <a:lnTo>
                    <a:pt x="312" y="240"/>
                  </a:lnTo>
                  <a:lnTo>
                    <a:pt x="320" y="232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4" name="Freeform 809"/>
            <p:cNvSpPr>
              <a:spLocks/>
            </p:cNvSpPr>
            <p:nvPr/>
          </p:nvSpPr>
          <p:spPr bwMode="auto">
            <a:xfrm>
              <a:off x="3097599" y="3550909"/>
              <a:ext cx="85536" cy="107468"/>
            </a:xfrm>
            <a:custGeom>
              <a:avLst/>
              <a:gdLst>
                <a:gd name="T0" fmla="*/ 2147483647 w 64"/>
                <a:gd name="T1" fmla="*/ 2147483647 h 80"/>
                <a:gd name="T2" fmla="*/ 2147483647 w 64"/>
                <a:gd name="T3" fmla="*/ 2147483647 h 80"/>
                <a:gd name="T4" fmla="*/ 2147483647 w 64"/>
                <a:gd name="T5" fmla="*/ 2147483647 h 80"/>
                <a:gd name="T6" fmla="*/ 2147483647 w 64"/>
                <a:gd name="T7" fmla="*/ 2147483647 h 80"/>
                <a:gd name="T8" fmla="*/ 2147483647 w 64"/>
                <a:gd name="T9" fmla="*/ 2147483647 h 80"/>
                <a:gd name="T10" fmla="*/ 2147483647 w 64"/>
                <a:gd name="T11" fmla="*/ 2147483647 h 80"/>
                <a:gd name="T12" fmla="*/ 2147483647 w 64"/>
                <a:gd name="T13" fmla="*/ 0 h 80"/>
                <a:gd name="T14" fmla="*/ 2147483647 w 64"/>
                <a:gd name="T15" fmla="*/ 2147483647 h 80"/>
                <a:gd name="T16" fmla="*/ 0 w 64"/>
                <a:gd name="T17" fmla="*/ 2147483647 h 80"/>
                <a:gd name="T18" fmla="*/ 2147483647 w 64"/>
                <a:gd name="T19" fmla="*/ 2147483647 h 80"/>
                <a:gd name="T20" fmla="*/ 0 w 64"/>
                <a:gd name="T21" fmla="*/ 2147483647 h 80"/>
                <a:gd name="T22" fmla="*/ 0 w 64"/>
                <a:gd name="T23" fmla="*/ 2147483647 h 80"/>
                <a:gd name="T24" fmla="*/ 2147483647 w 64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80"/>
                <a:gd name="T41" fmla="*/ 64 w 64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80">
                  <a:moveTo>
                    <a:pt x="16" y="80"/>
                  </a:moveTo>
                  <a:lnTo>
                    <a:pt x="32" y="64"/>
                  </a:lnTo>
                  <a:lnTo>
                    <a:pt x="40" y="56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16"/>
                  </a:lnTo>
                  <a:lnTo>
                    <a:pt x="16" y="0"/>
                  </a:lnTo>
                  <a:lnTo>
                    <a:pt x="16" y="8"/>
                  </a:lnTo>
                  <a:lnTo>
                    <a:pt x="0" y="48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16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5" name="Freeform 810"/>
            <p:cNvSpPr>
              <a:spLocks/>
            </p:cNvSpPr>
            <p:nvPr/>
          </p:nvSpPr>
          <p:spPr bwMode="auto">
            <a:xfrm>
              <a:off x="2474721" y="2992731"/>
              <a:ext cx="515410" cy="332275"/>
            </a:xfrm>
            <a:custGeom>
              <a:avLst/>
              <a:gdLst>
                <a:gd name="T0" fmla="*/ 2147483647 w 384"/>
                <a:gd name="T1" fmla="*/ 2147483647 h 248"/>
                <a:gd name="T2" fmla="*/ 2147483647 w 384"/>
                <a:gd name="T3" fmla="*/ 2147483647 h 248"/>
                <a:gd name="T4" fmla="*/ 2147483647 w 384"/>
                <a:gd name="T5" fmla="*/ 2147483647 h 248"/>
                <a:gd name="T6" fmla="*/ 2147483647 w 384"/>
                <a:gd name="T7" fmla="*/ 2147483647 h 248"/>
                <a:gd name="T8" fmla="*/ 2147483647 w 384"/>
                <a:gd name="T9" fmla="*/ 2147483647 h 248"/>
                <a:gd name="T10" fmla="*/ 2147483647 w 384"/>
                <a:gd name="T11" fmla="*/ 2147483647 h 248"/>
                <a:gd name="T12" fmla="*/ 2147483647 w 384"/>
                <a:gd name="T13" fmla="*/ 2147483647 h 248"/>
                <a:gd name="T14" fmla="*/ 2147483647 w 384"/>
                <a:gd name="T15" fmla="*/ 2147483647 h 248"/>
                <a:gd name="T16" fmla="*/ 2147483647 w 384"/>
                <a:gd name="T17" fmla="*/ 2147483647 h 248"/>
                <a:gd name="T18" fmla="*/ 2147483647 w 384"/>
                <a:gd name="T19" fmla="*/ 2147483647 h 248"/>
                <a:gd name="T20" fmla="*/ 2147483647 w 384"/>
                <a:gd name="T21" fmla="*/ 2147483647 h 248"/>
                <a:gd name="T22" fmla="*/ 2147483647 w 384"/>
                <a:gd name="T23" fmla="*/ 2147483647 h 248"/>
                <a:gd name="T24" fmla="*/ 2147483647 w 384"/>
                <a:gd name="T25" fmla="*/ 2147483647 h 248"/>
                <a:gd name="T26" fmla="*/ 2147483647 w 384"/>
                <a:gd name="T27" fmla="*/ 2147483647 h 248"/>
                <a:gd name="T28" fmla="*/ 2147483647 w 384"/>
                <a:gd name="T29" fmla="*/ 2147483647 h 248"/>
                <a:gd name="T30" fmla="*/ 2147483647 w 384"/>
                <a:gd name="T31" fmla="*/ 2147483647 h 248"/>
                <a:gd name="T32" fmla="*/ 2147483647 w 384"/>
                <a:gd name="T33" fmla="*/ 2147483647 h 248"/>
                <a:gd name="T34" fmla="*/ 2147483647 w 384"/>
                <a:gd name="T35" fmla="*/ 2147483647 h 248"/>
                <a:gd name="T36" fmla="*/ 2147483647 w 384"/>
                <a:gd name="T37" fmla="*/ 2147483647 h 248"/>
                <a:gd name="T38" fmla="*/ 2147483647 w 384"/>
                <a:gd name="T39" fmla="*/ 2147483647 h 248"/>
                <a:gd name="T40" fmla="*/ 2147483647 w 384"/>
                <a:gd name="T41" fmla="*/ 2147483647 h 248"/>
                <a:gd name="T42" fmla="*/ 2147483647 w 384"/>
                <a:gd name="T43" fmla="*/ 2147483647 h 248"/>
                <a:gd name="T44" fmla="*/ 2147483647 w 384"/>
                <a:gd name="T45" fmla="*/ 2147483647 h 248"/>
                <a:gd name="T46" fmla="*/ 2147483647 w 384"/>
                <a:gd name="T47" fmla="*/ 2147483647 h 248"/>
                <a:gd name="T48" fmla="*/ 2147483647 w 384"/>
                <a:gd name="T49" fmla="*/ 0 h 248"/>
                <a:gd name="T50" fmla="*/ 0 w 384"/>
                <a:gd name="T51" fmla="*/ 0 h 248"/>
                <a:gd name="T52" fmla="*/ 2147483647 w 384"/>
                <a:gd name="T53" fmla="*/ 2147483647 h 248"/>
                <a:gd name="T54" fmla="*/ 2147483647 w 384"/>
                <a:gd name="T55" fmla="*/ 2147483647 h 248"/>
                <a:gd name="T56" fmla="*/ 2147483647 w 384"/>
                <a:gd name="T57" fmla="*/ 2147483647 h 248"/>
                <a:gd name="T58" fmla="*/ 2147483647 w 384"/>
                <a:gd name="T59" fmla="*/ 2147483647 h 248"/>
                <a:gd name="T60" fmla="*/ 2147483647 w 384"/>
                <a:gd name="T61" fmla="*/ 2147483647 h 248"/>
                <a:gd name="T62" fmla="*/ 2147483647 w 384"/>
                <a:gd name="T63" fmla="*/ 2147483647 h 248"/>
                <a:gd name="T64" fmla="*/ 2147483647 w 384"/>
                <a:gd name="T65" fmla="*/ 2147483647 h 248"/>
                <a:gd name="T66" fmla="*/ 2147483647 w 384"/>
                <a:gd name="T67" fmla="*/ 2147483647 h 248"/>
                <a:gd name="T68" fmla="*/ 2147483647 w 384"/>
                <a:gd name="T69" fmla="*/ 2147483647 h 248"/>
                <a:gd name="T70" fmla="*/ 2147483647 w 384"/>
                <a:gd name="T71" fmla="*/ 2147483647 h 248"/>
                <a:gd name="T72" fmla="*/ 2147483647 w 384"/>
                <a:gd name="T73" fmla="*/ 2147483647 h 248"/>
                <a:gd name="T74" fmla="*/ 2147483647 w 384"/>
                <a:gd name="T75" fmla="*/ 2147483647 h 248"/>
                <a:gd name="T76" fmla="*/ 2147483647 w 384"/>
                <a:gd name="T77" fmla="*/ 2147483647 h 248"/>
                <a:gd name="T78" fmla="*/ 2147483647 w 384"/>
                <a:gd name="T79" fmla="*/ 2147483647 h 248"/>
                <a:gd name="T80" fmla="*/ 2147483647 w 384"/>
                <a:gd name="T81" fmla="*/ 2147483647 h 248"/>
                <a:gd name="T82" fmla="*/ 2147483647 w 384"/>
                <a:gd name="T83" fmla="*/ 2147483647 h 248"/>
                <a:gd name="T84" fmla="*/ 2147483647 w 384"/>
                <a:gd name="T85" fmla="*/ 2147483647 h 248"/>
                <a:gd name="T86" fmla="*/ 2147483647 w 384"/>
                <a:gd name="T87" fmla="*/ 2147483647 h 248"/>
                <a:gd name="T88" fmla="*/ 2147483647 w 384"/>
                <a:gd name="T89" fmla="*/ 2147483647 h 248"/>
                <a:gd name="T90" fmla="*/ 2147483647 w 384"/>
                <a:gd name="T91" fmla="*/ 2147483647 h 248"/>
                <a:gd name="T92" fmla="*/ 2147483647 w 384"/>
                <a:gd name="T93" fmla="*/ 2147483647 h 248"/>
                <a:gd name="T94" fmla="*/ 2147483647 w 384"/>
                <a:gd name="T95" fmla="*/ 2147483647 h 248"/>
                <a:gd name="T96" fmla="*/ 2147483647 w 384"/>
                <a:gd name="T97" fmla="*/ 2147483647 h 248"/>
                <a:gd name="T98" fmla="*/ 2147483647 w 384"/>
                <a:gd name="T99" fmla="*/ 2147483647 h 248"/>
                <a:gd name="T100" fmla="*/ 2147483647 w 384"/>
                <a:gd name="T101" fmla="*/ 2147483647 h 248"/>
                <a:gd name="T102" fmla="*/ 2147483647 w 384"/>
                <a:gd name="T103" fmla="*/ 2147483647 h 248"/>
                <a:gd name="T104" fmla="*/ 2147483647 w 384"/>
                <a:gd name="T105" fmla="*/ 2147483647 h 248"/>
                <a:gd name="T106" fmla="*/ 2147483647 w 384"/>
                <a:gd name="T107" fmla="*/ 2147483647 h 248"/>
                <a:gd name="T108" fmla="*/ 2147483647 w 384"/>
                <a:gd name="T109" fmla="*/ 2147483647 h 248"/>
                <a:gd name="T110" fmla="*/ 2147483647 w 384"/>
                <a:gd name="T111" fmla="*/ 2147483647 h 2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384"/>
                <a:gd name="T169" fmla="*/ 0 h 248"/>
                <a:gd name="T170" fmla="*/ 384 w 384"/>
                <a:gd name="T171" fmla="*/ 248 h 24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384" h="248">
                  <a:moveTo>
                    <a:pt x="320" y="232"/>
                  </a:moveTo>
                  <a:lnTo>
                    <a:pt x="336" y="232"/>
                  </a:lnTo>
                  <a:lnTo>
                    <a:pt x="328" y="216"/>
                  </a:lnTo>
                  <a:lnTo>
                    <a:pt x="336" y="208"/>
                  </a:lnTo>
                  <a:lnTo>
                    <a:pt x="352" y="208"/>
                  </a:lnTo>
                  <a:lnTo>
                    <a:pt x="360" y="200"/>
                  </a:lnTo>
                  <a:lnTo>
                    <a:pt x="376" y="192"/>
                  </a:lnTo>
                  <a:lnTo>
                    <a:pt x="384" y="160"/>
                  </a:lnTo>
                  <a:lnTo>
                    <a:pt x="336" y="168"/>
                  </a:lnTo>
                  <a:lnTo>
                    <a:pt x="312" y="192"/>
                  </a:lnTo>
                  <a:lnTo>
                    <a:pt x="280" y="200"/>
                  </a:lnTo>
                  <a:lnTo>
                    <a:pt x="248" y="160"/>
                  </a:lnTo>
                  <a:lnTo>
                    <a:pt x="248" y="104"/>
                  </a:lnTo>
                  <a:lnTo>
                    <a:pt x="256" y="96"/>
                  </a:lnTo>
                  <a:lnTo>
                    <a:pt x="232" y="88"/>
                  </a:lnTo>
                  <a:lnTo>
                    <a:pt x="216" y="72"/>
                  </a:lnTo>
                  <a:lnTo>
                    <a:pt x="208" y="56"/>
                  </a:lnTo>
                  <a:lnTo>
                    <a:pt x="192" y="40"/>
                  </a:lnTo>
                  <a:lnTo>
                    <a:pt x="168" y="48"/>
                  </a:lnTo>
                  <a:lnTo>
                    <a:pt x="136" y="16"/>
                  </a:lnTo>
                  <a:lnTo>
                    <a:pt x="112" y="8"/>
                  </a:lnTo>
                  <a:lnTo>
                    <a:pt x="104" y="16"/>
                  </a:lnTo>
                  <a:lnTo>
                    <a:pt x="72" y="16"/>
                  </a:lnTo>
                  <a:lnTo>
                    <a:pt x="32" y="0"/>
                  </a:lnTo>
                  <a:lnTo>
                    <a:pt x="0" y="0"/>
                  </a:lnTo>
                  <a:lnTo>
                    <a:pt x="24" y="48"/>
                  </a:lnTo>
                  <a:lnTo>
                    <a:pt x="40" y="72"/>
                  </a:lnTo>
                  <a:lnTo>
                    <a:pt x="32" y="80"/>
                  </a:lnTo>
                  <a:lnTo>
                    <a:pt x="64" y="96"/>
                  </a:lnTo>
                  <a:lnTo>
                    <a:pt x="64" y="120"/>
                  </a:lnTo>
                  <a:lnTo>
                    <a:pt x="80" y="128"/>
                  </a:lnTo>
                  <a:lnTo>
                    <a:pt x="96" y="144"/>
                  </a:lnTo>
                  <a:lnTo>
                    <a:pt x="96" y="128"/>
                  </a:lnTo>
                  <a:lnTo>
                    <a:pt x="80" y="120"/>
                  </a:lnTo>
                  <a:lnTo>
                    <a:pt x="64" y="80"/>
                  </a:lnTo>
                  <a:lnTo>
                    <a:pt x="40" y="40"/>
                  </a:lnTo>
                  <a:lnTo>
                    <a:pt x="32" y="16"/>
                  </a:lnTo>
                  <a:lnTo>
                    <a:pt x="48" y="24"/>
                  </a:lnTo>
                  <a:lnTo>
                    <a:pt x="72" y="64"/>
                  </a:lnTo>
                  <a:lnTo>
                    <a:pt x="80" y="80"/>
                  </a:lnTo>
                  <a:lnTo>
                    <a:pt x="96" y="88"/>
                  </a:lnTo>
                  <a:lnTo>
                    <a:pt x="96" y="104"/>
                  </a:lnTo>
                  <a:lnTo>
                    <a:pt x="112" y="112"/>
                  </a:lnTo>
                  <a:lnTo>
                    <a:pt x="120" y="120"/>
                  </a:lnTo>
                  <a:lnTo>
                    <a:pt x="144" y="144"/>
                  </a:lnTo>
                  <a:lnTo>
                    <a:pt x="144" y="168"/>
                  </a:lnTo>
                  <a:lnTo>
                    <a:pt x="144" y="184"/>
                  </a:lnTo>
                  <a:lnTo>
                    <a:pt x="200" y="216"/>
                  </a:lnTo>
                  <a:lnTo>
                    <a:pt x="224" y="224"/>
                  </a:lnTo>
                  <a:lnTo>
                    <a:pt x="264" y="240"/>
                  </a:lnTo>
                  <a:lnTo>
                    <a:pt x="280" y="232"/>
                  </a:lnTo>
                  <a:lnTo>
                    <a:pt x="288" y="232"/>
                  </a:lnTo>
                  <a:lnTo>
                    <a:pt x="312" y="248"/>
                  </a:lnTo>
                  <a:lnTo>
                    <a:pt x="312" y="240"/>
                  </a:lnTo>
                  <a:lnTo>
                    <a:pt x="320" y="232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6" name="Freeform 778"/>
            <p:cNvSpPr>
              <a:spLocks/>
            </p:cNvSpPr>
            <p:nvPr/>
          </p:nvSpPr>
          <p:spPr bwMode="auto">
            <a:xfrm>
              <a:off x="2071166" y="1789743"/>
              <a:ext cx="1449727" cy="999017"/>
            </a:xfrm>
            <a:custGeom>
              <a:avLst/>
              <a:gdLst>
                <a:gd name="T0" fmla="*/ 2147483647 w 1080"/>
                <a:gd name="T1" fmla="*/ 2147483647 h 744"/>
                <a:gd name="T2" fmla="*/ 2147483647 w 1080"/>
                <a:gd name="T3" fmla="*/ 2147483647 h 744"/>
                <a:gd name="T4" fmla="*/ 2147483647 w 1080"/>
                <a:gd name="T5" fmla="*/ 2147483647 h 744"/>
                <a:gd name="T6" fmla="*/ 2147483647 w 1080"/>
                <a:gd name="T7" fmla="*/ 2147483647 h 744"/>
                <a:gd name="T8" fmla="*/ 2147483647 w 1080"/>
                <a:gd name="T9" fmla="*/ 2147483647 h 744"/>
                <a:gd name="T10" fmla="*/ 2147483647 w 1080"/>
                <a:gd name="T11" fmla="*/ 2147483647 h 744"/>
                <a:gd name="T12" fmla="*/ 2147483647 w 1080"/>
                <a:gd name="T13" fmla="*/ 2147483647 h 744"/>
                <a:gd name="T14" fmla="*/ 2147483647 w 1080"/>
                <a:gd name="T15" fmla="*/ 2147483647 h 744"/>
                <a:gd name="T16" fmla="*/ 2147483647 w 1080"/>
                <a:gd name="T17" fmla="*/ 2147483647 h 744"/>
                <a:gd name="T18" fmla="*/ 2147483647 w 1080"/>
                <a:gd name="T19" fmla="*/ 2147483647 h 744"/>
                <a:gd name="T20" fmla="*/ 2147483647 w 1080"/>
                <a:gd name="T21" fmla="*/ 2147483647 h 744"/>
                <a:gd name="T22" fmla="*/ 2147483647 w 1080"/>
                <a:gd name="T23" fmla="*/ 2147483647 h 744"/>
                <a:gd name="T24" fmla="*/ 2147483647 w 1080"/>
                <a:gd name="T25" fmla="*/ 2147483647 h 744"/>
                <a:gd name="T26" fmla="*/ 2147483647 w 1080"/>
                <a:gd name="T27" fmla="*/ 2147483647 h 744"/>
                <a:gd name="T28" fmla="*/ 2147483647 w 1080"/>
                <a:gd name="T29" fmla="*/ 2147483647 h 744"/>
                <a:gd name="T30" fmla="*/ 2147483647 w 1080"/>
                <a:gd name="T31" fmla="*/ 2147483647 h 744"/>
                <a:gd name="T32" fmla="*/ 2147483647 w 1080"/>
                <a:gd name="T33" fmla="*/ 2147483647 h 744"/>
                <a:gd name="T34" fmla="*/ 2147483647 w 1080"/>
                <a:gd name="T35" fmla="*/ 2147483647 h 744"/>
                <a:gd name="T36" fmla="*/ 2147483647 w 1080"/>
                <a:gd name="T37" fmla="*/ 2147483647 h 744"/>
                <a:gd name="T38" fmla="*/ 2147483647 w 1080"/>
                <a:gd name="T39" fmla="*/ 2147483647 h 744"/>
                <a:gd name="T40" fmla="*/ 2147483647 w 1080"/>
                <a:gd name="T41" fmla="*/ 2147483647 h 744"/>
                <a:gd name="T42" fmla="*/ 2147483647 w 1080"/>
                <a:gd name="T43" fmla="*/ 2147483647 h 744"/>
                <a:gd name="T44" fmla="*/ 2147483647 w 1080"/>
                <a:gd name="T45" fmla="*/ 2147483647 h 744"/>
                <a:gd name="T46" fmla="*/ 2147483647 w 1080"/>
                <a:gd name="T47" fmla="*/ 2147483647 h 744"/>
                <a:gd name="T48" fmla="*/ 2147483647 w 1080"/>
                <a:gd name="T49" fmla="*/ 2147483647 h 744"/>
                <a:gd name="T50" fmla="*/ 2147483647 w 1080"/>
                <a:gd name="T51" fmla="*/ 2147483647 h 744"/>
                <a:gd name="T52" fmla="*/ 2147483647 w 1080"/>
                <a:gd name="T53" fmla="*/ 2147483647 h 744"/>
                <a:gd name="T54" fmla="*/ 2147483647 w 1080"/>
                <a:gd name="T55" fmla="*/ 2147483647 h 744"/>
                <a:gd name="T56" fmla="*/ 2147483647 w 1080"/>
                <a:gd name="T57" fmla="*/ 2147483647 h 744"/>
                <a:gd name="T58" fmla="*/ 2147483647 w 1080"/>
                <a:gd name="T59" fmla="*/ 2147483647 h 744"/>
                <a:gd name="T60" fmla="*/ 2147483647 w 1080"/>
                <a:gd name="T61" fmla="*/ 2147483647 h 744"/>
                <a:gd name="T62" fmla="*/ 2147483647 w 1080"/>
                <a:gd name="T63" fmla="*/ 2147483647 h 744"/>
                <a:gd name="T64" fmla="*/ 2147483647 w 1080"/>
                <a:gd name="T65" fmla="*/ 2147483647 h 744"/>
                <a:gd name="T66" fmla="*/ 2147483647 w 1080"/>
                <a:gd name="T67" fmla="*/ 2147483647 h 744"/>
                <a:gd name="T68" fmla="*/ 2147483647 w 1080"/>
                <a:gd name="T69" fmla="*/ 2147483647 h 744"/>
                <a:gd name="T70" fmla="*/ 2147483647 w 1080"/>
                <a:gd name="T71" fmla="*/ 2147483647 h 744"/>
                <a:gd name="T72" fmla="*/ 2147483647 w 1080"/>
                <a:gd name="T73" fmla="*/ 2147483647 h 744"/>
                <a:gd name="T74" fmla="*/ 2147483647 w 1080"/>
                <a:gd name="T75" fmla="*/ 2147483647 h 744"/>
                <a:gd name="T76" fmla="*/ 2147483647 w 1080"/>
                <a:gd name="T77" fmla="*/ 2147483647 h 744"/>
                <a:gd name="T78" fmla="*/ 2147483647 w 1080"/>
                <a:gd name="T79" fmla="*/ 2147483647 h 744"/>
                <a:gd name="T80" fmla="*/ 2147483647 w 1080"/>
                <a:gd name="T81" fmla="*/ 0 h 744"/>
                <a:gd name="T82" fmla="*/ 2147483647 w 1080"/>
                <a:gd name="T83" fmla="*/ 2147483647 h 744"/>
                <a:gd name="T84" fmla="*/ 2147483647 w 1080"/>
                <a:gd name="T85" fmla="*/ 2147483647 h 744"/>
                <a:gd name="T86" fmla="*/ 2147483647 w 1080"/>
                <a:gd name="T87" fmla="*/ 2147483647 h 744"/>
                <a:gd name="T88" fmla="*/ 2147483647 w 1080"/>
                <a:gd name="T89" fmla="*/ 2147483647 h 744"/>
                <a:gd name="T90" fmla="*/ 2147483647 w 1080"/>
                <a:gd name="T91" fmla="*/ 2147483647 h 744"/>
                <a:gd name="T92" fmla="*/ 2147483647 w 1080"/>
                <a:gd name="T93" fmla="*/ 2147483647 h 744"/>
                <a:gd name="T94" fmla="*/ 2147483647 w 1080"/>
                <a:gd name="T95" fmla="*/ 2147483647 h 744"/>
                <a:gd name="T96" fmla="*/ 2147483647 w 1080"/>
                <a:gd name="T97" fmla="*/ 2147483647 h 744"/>
                <a:gd name="T98" fmla="*/ 2147483647 w 1080"/>
                <a:gd name="T99" fmla="*/ 2147483647 h 744"/>
                <a:gd name="T100" fmla="*/ 2147483647 w 1080"/>
                <a:gd name="T101" fmla="*/ 2147483647 h 744"/>
                <a:gd name="T102" fmla="*/ 2147483647 w 1080"/>
                <a:gd name="T103" fmla="*/ 2147483647 h 744"/>
                <a:gd name="T104" fmla="*/ 2147483647 w 1080"/>
                <a:gd name="T105" fmla="*/ 2147483647 h 744"/>
                <a:gd name="T106" fmla="*/ 2147483647 w 1080"/>
                <a:gd name="T107" fmla="*/ 2147483647 h 744"/>
                <a:gd name="T108" fmla="*/ 2147483647 w 1080"/>
                <a:gd name="T109" fmla="*/ 2147483647 h 744"/>
                <a:gd name="T110" fmla="*/ 0 w 1080"/>
                <a:gd name="T111" fmla="*/ 2147483647 h 744"/>
                <a:gd name="T112" fmla="*/ 2147483647 w 1080"/>
                <a:gd name="T113" fmla="*/ 2147483647 h 744"/>
                <a:gd name="T114" fmla="*/ 2147483647 w 1080"/>
                <a:gd name="T115" fmla="*/ 2147483647 h 744"/>
                <a:gd name="T116" fmla="*/ 2147483647 w 1080"/>
                <a:gd name="T117" fmla="*/ 2147483647 h 744"/>
                <a:gd name="T118" fmla="*/ 2147483647 w 1080"/>
                <a:gd name="T119" fmla="*/ 2147483647 h 744"/>
                <a:gd name="T120" fmla="*/ 2147483647 w 1080"/>
                <a:gd name="T121" fmla="*/ 2147483647 h 744"/>
                <a:gd name="T122" fmla="*/ 2147483647 w 1080"/>
                <a:gd name="T123" fmla="*/ 2147483647 h 74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080"/>
                <a:gd name="T187" fmla="*/ 0 h 744"/>
                <a:gd name="T188" fmla="*/ 1080 w 1080"/>
                <a:gd name="T189" fmla="*/ 744 h 74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080" h="744">
                  <a:moveTo>
                    <a:pt x="624" y="632"/>
                  </a:moveTo>
                  <a:lnTo>
                    <a:pt x="648" y="640"/>
                  </a:lnTo>
                  <a:lnTo>
                    <a:pt x="720" y="672"/>
                  </a:lnTo>
                  <a:lnTo>
                    <a:pt x="744" y="720"/>
                  </a:lnTo>
                  <a:lnTo>
                    <a:pt x="744" y="744"/>
                  </a:lnTo>
                  <a:lnTo>
                    <a:pt x="792" y="728"/>
                  </a:lnTo>
                  <a:lnTo>
                    <a:pt x="824" y="704"/>
                  </a:lnTo>
                  <a:lnTo>
                    <a:pt x="840" y="704"/>
                  </a:lnTo>
                  <a:lnTo>
                    <a:pt x="880" y="696"/>
                  </a:lnTo>
                  <a:lnTo>
                    <a:pt x="912" y="656"/>
                  </a:lnTo>
                  <a:lnTo>
                    <a:pt x="928" y="656"/>
                  </a:lnTo>
                  <a:lnTo>
                    <a:pt x="936" y="696"/>
                  </a:lnTo>
                  <a:lnTo>
                    <a:pt x="952" y="688"/>
                  </a:lnTo>
                  <a:lnTo>
                    <a:pt x="968" y="688"/>
                  </a:lnTo>
                  <a:lnTo>
                    <a:pt x="960" y="704"/>
                  </a:lnTo>
                  <a:lnTo>
                    <a:pt x="968" y="720"/>
                  </a:lnTo>
                  <a:lnTo>
                    <a:pt x="1000" y="688"/>
                  </a:lnTo>
                  <a:lnTo>
                    <a:pt x="1016" y="672"/>
                  </a:lnTo>
                  <a:lnTo>
                    <a:pt x="976" y="672"/>
                  </a:lnTo>
                  <a:lnTo>
                    <a:pt x="960" y="648"/>
                  </a:lnTo>
                  <a:lnTo>
                    <a:pt x="976" y="632"/>
                  </a:lnTo>
                  <a:lnTo>
                    <a:pt x="976" y="616"/>
                  </a:lnTo>
                  <a:lnTo>
                    <a:pt x="920" y="632"/>
                  </a:lnTo>
                  <a:lnTo>
                    <a:pt x="896" y="656"/>
                  </a:lnTo>
                  <a:lnTo>
                    <a:pt x="904" y="624"/>
                  </a:lnTo>
                  <a:lnTo>
                    <a:pt x="936" y="608"/>
                  </a:lnTo>
                  <a:lnTo>
                    <a:pt x="952" y="592"/>
                  </a:lnTo>
                  <a:lnTo>
                    <a:pt x="1000" y="600"/>
                  </a:lnTo>
                  <a:lnTo>
                    <a:pt x="1032" y="592"/>
                  </a:lnTo>
                  <a:lnTo>
                    <a:pt x="1064" y="576"/>
                  </a:lnTo>
                  <a:lnTo>
                    <a:pt x="1080" y="560"/>
                  </a:lnTo>
                  <a:lnTo>
                    <a:pt x="1064" y="520"/>
                  </a:lnTo>
                  <a:lnTo>
                    <a:pt x="1064" y="496"/>
                  </a:lnTo>
                  <a:lnTo>
                    <a:pt x="1008" y="472"/>
                  </a:lnTo>
                  <a:lnTo>
                    <a:pt x="1008" y="456"/>
                  </a:lnTo>
                  <a:lnTo>
                    <a:pt x="968" y="368"/>
                  </a:lnTo>
                  <a:lnTo>
                    <a:pt x="952" y="408"/>
                  </a:lnTo>
                  <a:lnTo>
                    <a:pt x="928" y="416"/>
                  </a:lnTo>
                  <a:lnTo>
                    <a:pt x="920" y="408"/>
                  </a:lnTo>
                  <a:lnTo>
                    <a:pt x="904" y="408"/>
                  </a:lnTo>
                  <a:lnTo>
                    <a:pt x="904" y="352"/>
                  </a:lnTo>
                  <a:lnTo>
                    <a:pt x="880" y="344"/>
                  </a:lnTo>
                  <a:lnTo>
                    <a:pt x="864" y="320"/>
                  </a:lnTo>
                  <a:lnTo>
                    <a:pt x="840" y="320"/>
                  </a:lnTo>
                  <a:lnTo>
                    <a:pt x="816" y="312"/>
                  </a:lnTo>
                  <a:lnTo>
                    <a:pt x="800" y="320"/>
                  </a:lnTo>
                  <a:lnTo>
                    <a:pt x="800" y="336"/>
                  </a:lnTo>
                  <a:lnTo>
                    <a:pt x="800" y="360"/>
                  </a:lnTo>
                  <a:lnTo>
                    <a:pt x="800" y="400"/>
                  </a:lnTo>
                  <a:lnTo>
                    <a:pt x="792" y="416"/>
                  </a:lnTo>
                  <a:lnTo>
                    <a:pt x="816" y="464"/>
                  </a:lnTo>
                  <a:lnTo>
                    <a:pt x="776" y="504"/>
                  </a:lnTo>
                  <a:lnTo>
                    <a:pt x="784" y="560"/>
                  </a:lnTo>
                  <a:lnTo>
                    <a:pt x="768" y="576"/>
                  </a:lnTo>
                  <a:lnTo>
                    <a:pt x="752" y="568"/>
                  </a:lnTo>
                  <a:lnTo>
                    <a:pt x="744" y="496"/>
                  </a:lnTo>
                  <a:lnTo>
                    <a:pt x="704" y="488"/>
                  </a:lnTo>
                  <a:lnTo>
                    <a:pt x="632" y="448"/>
                  </a:lnTo>
                  <a:lnTo>
                    <a:pt x="616" y="448"/>
                  </a:lnTo>
                  <a:lnTo>
                    <a:pt x="600" y="408"/>
                  </a:lnTo>
                  <a:lnTo>
                    <a:pt x="592" y="400"/>
                  </a:lnTo>
                  <a:lnTo>
                    <a:pt x="624" y="304"/>
                  </a:lnTo>
                  <a:lnTo>
                    <a:pt x="640" y="280"/>
                  </a:lnTo>
                  <a:lnTo>
                    <a:pt x="664" y="272"/>
                  </a:lnTo>
                  <a:lnTo>
                    <a:pt x="672" y="272"/>
                  </a:lnTo>
                  <a:lnTo>
                    <a:pt x="688" y="232"/>
                  </a:lnTo>
                  <a:lnTo>
                    <a:pt x="696" y="200"/>
                  </a:lnTo>
                  <a:lnTo>
                    <a:pt x="736" y="192"/>
                  </a:lnTo>
                  <a:lnTo>
                    <a:pt x="752" y="176"/>
                  </a:lnTo>
                  <a:lnTo>
                    <a:pt x="744" y="136"/>
                  </a:lnTo>
                  <a:lnTo>
                    <a:pt x="752" y="112"/>
                  </a:lnTo>
                  <a:lnTo>
                    <a:pt x="736" y="96"/>
                  </a:lnTo>
                  <a:lnTo>
                    <a:pt x="712" y="88"/>
                  </a:lnTo>
                  <a:lnTo>
                    <a:pt x="704" y="128"/>
                  </a:lnTo>
                  <a:lnTo>
                    <a:pt x="680" y="168"/>
                  </a:lnTo>
                  <a:lnTo>
                    <a:pt x="672" y="120"/>
                  </a:lnTo>
                  <a:lnTo>
                    <a:pt x="656" y="104"/>
                  </a:lnTo>
                  <a:lnTo>
                    <a:pt x="640" y="128"/>
                  </a:lnTo>
                  <a:lnTo>
                    <a:pt x="632" y="104"/>
                  </a:lnTo>
                  <a:lnTo>
                    <a:pt x="616" y="80"/>
                  </a:lnTo>
                  <a:lnTo>
                    <a:pt x="608" y="40"/>
                  </a:lnTo>
                  <a:lnTo>
                    <a:pt x="584" y="0"/>
                  </a:lnTo>
                  <a:lnTo>
                    <a:pt x="568" y="56"/>
                  </a:lnTo>
                  <a:lnTo>
                    <a:pt x="568" y="80"/>
                  </a:lnTo>
                  <a:lnTo>
                    <a:pt x="592" y="104"/>
                  </a:lnTo>
                  <a:lnTo>
                    <a:pt x="600" y="128"/>
                  </a:lnTo>
                  <a:lnTo>
                    <a:pt x="576" y="144"/>
                  </a:lnTo>
                  <a:lnTo>
                    <a:pt x="568" y="136"/>
                  </a:lnTo>
                  <a:lnTo>
                    <a:pt x="552" y="136"/>
                  </a:lnTo>
                  <a:lnTo>
                    <a:pt x="544" y="160"/>
                  </a:lnTo>
                  <a:lnTo>
                    <a:pt x="512" y="152"/>
                  </a:lnTo>
                  <a:lnTo>
                    <a:pt x="472" y="152"/>
                  </a:lnTo>
                  <a:lnTo>
                    <a:pt x="448" y="136"/>
                  </a:lnTo>
                  <a:lnTo>
                    <a:pt x="416" y="144"/>
                  </a:lnTo>
                  <a:lnTo>
                    <a:pt x="416" y="152"/>
                  </a:lnTo>
                  <a:lnTo>
                    <a:pt x="424" y="176"/>
                  </a:lnTo>
                  <a:lnTo>
                    <a:pt x="408" y="176"/>
                  </a:lnTo>
                  <a:lnTo>
                    <a:pt x="392" y="152"/>
                  </a:lnTo>
                  <a:lnTo>
                    <a:pt x="344" y="160"/>
                  </a:lnTo>
                  <a:lnTo>
                    <a:pt x="328" y="144"/>
                  </a:lnTo>
                  <a:lnTo>
                    <a:pt x="336" y="128"/>
                  </a:lnTo>
                  <a:lnTo>
                    <a:pt x="304" y="120"/>
                  </a:lnTo>
                  <a:lnTo>
                    <a:pt x="272" y="104"/>
                  </a:lnTo>
                  <a:lnTo>
                    <a:pt x="232" y="88"/>
                  </a:lnTo>
                  <a:lnTo>
                    <a:pt x="200" y="96"/>
                  </a:lnTo>
                  <a:lnTo>
                    <a:pt x="176" y="64"/>
                  </a:lnTo>
                  <a:lnTo>
                    <a:pt x="96" y="104"/>
                  </a:lnTo>
                  <a:lnTo>
                    <a:pt x="80" y="120"/>
                  </a:lnTo>
                  <a:lnTo>
                    <a:pt x="48" y="112"/>
                  </a:lnTo>
                  <a:lnTo>
                    <a:pt x="24" y="96"/>
                  </a:lnTo>
                  <a:lnTo>
                    <a:pt x="0" y="88"/>
                  </a:lnTo>
                  <a:lnTo>
                    <a:pt x="0" y="368"/>
                  </a:lnTo>
                  <a:lnTo>
                    <a:pt x="40" y="392"/>
                  </a:lnTo>
                  <a:lnTo>
                    <a:pt x="72" y="376"/>
                  </a:lnTo>
                  <a:lnTo>
                    <a:pt x="120" y="456"/>
                  </a:lnTo>
                  <a:lnTo>
                    <a:pt x="144" y="472"/>
                  </a:lnTo>
                  <a:lnTo>
                    <a:pt x="144" y="504"/>
                  </a:lnTo>
                  <a:lnTo>
                    <a:pt x="152" y="528"/>
                  </a:lnTo>
                  <a:lnTo>
                    <a:pt x="184" y="576"/>
                  </a:lnTo>
                  <a:lnTo>
                    <a:pt x="232" y="600"/>
                  </a:lnTo>
                  <a:lnTo>
                    <a:pt x="232" y="624"/>
                  </a:lnTo>
                  <a:lnTo>
                    <a:pt x="584" y="624"/>
                  </a:lnTo>
                  <a:lnTo>
                    <a:pt x="624" y="632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</p:grpSp>
      <p:graphicFrame>
        <p:nvGraphicFramePr>
          <p:cNvPr id="267" name="图表 266"/>
          <p:cNvGraphicFramePr/>
          <p:nvPr>
            <p:extLst>
              <p:ext uri="{D42A27DB-BD31-4B8C-83A1-F6EECF244321}">
                <p14:modId xmlns:p14="http://schemas.microsoft.com/office/powerpoint/2010/main" val="271798108"/>
              </p:ext>
            </p:extLst>
          </p:nvPr>
        </p:nvGraphicFramePr>
        <p:xfrm>
          <a:off x="1935683" y="3350355"/>
          <a:ext cx="8311581" cy="26972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78713457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课题目的</a:t>
            </a: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1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523291" y="2113080"/>
            <a:ext cx="2676450" cy="2677592"/>
            <a:chOff x="4170953" y="833056"/>
            <a:chExt cx="3846813" cy="3848451"/>
          </a:xfrm>
          <a:solidFill>
            <a:srgbClr val="F5F0EA"/>
          </a:solidFill>
        </p:grpSpPr>
        <p:grpSp>
          <p:nvGrpSpPr>
            <p:cNvPr id="90" name="组合 89"/>
            <p:cNvGrpSpPr/>
            <p:nvPr/>
          </p:nvGrpSpPr>
          <p:grpSpPr>
            <a:xfrm>
              <a:off x="4273247" y="926495"/>
              <a:ext cx="3645505" cy="3645505"/>
              <a:chOff x="3651549" y="975481"/>
              <a:chExt cx="2929467" cy="2929467"/>
            </a:xfrm>
            <a:grpFill/>
          </p:grpSpPr>
          <p:sp>
            <p:nvSpPr>
              <p:cNvPr id="142" name="椭圆 141"/>
              <p:cNvSpPr/>
              <p:nvPr/>
            </p:nvSpPr>
            <p:spPr>
              <a:xfrm>
                <a:off x="3651549" y="975481"/>
                <a:ext cx="2929467" cy="2929467"/>
              </a:xfrm>
              <a:prstGeom prst="ellipse">
                <a:avLst/>
              </a:prstGeom>
              <a:solidFill>
                <a:srgbClr val="79A5B2"/>
              </a:solidFill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椭圆 142"/>
              <p:cNvSpPr/>
              <p:nvPr/>
            </p:nvSpPr>
            <p:spPr>
              <a:xfrm>
                <a:off x="3856281" y="1186756"/>
                <a:ext cx="2520000" cy="2519828"/>
              </a:xfrm>
              <a:prstGeom prst="ellipse">
                <a:avLst/>
              </a:prstGeom>
              <a:grpFill/>
              <a:ln>
                <a:solidFill>
                  <a:srgbClr val="79A5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椭圆 143"/>
              <p:cNvSpPr/>
              <p:nvPr/>
            </p:nvSpPr>
            <p:spPr>
              <a:xfrm>
                <a:off x="3884243" y="1243432"/>
                <a:ext cx="2436501" cy="2436335"/>
              </a:xfrm>
              <a:prstGeom prst="ellipse">
                <a:avLst/>
              </a:prstGeom>
              <a:grpFill/>
              <a:ln>
                <a:solidFill>
                  <a:srgbClr val="79A5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91" name="直接连接符 90"/>
            <p:cNvCxnSpPr/>
            <p:nvPr/>
          </p:nvCxnSpPr>
          <p:spPr>
            <a:xfrm rot="-5400000" flipH="1">
              <a:off x="4224639" y="2559437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rot="-4976471" flipH="1">
              <a:off x="4237730" y="2347184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rot="-4552941" flipH="1">
              <a:off x="4276806" y="213814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rot="-4129412" flipH="1">
              <a:off x="4341273" y="1935500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rot="-3705882" flipH="1">
              <a:off x="4430155" y="1742310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rot="-3282353" flipH="1">
              <a:off x="4542104" y="1561506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rot="-2858823" flipH="1">
              <a:off x="4675423" y="1395830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rot="-2435294" flipH="1">
              <a:off x="4828091" y="124779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rot="-2011765" flipH="1">
              <a:off x="4997794" y="111963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rot="-1588235" flipH="1">
              <a:off x="5181960" y="1013311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rot="-1164706" flipH="1">
              <a:off x="5377796" y="930421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rot="-741177" flipH="1">
              <a:off x="5582334" y="87222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rot="-317647" flipH="1">
              <a:off x="5792473" y="83960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rot="105883" flipH="1">
              <a:off x="6005028" y="833056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rot="529412" flipH="1">
              <a:off x="6216777" y="852678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rot="952941" flipH="1">
              <a:off x="6424510" y="898172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rot="1376471" flipH="1">
              <a:off x="6625077" y="96884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rot="1800000" flipH="1">
              <a:off x="6815439" y="1063638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rot="2223529" flipH="1">
              <a:off x="6992710" y="1181102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rot="2647059" flipH="1">
              <a:off x="7154201" y="1319460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rot="3070588" flipH="1">
              <a:off x="7297467" y="1476614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rot="3494117" flipH="1">
              <a:off x="7420334" y="165018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rot="3917647" flipH="1">
              <a:off x="7520940" y="1837536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rot="4341176" flipH="1">
              <a:off x="7597760" y="2035831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rot="4764706" flipH="1">
              <a:off x="7649630" y="224206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rot="5188236" flipH="1">
              <a:off x="7675763" y="245310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rot="5611765" flipH="1">
              <a:off x="7675763" y="266576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rot="6035294" flipH="1">
              <a:off x="7649630" y="287680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rot="6458824" flipH="1">
              <a:off x="7597760" y="308304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rot="6882353" flipH="1">
              <a:off x="7520940" y="3281338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rot="7305883" flipH="1">
              <a:off x="7420334" y="3468691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rot="7729412" flipH="1">
              <a:off x="7297467" y="3642260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rot="8152941" flipH="1">
              <a:off x="7154201" y="379941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rot="8576471" flipH="1">
              <a:off x="6992710" y="3937772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rot="9000000" flipH="1">
              <a:off x="6815439" y="4055236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rot="9423529" flipH="1">
              <a:off x="6625077" y="415002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 rot="9847059" flipH="1">
              <a:off x="6424509" y="4220702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rot="10270589" flipH="1">
              <a:off x="6216777" y="4266197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 rot="10694117" flipH="1">
              <a:off x="6005028" y="4285818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rot="11117648" flipH="1">
              <a:off x="5792473" y="427926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rot="11541176" flipH="1">
              <a:off x="5582334" y="424664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rot="11964706" flipH="1">
              <a:off x="5377796" y="418845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rot="12388235" flipH="1">
              <a:off x="5181960" y="410556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rot="12811765" flipH="1">
              <a:off x="4997794" y="399923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rot="13235294" flipH="1">
              <a:off x="4828092" y="3871082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rot="13658824" flipH="1">
              <a:off x="4675423" y="3723044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 rot="14082352" flipH="1">
              <a:off x="4542104" y="355736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 rot="14505883" flipH="1">
              <a:off x="4430155" y="3376564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 rot="14929413" flipH="1">
              <a:off x="4341273" y="318337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 rot="15352941" flipH="1">
              <a:off x="4276806" y="298072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 rot="15776472" flipH="1">
              <a:off x="4237730" y="277168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组合 144"/>
          <p:cNvGrpSpPr/>
          <p:nvPr/>
        </p:nvGrpSpPr>
        <p:grpSpPr>
          <a:xfrm>
            <a:off x="3360981" y="2113080"/>
            <a:ext cx="2676450" cy="2677592"/>
            <a:chOff x="4170953" y="833056"/>
            <a:chExt cx="3846813" cy="3848451"/>
          </a:xfrm>
          <a:solidFill>
            <a:srgbClr val="F5F0EA"/>
          </a:solidFill>
        </p:grpSpPr>
        <p:grpSp>
          <p:nvGrpSpPr>
            <p:cNvPr id="146" name="组合 145"/>
            <p:cNvGrpSpPr/>
            <p:nvPr/>
          </p:nvGrpSpPr>
          <p:grpSpPr>
            <a:xfrm>
              <a:off x="4273247" y="926495"/>
              <a:ext cx="3645505" cy="3645505"/>
              <a:chOff x="3651549" y="975481"/>
              <a:chExt cx="2929467" cy="2929467"/>
            </a:xfrm>
            <a:grpFill/>
          </p:grpSpPr>
          <p:sp>
            <p:nvSpPr>
              <p:cNvPr id="198" name="椭圆 197"/>
              <p:cNvSpPr/>
              <p:nvPr/>
            </p:nvSpPr>
            <p:spPr>
              <a:xfrm>
                <a:off x="3651549" y="975481"/>
                <a:ext cx="2929467" cy="2929467"/>
              </a:xfrm>
              <a:prstGeom prst="ellipse">
                <a:avLst/>
              </a:prstGeom>
              <a:solidFill>
                <a:srgbClr val="79A5B2"/>
              </a:solidFill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" name="椭圆 198"/>
              <p:cNvSpPr/>
              <p:nvPr/>
            </p:nvSpPr>
            <p:spPr>
              <a:xfrm>
                <a:off x="3856281" y="1186756"/>
                <a:ext cx="2520000" cy="2519828"/>
              </a:xfrm>
              <a:prstGeom prst="ellipse">
                <a:avLst/>
              </a:prstGeom>
              <a:grpFill/>
              <a:ln>
                <a:solidFill>
                  <a:srgbClr val="79A5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" name="椭圆 199"/>
              <p:cNvSpPr/>
              <p:nvPr/>
            </p:nvSpPr>
            <p:spPr>
              <a:xfrm>
                <a:off x="3884243" y="1243432"/>
                <a:ext cx="2436501" cy="2436335"/>
              </a:xfrm>
              <a:prstGeom prst="ellipse">
                <a:avLst/>
              </a:prstGeom>
              <a:grpFill/>
              <a:ln>
                <a:solidFill>
                  <a:srgbClr val="79A5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47" name="直接连接符 146"/>
            <p:cNvCxnSpPr/>
            <p:nvPr/>
          </p:nvCxnSpPr>
          <p:spPr>
            <a:xfrm rot="-5400000" flipH="1">
              <a:off x="4224639" y="2559437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 rot="-4976471" flipH="1">
              <a:off x="4237730" y="2347184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 rot="-4552941" flipH="1">
              <a:off x="4276806" y="213814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 rot="-4129412" flipH="1">
              <a:off x="4341273" y="1935500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>
            <a:xfrm rot="-3705882" flipH="1">
              <a:off x="4430155" y="1742310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/>
          </p:nvCxnSpPr>
          <p:spPr>
            <a:xfrm rot="-3282353" flipH="1">
              <a:off x="4542104" y="1561506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/>
          </p:nvCxnSpPr>
          <p:spPr>
            <a:xfrm rot="-2858823" flipH="1">
              <a:off x="4675423" y="1395830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/>
          </p:nvCxnSpPr>
          <p:spPr>
            <a:xfrm rot="-2435294" flipH="1">
              <a:off x="4828091" y="124779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rot="-2011765" flipH="1">
              <a:off x="4997794" y="111963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 rot="-1588235" flipH="1">
              <a:off x="5181960" y="1013311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 rot="-1164706" flipH="1">
              <a:off x="5377796" y="930421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 rot="-741177" flipH="1">
              <a:off x="5582334" y="87222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 rot="-317647" flipH="1">
              <a:off x="5792473" y="83960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 rot="105883" flipH="1">
              <a:off x="6005028" y="833056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rot="529412" flipH="1">
              <a:off x="6216777" y="852678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 rot="952941" flipH="1">
              <a:off x="6424510" y="898172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 rot="1376471" flipH="1">
              <a:off x="6625077" y="96884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 rot="1800000" flipH="1">
              <a:off x="6815439" y="1063638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/>
          </p:nvCxnSpPr>
          <p:spPr>
            <a:xfrm rot="2223529" flipH="1">
              <a:off x="6992710" y="1181102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 rot="2647059" flipH="1">
              <a:off x="7154201" y="1319460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/>
            <p:cNvCxnSpPr/>
            <p:nvPr/>
          </p:nvCxnSpPr>
          <p:spPr>
            <a:xfrm rot="3070588" flipH="1">
              <a:off x="7297467" y="1476614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/>
          </p:nvCxnSpPr>
          <p:spPr>
            <a:xfrm rot="3494117" flipH="1">
              <a:off x="7420334" y="165018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>
            <a:xfrm rot="3917647" flipH="1">
              <a:off x="7520940" y="1837536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/>
            <p:nvPr/>
          </p:nvCxnSpPr>
          <p:spPr>
            <a:xfrm rot="4341176" flipH="1">
              <a:off x="7597760" y="2035831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/>
            <p:cNvCxnSpPr/>
            <p:nvPr/>
          </p:nvCxnSpPr>
          <p:spPr>
            <a:xfrm rot="4764706" flipH="1">
              <a:off x="7649630" y="224206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/>
          </p:nvCxnSpPr>
          <p:spPr>
            <a:xfrm rot="5188236" flipH="1">
              <a:off x="7675763" y="245310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 rot="5611765" flipH="1">
              <a:off x="7675763" y="266576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 rot="6035294" flipH="1">
              <a:off x="7649630" y="287680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 rot="6458824" flipH="1">
              <a:off x="7597760" y="308304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/>
          </p:nvCxnSpPr>
          <p:spPr>
            <a:xfrm rot="6882353" flipH="1">
              <a:off x="7520940" y="3281338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>
            <a:xfrm rot="7305883" flipH="1">
              <a:off x="7420334" y="3468691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/>
            <p:cNvCxnSpPr/>
            <p:nvPr/>
          </p:nvCxnSpPr>
          <p:spPr>
            <a:xfrm rot="7729412" flipH="1">
              <a:off x="7297467" y="3642260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>
            <a:xfrm rot="8152941" flipH="1">
              <a:off x="7154201" y="379941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/>
            <p:nvPr/>
          </p:nvCxnSpPr>
          <p:spPr>
            <a:xfrm rot="8576471" flipH="1">
              <a:off x="6992710" y="3937772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/>
            <p:cNvCxnSpPr/>
            <p:nvPr/>
          </p:nvCxnSpPr>
          <p:spPr>
            <a:xfrm rot="9000000" flipH="1">
              <a:off x="6815439" y="4055236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>
            <a:xfrm rot="9423529" flipH="1">
              <a:off x="6625077" y="415002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 rot="9847059" flipH="1">
              <a:off x="6424509" y="4220702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/>
            <p:cNvCxnSpPr/>
            <p:nvPr/>
          </p:nvCxnSpPr>
          <p:spPr>
            <a:xfrm rot="10270589" flipH="1">
              <a:off x="6216777" y="4266197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/>
            <p:cNvCxnSpPr/>
            <p:nvPr/>
          </p:nvCxnSpPr>
          <p:spPr>
            <a:xfrm rot="10694117" flipH="1">
              <a:off x="6005028" y="4285818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/>
            <p:cNvCxnSpPr/>
            <p:nvPr/>
          </p:nvCxnSpPr>
          <p:spPr>
            <a:xfrm rot="11117648" flipH="1">
              <a:off x="5792473" y="427926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/>
            <p:nvPr/>
          </p:nvCxnSpPr>
          <p:spPr>
            <a:xfrm rot="11541176" flipH="1">
              <a:off x="5582334" y="424664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/>
            <p:nvPr/>
          </p:nvCxnSpPr>
          <p:spPr>
            <a:xfrm rot="11964706" flipH="1">
              <a:off x="5377796" y="418845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/>
            <p:cNvCxnSpPr/>
            <p:nvPr/>
          </p:nvCxnSpPr>
          <p:spPr>
            <a:xfrm rot="12388235" flipH="1">
              <a:off x="5181960" y="410556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/>
            <p:cNvCxnSpPr/>
            <p:nvPr/>
          </p:nvCxnSpPr>
          <p:spPr>
            <a:xfrm rot="12811765" flipH="1">
              <a:off x="4997794" y="399923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/>
          </p:nvCxnSpPr>
          <p:spPr>
            <a:xfrm rot="13235294" flipH="1">
              <a:off x="4828092" y="3871082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/>
            <p:cNvCxnSpPr/>
            <p:nvPr/>
          </p:nvCxnSpPr>
          <p:spPr>
            <a:xfrm rot="13658824" flipH="1">
              <a:off x="4675423" y="3723044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/>
            <p:cNvCxnSpPr/>
            <p:nvPr/>
          </p:nvCxnSpPr>
          <p:spPr>
            <a:xfrm rot="14082352" flipH="1">
              <a:off x="4542104" y="355736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/>
          </p:nvCxnSpPr>
          <p:spPr>
            <a:xfrm rot="14505883" flipH="1">
              <a:off x="4430155" y="3376564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>
            <a:xfrm rot="14929413" flipH="1">
              <a:off x="4341273" y="318337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/>
            <p:cNvCxnSpPr/>
            <p:nvPr/>
          </p:nvCxnSpPr>
          <p:spPr>
            <a:xfrm rot="15352941" flipH="1">
              <a:off x="4276806" y="298072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/>
          </p:nvCxnSpPr>
          <p:spPr>
            <a:xfrm rot="15776472" flipH="1">
              <a:off x="4237730" y="277168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1" name="组合 200"/>
          <p:cNvGrpSpPr/>
          <p:nvPr/>
        </p:nvGrpSpPr>
        <p:grpSpPr>
          <a:xfrm>
            <a:off x="6198671" y="2113080"/>
            <a:ext cx="2676450" cy="2677592"/>
            <a:chOff x="4170953" y="833056"/>
            <a:chExt cx="3846813" cy="3848451"/>
          </a:xfrm>
          <a:solidFill>
            <a:srgbClr val="F5F0EA"/>
          </a:solidFill>
        </p:grpSpPr>
        <p:grpSp>
          <p:nvGrpSpPr>
            <p:cNvPr id="202" name="组合 201"/>
            <p:cNvGrpSpPr/>
            <p:nvPr/>
          </p:nvGrpSpPr>
          <p:grpSpPr>
            <a:xfrm>
              <a:off x="4273247" y="926495"/>
              <a:ext cx="3645505" cy="3645505"/>
              <a:chOff x="3651549" y="975481"/>
              <a:chExt cx="2929467" cy="2929467"/>
            </a:xfrm>
            <a:grpFill/>
          </p:grpSpPr>
          <p:sp>
            <p:nvSpPr>
              <p:cNvPr id="254" name="椭圆 253"/>
              <p:cNvSpPr/>
              <p:nvPr/>
            </p:nvSpPr>
            <p:spPr>
              <a:xfrm>
                <a:off x="3651549" y="975481"/>
                <a:ext cx="2929467" cy="2929467"/>
              </a:xfrm>
              <a:prstGeom prst="ellipse">
                <a:avLst/>
              </a:prstGeom>
              <a:solidFill>
                <a:srgbClr val="79A5B2"/>
              </a:solidFill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" name="椭圆 254"/>
              <p:cNvSpPr/>
              <p:nvPr/>
            </p:nvSpPr>
            <p:spPr>
              <a:xfrm>
                <a:off x="3856281" y="1186756"/>
                <a:ext cx="2520000" cy="2519828"/>
              </a:xfrm>
              <a:prstGeom prst="ellipse">
                <a:avLst/>
              </a:prstGeom>
              <a:grpFill/>
              <a:ln>
                <a:solidFill>
                  <a:srgbClr val="79A5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" name="椭圆 255"/>
              <p:cNvSpPr/>
              <p:nvPr/>
            </p:nvSpPr>
            <p:spPr>
              <a:xfrm>
                <a:off x="3884243" y="1243432"/>
                <a:ext cx="2436501" cy="2436335"/>
              </a:xfrm>
              <a:prstGeom prst="ellipse">
                <a:avLst/>
              </a:prstGeom>
              <a:grpFill/>
              <a:ln>
                <a:solidFill>
                  <a:srgbClr val="79A5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03" name="直接连接符 202"/>
            <p:cNvCxnSpPr/>
            <p:nvPr/>
          </p:nvCxnSpPr>
          <p:spPr>
            <a:xfrm rot="-5400000" flipH="1">
              <a:off x="4224639" y="2559437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 rot="-4976471" flipH="1">
              <a:off x="4237730" y="2347184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/>
            <p:cNvCxnSpPr/>
            <p:nvPr/>
          </p:nvCxnSpPr>
          <p:spPr>
            <a:xfrm rot="-4552941" flipH="1">
              <a:off x="4276806" y="213814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/>
            <p:cNvCxnSpPr/>
            <p:nvPr/>
          </p:nvCxnSpPr>
          <p:spPr>
            <a:xfrm rot="-4129412" flipH="1">
              <a:off x="4341273" y="1935500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 rot="-3705882" flipH="1">
              <a:off x="4430155" y="1742310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 rot="-3282353" flipH="1">
              <a:off x="4542104" y="1561506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/>
            <p:cNvCxnSpPr/>
            <p:nvPr/>
          </p:nvCxnSpPr>
          <p:spPr>
            <a:xfrm rot="-2858823" flipH="1">
              <a:off x="4675423" y="1395830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/>
            <p:cNvCxnSpPr/>
            <p:nvPr/>
          </p:nvCxnSpPr>
          <p:spPr>
            <a:xfrm rot="-2435294" flipH="1">
              <a:off x="4828091" y="124779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 rot="-2011765" flipH="1">
              <a:off x="4997794" y="111963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/>
          </p:nvCxnSpPr>
          <p:spPr>
            <a:xfrm rot="-1588235" flipH="1">
              <a:off x="5181960" y="1013311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/>
          </p:nvCxnSpPr>
          <p:spPr>
            <a:xfrm rot="-1164706" flipH="1">
              <a:off x="5377796" y="930421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/>
            <p:cNvCxnSpPr/>
            <p:nvPr/>
          </p:nvCxnSpPr>
          <p:spPr>
            <a:xfrm rot="-741177" flipH="1">
              <a:off x="5582334" y="87222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/>
            <p:cNvCxnSpPr/>
            <p:nvPr/>
          </p:nvCxnSpPr>
          <p:spPr>
            <a:xfrm rot="-317647" flipH="1">
              <a:off x="5792473" y="83960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/>
            <p:cNvCxnSpPr/>
            <p:nvPr/>
          </p:nvCxnSpPr>
          <p:spPr>
            <a:xfrm rot="105883" flipH="1">
              <a:off x="6005028" y="833056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/>
          </p:nvCxnSpPr>
          <p:spPr>
            <a:xfrm rot="529412" flipH="1">
              <a:off x="6216777" y="852678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/>
          </p:nvCxnSpPr>
          <p:spPr>
            <a:xfrm rot="952941" flipH="1">
              <a:off x="6424510" y="898172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/>
            <p:cNvCxnSpPr/>
            <p:nvPr/>
          </p:nvCxnSpPr>
          <p:spPr>
            <a:xfrm rot="1376471" flipH="1">
              <a:off x="6625077" y="96884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/>
          </p:nvCxnSpPr>
          <p:spPr>
            <a:xfrm rot="1800000" flipH="1">
              <a:off x="6815439" y="1063638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/>
            <p:cNvCxnSpPr/>
            <p:nvPr/>
          </p:nvCxnSpPr>
          <p:spPr>
            <a:xfrm rot="2223529" flipH="1">
              <a:off x="6992710" y="1181102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/>
            <p:cNvCxnSpPr/>
            <p:nvPr/>
          </p:nvCxnSpPr>
          <p:spPr>
            <a:xfrm rot="2647059" flipH="1">
              <a:off x="7154201" y="1319460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/>
            <p:cNvCxnSpPr/>
            <p:nvPr/>
          </p:nvCxnSpPr>
          <p:spPr>
            <a:xfrm rot="3070588" flipH="1">
              <a:off x="7297467" y="1476614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/>
            <p:cNvCxnSpPr/>
            <p:nvPr/>
          </p:nvCxnSpPr>
          <p:spPr>
            <a:xfrm rot="3494117" flipH="1">
              <a:off x="7420334" y="165018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/>
            <p:cNvCxnSpPr/>
            <p:nvPr/>
          </p:nvCxnSpPr>
          <p:spPr>
            <a:xfrm rot="3917647" flipH="1">
              <a:off x="7520940" y="1837536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/>
            <p:cNvCxnSpPr/>
            <p:nvPr/>
          </p:nvCxnSpPr>
          <p:spPr>
            <a:xfrm rot="4341176" flipH="1">
              <a:off x="7597760" y="2035831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/>
            <p:nvPr/>
          </p:nvCxnSpPr>
          <p:spPr>
            <a:xfrm rot="4764706" flipH="1">
              <a:off x="7649630" y="224206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/>
          </p:nvCxnSpPr>
          <p:spPr>
            <a:xfrm rot="5188236" flipH="1">
              <a:off x="7675763" y="245310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/>
            <p:cNvCxnSpPr/>
            <p:nvPr/>
          </p:nvCxnSpPr>
          <p:spPr>
            <a:xfrm rot="5611765" flipH="1">
              <a:off x="7675763" y="266576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/>
            <p:cNvCxnSpPr/>
            <p:nvPr/>
          </p:nvCxnSpPr>
          <p:spPr>
            <a:xfrm rot="6035294" flipH="1">
              <a:off x="7649630" y="287680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/>
            <p:cNvCxnSpPr/>
            <p:nvPr/>
          </p:nvCxnSpPr>
          <p:spPr>
            <a:xfrm rot="6458824" flipH="1">
              <a:off x="7597760" y="308304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/>
            <p:cNvCxnSpPr/>
            <p:nvPr/>
          </p:nvCxnSpPr>
          <p:spPr>
            <a:xfrm rot="6882353" flipH="1">
              <a:off x="7520940" y="3281338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/>
            <p:cNvCxnSpPr/>
            <p:nvPr/>
          </p:nvCxnSpPr>
          <p:spPr>
            <a:xfrm rot="7305883" flipH="1">
              <a:off x="7420334" y="3468691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/>
            <p:cNvCxnSpPr/>
            <p:nvPr/>
          </p:nvCxnSpPr>
          <p:spPr>
            <a:xfrm rot="7729412" flipH="1">
              <a:off x="7297467" y="3642260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/>
            <p:cNvCxnSpPr/>
            <p:nvPr/>
          </p:nvCxnSpPr>
          <p:spPr>
            <a:xfrm rot="8152941" flipH="1">
              <a:off x="7154201" y="379941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/>
            <p:cNvCxnSpPr/>
            <p:nvPr/>
          </p:nvCxnSpPr>
          <p:spPr>
            <a:xfrm rot="8576471" flipH="1">
              <a:off x="6992710" y="3937772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/>
            <p:cNvCxnSpPr/>
            <p:nvPr/>
          </p:nvCxnSpPr>
          <p:spPr>
            <a:xfrm rot="9000000" flipH="1">
              <a:off x="6815439" y="4055236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/>
            <p:cNvCxnSpPr/>
            <p:nvPr/>
          </p:nvCxnSpPr>
          <p:spPr>
            <a:xfrm rot="9423529" flipH="1">
              <a:off x="6625077" y="415002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连接符 238"/>
            <p:cNvCxnSpPr/>
            <p:nvPr/>
          </p:nvCxnSpPr>
          <p:spPr>
            <a:xfrm rot="9847059" flipH="1">
              <a:off x="6424509" y="4220702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连接符 239"/>
            <p:cNvCxnSpPr/>
            <p:nvPr/>
          </p:nvCxnSpPr>
          <p:spPr>
            <a:xfrm rot="10270589" flipH="1">
              <a:off x="6216777" y="4266197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/>
            <p:cNvCxnSpPr/>
            <p:nvPr/>
          </p:nvCxnSpPr>
          <p:spPr>
            <a:xfrm rot="10694117" flipH="1">
              <a:off x="6005028" y="4285818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/>
            <p:cNvCxnSpPr/>
            <p:nvPr/>
          </p:nvCxnSpPr>
          <p:spPr>
            <a:xfrm rot="11117648" flipH="1">
              <a:off x="5792473" y="427926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/>
            <p:cNvCxnSpPr/>
            <p:nvPr/>
          </p:nvCxnSpPr>
          <p:spPr>
            <a:xfrm rot="11541176" flipH="1">
              <a:off x="5582334" y="424664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/>
            <p:cNvCxnSpPr/>
            <p:nvPr/>
          </p:nvCxnSpPr>
          <p:spPr>
            <a:xfrm rot="11964706" flipH="1">
              <a:off x="5377796" y="418845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/>
            <p:cNvCxnSpPr/>
            <p:nvPr/>
          </p:nvCxnSpPr>
          <p:spPr>
            <a:xfrm rot="12388235" flipH="1">
              <a:off x="5181960" y="410556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/>
            <p:cNvCxnSpPr/>
            <p:nvPr/>
          </p:nvCxnSpPr>
          <p:spPr>
            <a:xfrm rot="12811765" flipH="1">
              <a:off x="4997794" y="399923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/>
            <p:cNvCxnSpPr/>
            <p:nvPr/>
          </p:nvCxnSpPr>
          <p:spPr>
            <a:xfrm rot="13235294" flipH="1">
              <a:off x="4828092" y="3871082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/>
            <p:cNvCxnSpPr/>
            <p:nvPr/>
          </p:nvCxnSpPr>
          <p:spPr>
            <a:xfrm rot="13658824" flipH="1">
              <a:off x="4675423" y="3723044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/>
            <p:cNvCxnSpPr/>
            <p:nvPr/>
          </p:nvCxnSpPr>
          <p:spPr>
            <a:xfrm rot="14082352" flipH="1">
              <a:off x="4542104" y="355736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/>
            <p:cNvCxnSpPr/>
            <p:nvPr/>
          </p:nvCxnSpPr>
          <p:spPr>
            <a:xfrm rot="14505883" flipH="1">
              <a:off x="4430155" y="3376564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/>
            <p:cNvCxnSpPr/>
            <p:nvPr/>
          </p:nvCxnSpPr>
          <p:spPr>
            <a:xfrm rot="14929413" flipH="1">
              <a:off x="4341273" y="318337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/>
            <p:cNvCxnSpPr/>
            <p:nvPr/>
          </p:nvCxnSpPr>
          <p:spPr>
            <a:xfrm rot="15352941" flipH="1">
              <a:off x="4276806" y="298072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/>
            <p:cNvCxnSpPr/>
            <p:nvPr/>
          </p:nvCxnSpPr>
          <p:spPr>
            <a:xfrm rot="15776472" flipH="1">
              <a:off x="4237730" y="277168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7" name="组合 256"/>
          <p:cNvGrpSpPr/>
          <p:nvPr/>
        </p:nvGrpSpPr>
        <p:grpSpPr>
          <a:xfrm>
            <a:off x="9036361" y="2113080"/>
            <a:ext cx="2676450" cy="2677592"/>
            <a:chOff x="4170953" y="833056"/>
            <a:chExt cx="3846813" cy="3848451"/>
          </a:xfrm>
          <a:solidFill>
            <a:srgbClr val="F5F0EA"/>
          </a:solidFill>
        </p:grpSpPr>
        <p:grpSp>
          <p:nvGrpSpPr>
            <p:cNvPr id="258" name="组合 257"/>
            <p:cNvGrpSpPr/>
            <p:nvPr/>
          </p:nvGrpSpPr>
          <p:grpSpPr>
            <a:xfrm>
              <a:off x="4273247" y="926495"/>
              <a:ext cx="3645505" cy="3645505"/>
              <a:chOff x="3651549" y="975481"/>
              <a:chExt cx="2929467" cy="2929467"/>
            </a:xfrm>
            <a:grpFill/>
          </p:grpSpPr>
          <p:sp>
            <p:nvSpPr>
              <p:cNvPr id="310" name="椭圆 309"/>
              <p:cNvSpPr/>
              <p:nvPr/>
            </p:nvSpPr>
            <p:spPr>
              <a:xfrm>
                <a:off x="3651549" y="975481"/>
                <a:ext cx="2929467" cy="2929467"/>
              </a:xfrm>
              <a:prstGeom prst="ellipse">
                <a:avLst/>
              </a:prstGeom>
              <a:solidFill>
                <a:srgbClr val="79A5B2"/>
              </a:solidFill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" name="椭圆 310"/>
              <p:cNvSpPr/>
              <p:nvPr/>
            </p:nvSpPr>
            <p:spPr>
              <a:xfrm>
                <a:off x="3856281" y="1186756"/>
                <a:ext cx="2520000" cy="2519828"/>
              </a:xfrm>
              <a:prstGeom prst="ellipse">
                <a:avLst/>
              </a:prstGeom>
              <a:grpFill/>
              <a:ln>
                <a:solidFill>
                  <a:srgbClr val="79A5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12" name="椭圆 311"/>
              <p:cNvSpPr/>
              <p:nvPr/>
            </p:nvSpPr>
            <p:spPr>
              <a:xfrm>
                <a:off x="3884243" y="1243432"/>
                <a:ext cx="2436501" cy="2436335"/>
              </a:xfrm>
              <a:prstGeom prst="ellipse">
                <a:avLst/>
              </a:prstGeom>
              <a:grpFill/>
              <a:ln>
                <a:solidFill>
                  <a:srgbClr val="79A5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59" name="直接连接符 258"/>
            <p:cNvCxnSpPr/>
            <p:nvPr/>
          </p:nvCxnSpPr>
          <p:spPr>
            <a:xfrm rot="-5400000" flipH="1">
              <a:off x="4224639" y="2559437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/>
            <p:cNvCxnSpPr/>
            <p:nvPr/>
          </p:nvCxnSpPr>
          <p:spPr>
            <a:xfrm rot="-4976471" flipH="1">
              <a:off x="4237730" y="2347184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/>
            <p:cNvCxnSpPr/>
            <p:nvPr/>
          </p:nvCxnSpPr>
          <p:spPr>
            <a:xfrm rot="-4552941" flipH="1">
              <a:off x="4276806" y="213814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/>
            <p:cNvCxnSpPr/>
            <p:nvPr/>
          </p:nvCxnSpPr>
          <p:spPr>
            <a:xfrm rot="-4129412" flipH="1">
              <a:off x="4341273" y="1935500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/>
            <p:cNvCxnSpPr/>
            <p:nvPr/>
          </p:nvCxnSpPr>
          <p:spPr>
            <a:xfrm rot="-3705882" flipH="1">
              <a:off x="4430155" y="1742310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/>
            <p:cNvCxnSpPr/>
            <p:nvPr/>
          </p:nvCxnSpPr>
          <p:spPr>
            <a:xfrm rot="-3282353" flipH="1">
              <a:off x="4542104" y="1561506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/>
            <p:cNvCxnSpPr/>
            <p:nvPr/>
          </p:nvCxnSpPr>
          <p:spPr>
            <a:xfrm rot="-2858823" flipH="1">
              <a:off x="4675423" y="1395830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/>
            <p:cNvCxnSpPr/>
            <p:nvPr/>
          </p:nvCxnSpPr>
          <p:spPr>
            <a:xfrm rot="-2435294" flipH="1">
              <a:off x="4828091" y="124779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/>
            <p:cNvCxnSpPr/>
            <p:nvPr/>
          </p:nvCxnSpPr>
          <p:spPr>
            <a:xfrm rot="-2011765" flipH="1">
              <a:off x="4997794" y="111963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/>
            <p:cNvCxnSpPr/>
            <p:nvPr/>
          </p:nvCxnSpPr>
          <p:spPr>
            <a:xfrm rot="-1588235" flipH="1">
              <a:off x="5181960" y="1013311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/>
            <p:cNvCxnSpPr/>
            <p:nvPr/>
          </p:nvCxnSpPr>
          <p:spPr>
            <a:xfrm rot="-1164706" flipH="1">
              <a:off x="5377796" y="930421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/>
            <p:cNvCxnSpPr/>
            <p:nvPr/>
          </p:nvCxnSpPr>
          <p:spPr>
            <a:xfrm rot="-741177" flipH="1">
              <a:off x="5582334" y="87222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/>
            <p:cNvCxnSpPr/>
            <p:nvPr/>
          </p:nvCxnSpPr>
          <p:spPr>
            <a:xfrm rot="-317647" flipH="1">
              <a:off x="5792473" y="83960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/>
            <p:cNvCxnSpPr/>
            <p:nvPr/>
          </p:nvCxnSpPr>
          <p:spPr>
            <a:xfrm rot="105883" flipH="1">
              <a:off x="6005028" y="833056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/>
            <p:cNvCxnSpPr/>
            <p:nvPr/>
          </p:nvCxnSpPr>
          <p:spPr>
            <a:xfrm rot="529412" flipH="1">
              <a:off x="6216777" y="852678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/>
            <p:cNvCxnSpPr/>
            <p:nvPr/>
          </p:nvCxnSpPr>
          <p:spPr>
            <a:xfrm rot="952941" flipH="1">
              <a:off x="6424510" y="898172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/>
            <p:cNvCxnSpPr/>
            <p:nvPr/>
          </p:nvCxnSpPr>
          <p:spPr>
            <a:xfrm rot="1376471" flipH="1">
              <a:off x="6625077" y="96884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/>
            <p:cNvCxnSpPr/>
            <p:nvPr/>
          </p:nvCxnSpPr>
          <p:spPr>
            <a:xfrm rot="1800000" flipH="1">
              <a:off x="6815439" y="1063638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/>
            <p:cNvCxnSpPr/>
            <p:nvPr/>
          </p:nvCxnSpPr>
          <p:spPr>
            <a:xfrm rot="2223529" flipH="1">
              <a:off x="6992710" y="1181102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/>
            <p:cNvCxnSpPr/>
            <p:nvPr/>
          </p:nvCxnSpPr>
          <p:spPr>
            <a:xfrm rot="2647059" flipH="1">
              <a:off x="7154201" y="1319460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连接符 278"/>
            <p:cNvCxnSpPr/>
            <p:nvPr/>
          </p:nvCxnSpPr>
          <p:spPr>
            <a:xfrm rot="3070588" flipH="1">
              <a:off x="7297467" y="1476614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连接符 279"/>
            <p:cNvCxnSpPr/>
            <p:nvPr/>
          </p:nvCxnSpPr>
          <p:spPr>
            <a:xfrm rot="3494117" flipH="1">
              <a:off x="7420334" y="165018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/>
            <p:cNvCxnSpPr/>
            <p:nvPr/>
          </p:nvCxnSpPr>
          <p:spPr>
            <a:xfrm rot="3917647" flipH="1">
              <a:off x="7520940" y="1837536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连接符 281"/>
            <p:cNvCxnSpPr/>
            <p:nvPr/>
          </p:nvCxnSpPr>
          <p:spPr>
            <a:xfrm rot="4341176" flipH="1">
              <a:off x="7597760" y="2035831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连接符 282"/>
            <p:cNvCxnSpPr/>
            <p:nvPr/>
          </p:nvCxnSpPr>
          <p:spPr>
            <a:xfrm rot="4764706" flipH="1">
              <a:off x="7649630" y="224206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连接符 283"/>
            <p:cNvCxnSpPr/>
            <p:nvPr/>
          </p:nvCxnSpPr>
          <p:spPr>
            <a:xfrm rot="5188236" flipH="1">
              <a:off x="7675763" y="245310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接连接符 284"/>
            <p:cNvCxnSpPr/>
            <p:nvPr/>
          </p:nvCxnSpPr>
          <p:spPr>
            <a:xfrm rot="5611765" flipH="1">
              <a:off x="7675763" y="266576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连接符 285"/>
            <p:cNvCxnSpPr/>
            <p:nvPr/>
          </p:nvCxnSpPr>
          <p:spPr>
            <a:xfrm rot="6035294" flipH="1">
              <a:off x="7649630" y="287680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直接连接符 286"/>
            <p:cNvCxnSpPr/>
            <p:nvPr/>
          </p:nvCxnSpPr>
          <p:spPr>
            <a:xfrm rot="6458824" flipH="1">
              <a:off x="7597760" y="308304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接连接符 287"/>
            <p:cNvCxnSpPr/>
            <p:nvPr/>
          </p:nvCxnSpPr>
          <p:spPr>
            <a:xfrm rot="6882353" flipH="1">
              <a:off x="7520940" y="3281338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连接符 288"/>
            <p:cNvCxnSpPr/>
            <p:nvPr/>
          </p:nvCxnSpPr>
          <p:spPr>
            <a:xfrm rot="7305883" flipH="1">
              <a:off x="7420334" y="3468691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连接符 289"/>
            <p:cNvCxnSpPr/>
            <p:nvPr/>
          </p:nvCxnSpPr>
          <p:spPr>
            <a:xfrm rot="7729412" flipH="1">
              <a:off x="7297467" y="3642260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/>
            <p:cNvCxnSpPr/>
            <p:nvPr/>
          </p:nvCxnSpPr>
          <p:spPr>
            <a:xfrm rot="8152941" flipH="1">
              <a:off x="7154201" y="379941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/>
            <p:cNvCxnSpPr/>
            <p:nvPr/>
          </p:nvCxnSpPr>
          <p:spPr>
            <a:xfrm rot="8576471" flipH="1">
              <a:off x="6992710" y="3937772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/>
            <p:nvPr/>
          </p:nvCxnSpPr>
          <p:spPr>
            <a:xfrm rot="9000000" flipH="1">
              <a:off x="6815439" y="4055236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/>
            <p:nvPr/>
          </p:nvCxnSpPr>
          <p:spPr>
            <a:xfrm rot="9423529" flipH="1">
              <a:off x="6625077" y="415002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/>
            <p:cNvCxnSpPr/>
            <p:nvPr/>
          </p:nvCxnSpPr>
          <p:spPr>
            <a:xfrm rot="9847059" flipH="1">
              <a:off x="6424509" y="4220702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/>
            <p:cNvCxnSpPr/>
            <p:nvPr/>
          </p:nvCxnSpPr>
          <p:spPr>
            <a:xfrm rot="10270589" flipH="1">
              <a:off x="6216777" y="4266197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/>
            <p:cNvCxnSpPr/>
            <p:nvPr/>
          </p:nvCxnSpPr>
          <p:spPr>
            <a:xfrm rot="10694117" flipH="1">
              <a:off x="6005028" y="4285818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/>
            <p:cNvCxnSpPr/>
            <p:nvPr/>
          </p:nvCxnSpPr>
          <p:spPr>
            <a:xfrm rot="11117648" flipH="1">
              <a:off x="5792473" y="427926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/>
            <p:cNvCxnSpPr/>
            <p:nvPr/>
          </p:nvCxnSpPr>
          <p:spPr>
            <a:xfrm rot="11541176" flipH="1">
              <a:off x="5582334" y="424664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/>
            <p:nvPr/>
          </p:nvCxnSpPr>
          <p:spPr>
            <a:xfrm rot="11964706" flipH="1">
              <a:off x="5377796" y="418845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/>
            <p:nvPr/>
          </p:nvCxnSpPr>
          <p:spPr>
            <a:xfrm rot="12388235" flipH="1">
              <a:off x="5181960" y="410556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/>
            <p:nvPr/>
          </p:nvCxnSpPr>
          <p:spPr>
            <a:xfrm rot="12811765" flipH="1">
              <a:off x="4997794" y="399923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/>
            <p:cNvCxnSpPr/>
            <p:nvPr/>
          </p:nvCxnSpPr>
          <p:spPr>
            <a:xfrm rot="13235294" flipH="1">
              <a:off x="4828092" y="3871082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/>
            <p:cNvCxnSpPr/>
            <p:nvPr/>
          </p:nvCxnSpPr>
          <p:spPr>
            <a:xfrm rot="13658824" flipH="1">
              <a:off x="4675423" y="3723044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接连接符 304"/>
            <p:cNvCxnSpPr/>
            <p:nvPr/>
          </p:nvCxnSpPr>
          <p:spPr>
            <a:xfrm rot="14082352" flipH="1">
              <a:off x="4542104" y="355736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连接符 305"/>
            <p:cNvCxnSpPr/>
            <p:nvPr/>
          </p:nvCxnSpPr>
          <p:spPr>
            <a:xfrm rot="14505883" flipH="1">
              <a:off x="4430155" y="3376564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连接符 306"/>
            <p:cNvCxnSpPr/>
            <p:nvPr/>
          </p:nvCxnSpPr>
          <p:spPr>
            <a:xfrm rot="14929413" flipH="1">
              <a:off x="4341273" y="3183373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连接符 307"/>
            <p:cNvCxnSpPr/>
            <p:nvPr/>
          </p:nvCxnSpPr>
          <p:spPr>
            <a:xfrm rot="15352941" flipH="1">
              <a:off x="4276806" y="2980725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接连接符 308"/>
            <p:cNvCxnSpPr/>
            <p:nvPr/>
          </p:nvCxnSpPr>
          <p:spPr>
            <a:xfrm rot="15776472" flipH="1">
              <a:off x="4237730" y="2771689"/>
              <a:ext cx="288318" cy="395689"/>
            </a:xfrm>
            <a:prstGeom prst="line">
              <a:avLst/>
            </a:prstGeom>
            <a:grpFill/>
            <a:ln w="57150"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3" name="Group 11"/>
          <p:cNvGrpSpPr>
            <a:grpSpLocks noChangeAspect="1"/>
          </p:cNvGrpSpPr>
          <p:nvPr/>
        </p:nvGrpSpPr>
        <p:grpSpPr bwMode="auto">
          <a:xfrm>
            <a:off x="1256658" y="2805346"/>
            <a:ext cx="1199546" cy="851678"/>
            <a:chOff x="1407" y="1098"/>
            <a:chExt cx="800" cy="568"/>
          </a:xfrm>
          <a:solidFill>
            <a:srgbClr val="676661"/>
          </a:solidFill>
        </p:grpSpPr>
        <p:sp>
          <p:nvSpPr>
            <p:cNvPr id="314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5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6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7" name="Freeform 15"/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8" name="Freeform 16"/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319" name="Freeform 17"/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0" name="Freeform 18"/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1" name="Freeform 19"/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22" name="Group 32"/>
          <p:cNvGrpSpPr>
            <a:grpSpLocks noChangeAspect="1"/>
          </p:cNvGrpSpPr>
          <p:nvPr/>
        </p:nvGrpSpPr>
        <p:grpSpPr bwMode="auto">
          <a:xfrm>
            <a:off x="6929240" y="2805347"/>
            <a:ext cx="1199543" cy="851677"/>
            <a:chOff x="4354" y="1098"/>
            <a:chExt cx="800" cy="568"/>
          </a:xfrm>
          <a:solidFill>
            <a:srgbClr val="676661"/>
          </a:solidFill>
        </p:grpSpPr>
        <p:sp>
          <p:nvSpPr>
            <p:cNvPr id="323" name="Freeform 33"/>
            <p:cNvSpPr>
              <a:spLocks noEditPoints="1"/>
            </p:cNvSpPr>
            <p:nvPr/>
          </p:nvSpPr>
          <p:spPr bwMode="auto">
            <a:xfrm>
              <a:off x="4441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4" name="Freeform 34"/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5" name="Freeform 35"/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6" name="Freeform 36"/>
            <p:cNvSpPr>
              <a:spLocks/>
            </p:cNvSpPr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7" name="Freeform 37"/>
            <p:cNvSpPr>
              <a:spLocks/>
            </p:cNvSpPr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8" name="Freeform 38"/>
            <p:cNvSpPr>
              <a:spLocks/>
            </p:cNvSpPr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29" name="Group 41"/>
          <p:cNvGrpSpPr>
            <a:grpSpLocks noChangeAspect="1"/>
          </p:cNvGrpSpPr>
          <p:nvPr/>
        </p:nvGrpSpPr>
        <p:grpSpPr bwMode="auto">
          <a:xfrm>
            <a:off x="9779813" y="2806096"/>
            <a:ext cx="1141068" cy="850178"/>
            <a:chOff x="5314" y="1097"/>
            <a:chExt cx="761" cy="567"/>
          </a:xfrm>
          <a:solidFill>
            <a:srgbClr val="676661"/>
          </a:solidFill>
        </p:grpSpPr>
        <p:sp>
          <p:nvSpPr>
            <p:cNvPr id="330" name="Freeform 42"/>
            <p:cNvSpPr>
              <a:spLocks/>
            </p:cNvSpPr>
            <p:nvPr/>
          </p:nvSpPr>
          <p:spPr bwMode="auto">
            <a:xfrm>
              <a:off x="5481" y="1573"/>
              <a:ext cx="244" cy="91"/>
            </a:xfrm>
            <a:custGeom>
              <a:avLst/>
              <a:gdLst>
                <a:gd name="T0" fmla="*/ 204 w 257"/>
                <a:gd name="T1" fmla="*/ 54 h 95"/>
                <a:gd name="T2" fmla="*/ 204 w 257"/>
                <a:gd name="T3" fmla="*/ 10 h 95"/>
                <a:gd name="T4" fmla="*/ 201 w 257"/>
                <a:gd name="T5" fmla="*/ 3 h 95"/>
                <a:gd name="T6" fmla="*/ 194 w 257"/>
                <a:gd name="T7" fmla="*/ 0 h 95"/>
                <a:gd name="T8" fmla="*/ 63 w 257"/>
                <a:gd name="T9" fmla="*/ 0 h 95"/>
                <a:gd name="T10" fmla="*/ 56 w 257"/>
                <a:gd name="T11" fmla="*/ 3 h 95"/>
                <a:gd name="T12" fmla="*/ 53 w 257"/>
                <a:gd name="T13" fmla="*/ 10 h 95"/>
                <a:gd name="T14" fmla="*/ 53 w 257"/>
                <a:gd name="T15" fmla="*/ 54 h 95"/>
                <a:gd name="T16" fmla="*/ 1 w 257"/>
                <a:gd name="T17" fmla="*/ 82 h 95"/>
                <a:gd name="T18" fmla="*/ 0 w 257"/>
                <a:gd name="T19" fmla="*/ 84 h 95"/>
                <a:gd name="T20" fmla="*/ 0 w 257"/>
                <a:gd name="T21" fmla="*/ 85 h 95"/>
                <a:gd name="T22" fmla="*/ 0 w 257"/>
                <a:gd name="T23" fmla="*/ 92 h 95"/>
                <a:gd name="T24" fmla="*/ 1 w 257"/>
                <a:gd name="T25" fmla="*/ 94 h 95"/>
                <a:gd name="T26" fmla="*/ 3 w 257"/>
                <a:gd name="T27" fmla="*/ 95 h 95"/>
                <a:gd name="T28" fmla="*/ 254 w 257"/>
                <a:gd name="T29" fmla="*/ 95 h 95"/>
                <a:gd name="T30" fmla="*/ 256 w 257"/>
                <a:gd name="T31" fmla="*/ 94 h 95"/>
                <a:gd name="T32" fmla="*/ 257 w 257"/>
                <a:gd name="T33" fmla="*/ 92 h 95"/>
                <a:gd name="T34" fmla="*/ 257 w 257"/>
                <a:gd name="T35" fmla="*/ 85 h 95"/>
                <a:gd name="T36" fmla="*/ 257 w 257"/>
                <a:gd name="T37" fmla="*/ 84 h 95"/>
                <a:gd name="T38" fmla="*/ 256 w 257"/>
                <a:gd name="T39" fmla="*/ 82 h 95"/>
                <a:gd name="T40" fmla="*/ 204 w 257"/>
                <a:gd name="T41" fmla="*/ 5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7" h="95">
                  <a:moveTo>
                    <a:pt x="204" y="54"/>
                  </a:moveTo>
                  <a:cubicBezTo>
                    <a:pt x="204" y="10"/>
                    <a:pt x="204" y="10"/>
                    <a:pt x="204" y="10"/>
                  </a:cubicBezTo>
                  <a:cubicBezTo>
                    <a:pt x="204" y="7"/>
                    <a:pt x="203" y="5"/>
                    <a:pt x="201" y="3"/>
                  </a:cubicBezTo>
                  <a:cubicBezTo>
                    <a:pt x="199" y="1"/>
                    <a:pt x="197" y="0"/>
                    <a:pt x="194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0" y="0"/>
                    <a:pt x="58" y="1"/>
                    <a:pt x="56" y="3"/>
                  </a:cubicBezTo>
                  <a:cubicBezTo>
                    <a:pt x="54" y="5"/>
                    <a:pt x="53" y="7"/>
                    <a:pt x="53" y="10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1" y="82"/>
                    <a:pt x="1" y="82"/>
                    <a:pt x="1" y="82"/>
                  </a:cubicBezTo>
                  <a:cubicBezTo>
                    <a:pt x="1" y="83"/>
                    <a:pt x="0" y="83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3"/>
                    <a:pt x="0" y="93"/>
                    <a:pt x="1" y="94"/>
                  </a:cubicBezTo>
                  <a:cubicBezTo>
                    <a:pt x="1" y="95"/>
                    <a:pt x="2" y="95"/>
                    <a:pt x="3" y="95"/>
                  </a:cubicBezTo>
                  <a:cubicBezTo>
                    <a:pt x="254" y="95"/>
                    <a:pt x="254" y="95"/>
                    <a:pt x="254" y="95"/>
                  </a:cubicBezTo>
                  <a:cubicBezTo>
                    <a:pt x="255" y="95"/>
                    <a:pt x="256" y="95"/>
                    <a:pt x="256" y="94"/>
                  </a:cubicBezTo>
                  <a:cubicBezTo>
                    <a:pt x="257" y="93"/>
                    <a:pt x="257" y="93"/>
                    <a:pt x="257" y="92"/>
                  </a:cubicBezTo>
                  <a:cubicBezTo>
                    <a:pt x="257" y="85"/>
                    <a:pt x="257" y="85"/>
                    <a:pt x="257" y="85"/>
                  </a:cubicBezTo>
                  <a:cubicBezTo>
                    <a:pt x="257" y="85"/>
                    <a:pt x="257" y="84"/>
                    <a:pt x="257" y="84"/>
                  </a:cubicBezTo>
                  <a:cubicBezTo>
                    <a:pt x="257" y="83"/>
                    <a:pt x="256" y="83"/>
                    <a:pt x="256" y="82"/>
                  </a:cubicBezTo>
                  <a:lnTo>
                    <a:pt x="204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1" name="Freeform 43"/>
            <p:cNvSpPr>
              <a:spLocks noEditPoints="1"/>
            </p:cNvSpPr>
            <p:nvPr/>
          </p:nvSpPr>
          <p:spPr bwMode="auto">
            <a:xfrm>
              <a:off x="5314" y="1172"/>
              <a:ext cx="577" cy="390"/>
            </a:xfrm>
            <a:custGeom>
              <a:avLst/>
              <a:gdLst>
                <a:gd name="T0" fmla="*/ 600 w 607"/>
                <a:gd name="T1" fmla="*/ 7 h 409"/>
                <a:gd name="T2" fmla="*/ 584 w 607"/>
                <a:gd name="T3" fmla="*/ 0 h 409"/>
                <a:gd name="T4" fmla="*/ 23 w 607"/>
                <a:gd name="T5" fmla="*/ 0 h 409"/>
                <a:gd name="T6" fmla="*/ 7 w 607"/>
                <a:gd name="T7" fmla="*/ 7 h 409"/>
                <a:gd name="T8" fmla="*/ 0 w 607"/>
                <a:gd name="T9" fmla="*/ 23 h 409"/>
                <a:gd name="T10" fmla="*/ 0 w 607"/>
                <a:gd name="T11" fmla="*/ 386 h 409"/>
                <a:gd name="T12" fmla="*/ 7 w 607"/>
                <a:gd name="T13" fmla="*/ 403 h 409"/>
                <a:gd name="T14" fmla="*/ 23 w 607"/>
                <a:gd name="T15" fmla="*/ 409 h 409"/>
                <a:gd name="T16" fmla="*/ 584 w 607"/>
                <a:gd name="T17" fmla="*/ 409 h 409"/>
                <a:gd name="T18" fmla="*/ 600 w 607"/>
                <a:gd name="T19" fmla="*/ 403 h 409"/>
                <a:gd name="T20" fmla="*/ 607 w 607"/>
                <a:gd name="T21" fmla="*/ 386 h 409"/>
                <a:gd name="T22" fmla="*/ 607 w 607"/>
                <a:gd name="T23" fmla="*/ 23 h 409"/>
                <a:gd name="T24" fmla="*/ 600 w 607"/>
                <a:gd name="T25" fmla="*/ 7 h 409"/>
                <a:gd name="T26" fmla="*/ 304 w 607"/>
                <a:gd name="T27" fmla="*/ 400 h 409"/>
                <a:gd name="T28" fmla="*/ 293 w 607"/>
                <a:gd name="T29" fmla="*/ 390 h 409"/>
                <a:gd name="T30" fmla="*/ 304 w 607"/>
                <a:gd name="T31" fmla="*/ 379 h 409"/>
                <a:gd name="T32" fmla="*/ 314 w 607"/>
                <a:gd name="T33" fmla="*/ 390 h 409"/>
                <a:gd name="T34" fmla="*/ 304 w 607"/>
                <a:gd name="T35" fmla="*/ 400 h 409"/>
                <a:gd name="T36" fmla="*/ 567 w 607"/>
                <a:gd name="T37" fmla="*/ 370 h 409"/>
                <a:gd name="T38" fmla="*/ 40 w 607"/>
                <a:gd name="T39" fmla="*/ 370 h 409"/>
                <a:gd name="T40" fmla="*/ 40 w 607"/>
                <a:gd name="T41" fmla="*/ 40 h 409"/>
                <a:gd name="T42" fmla="*/ 567 w 607"/>
                <a:gd name="T43" fmla="*/ 40 h 409"/>
                <a:gd name="T44" fmla="*/ 567 w 607"/>
                <a:gd name="T45" fmla="*/ 370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07" h="409">
                  <a:moveTo>
                    <a:pt x="600" y="7"/>
                  </a:moveTo>
                  <a:cubicBezTo>
                    <a:pt x="596" y="2"/>
                    <a:pt x="590" y="0"/>
                    <a:pt x="584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386"/>
                    <a:pt x="0" y="386"/>
                    <a:pt x="0" y="386"/>
                  </a:cubicBezTo>
                  <a:cubicBezTo>
                    <a:pt x="0" y="392"/>
                    <a:pt x="2" y="398"/>
                    <a:pt x="7" y="403"/>
                  </a:cubicBezTo>
                  <a:cubicBezTo>
                    <a:pt x="11" y="407"/>
                    <a:pt x="17" y="409"/>
                    <a:pt x="23" y="409"/>
                  </a:cubicBezTo>
                  <a:cubicBezTo>
                    <a:pt x="584" y="409"/>
                    <a:pt x="584" y="409"/>
                    <a:pt x="584" y="409"/>
                  </a:cubicBezTo>
                  <a:cubicBezTo>
                    <a:pt x="590" y="409"/>
                    <a:pt x="596" y="407"/>
                    <a:pt x="600" y="403"/>
                  </a:cubicBezTo>
                  <a:cubicBezTo>
                    <a:pt x="605" y="398"/>
                    <a:pt x="607" y="392"/>
                    <a:pt x="607" y="386"/>
                  </a:cubicBezTo>
                  <a:cubicBezTo>
                    <a:pt x="607" y="23"/>
                    <a:pt x="607" y="23"/>
                    <a:pt x="607" y="23"/>
                  </a:cubicBezTo>
                  <a:cubicBezTo>
                    <a:pt x="607" y="17"/>
                    <a:pt x="605" y="11"/>
                    <a:pt x="600" y="7"/>
                  </a:cubicBezTo>
                  <a:close/>
                  <a:moveTo>
                    <a:pt x="304" y="400"/>
                  </a:moveTo>
                  <a:cubicBezTo>
                    <a:pt x="298" y="400"/>
                    <a:pt x="293" y="395"/>
                    <a:pt x="293" y="390"/>
                  </a:cubicBezTo>
                  <a:cubicBezTo>
                    <a:pt x="293" y="384"/>
                    <a:pt x="298" y="379"/>
                    <a:pt x="304" y="379"/>
                  </a:cubicBezTo>
                  <a:cubicBezTo>
                    <a:pt x="309" y="379"/>
                    <a:pt x="314" y="384"/>
                    <a:pt x="314" y="390"/>
                  </a:cubicBezTo>
                  <a:cubicBezTo>
                    <a:pt x="314" y="395"/>
                    <a:pt x="309" y="400"/>
                    <a:pt x="304" y="400"/>
                  </a:cubicBezTo>
                  <a:close/>
                  <a:moveTo>
                    <a:pt x="567" y="370"/>
                  </a:moveTo>
                  <a:cubicBezTo>
                    <a:pt x="40" y="370"/>
                    <a:pt x="40" y="370"/>
                    <a:pt x="40" y="370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567" y="40"/>
                    <a:pt x="567" y="40"/>
                    <a:pt x="567" y="40"/>
                  </a:cubicBezTo>
                  <a:lnTo>
                    <a:pt x="567" y="3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2" name="Freeform 44"/>
            <p:cNvSpPr>
              <a:spLocks noEditPoints="1"/>
            </p:cNvSpPr>
            <p:nvPr/>
          </p:nvSpPr>
          <p:spPr bwMode="auto">
            <a:xfrm>
              <a:off x="5827" y="1118"/>
              <a:ext cx="227" cy="509"/>
            </a:xfrm>
            <a:custGeom>
              <a:avLst/>
              <a:gdLst>
                <a:gd name="T0" fmla="*/ 200 w 239"/>
                <a:gd name="T1" fmla="*/ 150 h 533"/>
                <a:gd name="T2" fmla="*/ 85 w 239"/>
                <a:gd name="T3" fmla="*/ 150 h 533"/>
                <a:gd name="T4" fmla="*/ 85 w 239"/>
                <a:gd name="T5" fmla="*/ 442 h 533"/>
                <a:gd name="T6" fmla="*/ 73 w 239"/>
                <a:gd name="T7" fmla="*/ 471 h 533"/>
                <a:gd name="T8" fmla="*/ 45 w 239"/>
                <a:gd name="T9" fmla="*/ 482 h 533"/>
                <a:gd name="T10" fmla="*/ 0 w 239"/>
                <a:gd name="T11" fmla="*/ 482 h 533"/>
                <a:gd name="T12" fmla="*/ 0 w 239"/>
                <a:gd name="T13" fmla="*/ 517 h 533"/>
                <a:gd name="T14" fmla="*/ 16 w 239"/>
                <a:gd name="T15" fmla="*/ 533 h 533"/>
                <a:gd name="T16" fmla="*/ 222 w 239"/>
                <a:gd name="T17" fmla="*/ 533 h 533"/>
                <a:gd name="T18" fmla="*/ 239 w 239"/>
                <a:gd name="T19" fmla="*/ 517 h 533"/>
                <a:gd name="T20" fmla="*/ 239 w 239"/>
                <a:gd name="T21" fmla="*/ 16 h 533"/>
                <a:gd name="T22" fmla="*/ 222 w 239"/>
                <a:gd name="T23" fmla="*/ 0 h 533"/>
                <a:gd name="T24" fmla="*/ 16 w 239"/>
                <a:gd name="T25" fmla="*/ 0 h 533"/>
                <a:gd name="T26" fmla="*/ 0 w 239"/>
                <a:gd name="T27" fmla="*/ 16 h 533"/>
                <a:gd name="T28" fmla="*/ 0 w 239"/>
                <a:gd name="T29" fmla="*/ 39 h 533"/>
                <a:gd name="T30" fmla="*/ 26 w 239"/>
                <a:gd name="T31" fmla="*/ 39 h 533"/>
                <a:gd name="T32" fmla="*/ 26 w 239"/>
                <a:gd name="T33" fmla="*/ 39 h 533"/>
                <a:gd name="T34" fmla="*/ 39 w 239"/>
                <a:gd name="T35" fmla="*/ 26 h 533"/>
                <a:gd name="T36" fmla="*/ 200 w 239"/>
                <a:gd name="T37" fmla="*/ 26 h 533"/>
                <a:gd name="T38" fmla="*/ 213 w 239"/>
                <a:gd name="T39" fmla="*/ 39 h 533"/>
                <a:gd name="T40" fmla="*/ 200 w 239"/>
                <a:gd name="T41" fmla="*/ 52 h 533"/>
                <a:gd name="T42" fmla="*/ 74 w 239"/>
                <a:gd name="T43" fmla="*/ 52 h 533"/>
                <a:gd name="T44" fmla="*/ 85 w 239"/>
                <a:gd name="T45" fmla="*/ 75 h 533"/>
                <a:gd name="T46" fmla="*/ 200 w 239"/>
                <a:gd name="T47" fmla="*/ 75 h 533"/>
                <a:gd name="T48" fmla="*/ 213 w 239"/>
                <a:gd name="T49" fmla="*/ 88 h 533"/>
                <a:gd name="T50" fmla="*/ 200 w 239"/>
                <a:gd name="T51" fmla="*/ 101 h 533"/>
                <a:gd name="T52" fmla="*/ 85 w 239"/>
                <a:gd name="T53" fmla="*/ 101 h 533"/>
                <a:gd name="T54" fmla="*/ 85 w 239"/>
                <a:gd name="T55" fmla="*/ 125 h 533"/>
                <a:gd name="T56" fmla="*/ 200 w 239"/>
                <a:gd name="T57" fmla="*/ 125 h 533"/>
                <a:gd name="T58" fmla="*/ 213 w 239"/>
                <a:gd name="T59" fmla="*/ 138 h 533"/>
                <a:gd name="T60" fmla="*/ 200 w 239"/>
                <a:gd name="T61" fmla="*/ 150 h 533"/>
                <a:gd name="T62" fmla="*/ 126 w 239"/>
                <a:gd name="T63" fmla="*/ 448 h 533"/>
                <a:gd name="T64" fmla="*/ 119 w 239"/>
                <a:gd name="T65" fmla="*/ 454 h 533"/>
                <a:gd name="T66" fmla="*/ 113 w 239"/>
                <a:gd name="T67" fmla="*/ 448 h 533"/>
                <a:gd name="T68" fmla="*/ 113 w 239"/>
                <a:gd name="T69" fmla="*/ 428 h 533"/>
                <a:gd name="T70" fmla="*/ 119 w 239"/>
                <a:gd name="T71" fmla="*/ 422 h 533"/>
                <a:gd name="T72" fmla="*/ 126 w 239"/>
                <a:gd name="T73" fmla="*/ 428 h 533"/>
                <a:gd name="T74" fmla="*/ 126 w 239"/>
                <a:gd name="T75" fmla="*/ 448 h 533"/>
                <a:gd name="T76" fmla="*/ 119 w 239"/>
                <a:gd name="T77" fmla="*/ 399 h 533"/>
                <a:gd name="T78" fmla="*/ 100 w 239"/>
                <a:gd name="T79" fmla="*/ 380 h 533"/>
                <a:gd name="T80" fmla="*/ 119 w 239"/>
                <a:gd name="T81" fmla="*/ 361 h 533"/>
                <a:gd name="T82" fmla="*/ 139 w 239"/>
                <a:gd name="T83" fmla="*/ 380 h 533"/>
                <a:gd name="T84" fmla="*/ 119 w 239"/>
                <a:gd name="T85" fmla="*/ 399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9" h="533">
                  <a:moveTo>
                    <a:pt x="200" y="150"/>
                  </a:moveTo>
                  <a:cubicBezTo>
                    <a:pt x="85" y="150"/>
                    <a:pt x="85" y="150"/>
                    <a:pt x="85" y="150"/>
                  </a:cubicBezTo>
                  <a:cubicBezTo>
                    <a:pt x="85" y="442"/>
                    <a:pt x="85" y="442"/>
                    <a:pt x="85" y="442"/>
                  </a:cubicBezTo>
                  <a:cubicBezTo>
                    <a:pt x="85" y="453"/>
                    <a:pt x="81" y="463"/>
                    <a:pt x="73" y="471"/>
                  </a:cubicBezTo>
                  <a:cubicBezTo>
                    <a:pt x="66" y="478"/>
                    <a:pt x="56" y="482"/>
                    <a:pt x="45" y="482"/>
                  </a:cubicBezTo>
                  <a:cubicBezTo>
                    <a:pt x="0" y="482"/>
                    <a:pt x="0" y="482"/>
                    <a:pt x="0" y="482"/>
                  </a:cubicBezTo>
                  <a:cubicBezTo>
                    <a:pt x="0" y="517"/>
                    <a:pt x="0" y="517"/>
                    <a:pt x="0" y="517"/>
                  </a:cubicBezTo>
                  <a:cubicBezTo>
                    <a:pt x="0" y="526"/>
                    <a:pt x="7" y="533"/>
                    <a:pt x="16" y="533"/>
                  </a:cubicBezTo>
                  <a:cubicBezTo>
                    <a:pt x="222" y="533"/>
                    <a:pt x="222" y="533"/>
                    <a:pt x="222" y="533"/>
                  </a:cubicBezTo>
                  <a:cubicBezTo>
                    <a:pt x="231" y="533"/>
                    <a:pt x="239" y="526"/>
                    <a:pt x="239" y="517"/>
                  </a:cubicBezTo>
                  <a:cubicBezTo>
                    <a:pt x="239" y="16"/>
                    <a:pt x="239" y="16"/>
                    <a:pt x="239" y="16"/>
                  </a:cubicBezTo>
                  <a:cubicBezTo>
                    <a:pt x="239" y="8"/>
                    <a:pt x="231" y="0"/>
                    <a:pt x="22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8"/>
                    <a:pt x="0" y="16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2"/>
                    <a:pt x="32" y="26"/>
                    <a:pt x="39" y="26"/>
                  </a:cubicBezTo>
                  <a:cubicBezTo>
                    <a:pt x="200" y="26"/>
                    <a:pt x="200" y="26"/>
                    <a:pt x="200" y="26"/>
                  </a:cubicBezTo>
                  <a:cubicBezTo>
                    <a:pt x="207" y="26"/>
                    <a:pt x="213" y="32"/>
                    <a:pt x="213" y="39"/>
                  </a:cubicBezTo>
                  <a:cubicBezTo>
                    <a:pt x="213" y="46"/>
                    <a:pt x="207" y="52"/>
                    <a:pt x="200" y="52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80" y="58"/>
                    <a:pt x="84" y="67"/>
                    <a:pt x="85" y="75"/>
                  </a:cubicBezTo>
                  <a:cubicBezTo>
                    <a:pt x="200" y="75"/>
                    <a:pt x="200" y="75"/>
                    <a:pt x="200" y="75"/>
                  </a:cubicBezTo>
                  <a:cubicBezTo>
                    <a:pt x="207" y="75"/>
                    <a:pt x="213" y="81"/>
                    <a:pt x="213" y="88"/>
                  </a:cubicBezTo>
                  <a:cubicBezTo>
                    <a:pt x="213" y="95"/>
                    <a:pt x="207" y="101"/>
                    <a:pt x="200" y="101"/>
                  </a:cubicBezTo>
                  <a:cubicBezTo>
                    <a:pt x="85" y="101"/>
                    <a:pt x="85" y="101"/>
                    <a:pt x="85" y="101"/>
                  </a:cubicBezTo>
                  <a:cubicBezTo>
                    <a:pt x="85" y="125"/>
                    <a:pt x="85" y="125"/>
                    <a:pt x="85" y="125"/>
                  </a:cubicBezTo>
                  <a:cubicBezTo>
                    <a:pt x="200" y="125"/>
                    <a:pt x="200" y="125"/>
                    <a:pt x="200" y="125"/>
                  </a:cubicBezTo>
                  <a:cubicBezTo>
                    <a:pt x="207" y="125"/>
                    <a:pt x="213" y="131"/>
                    <a:pt x="213" y="138"/>
                  </a:cubicBezTo>
                  <a:cubicBezTo>
                    <a:pt x="213" y="145"/>
                    <a:pt x="207" y="150"/>
                    <a:pt x="200" y="150"/>
                  </a:cubicBezTo>
                  <a:close/>
                  <a:moveTo>
                    <a:pt x="126" y="448"/>
                  </a:moveTo>
                  <a:cubicBezTo>
                    <a:pt x="126" y="451"/>
                    <a:pt x="123" y="454"/>
                    <a:pt x="119" y="454"/>
                  </a:cubicBezTo>
                  <a:cubicBezTo>
                    <a:pt x="116" y="454"/>
                    <a:pt x="113" y="451"/>
                    <a:pt x="113" y="448"/>
                  </a:cubicBezTo>
                  <a:cubicBezTo>
                    <a:pt x="113" y="428"/>
                    <a:pt x="113" y="428"/>
                    <a:pt x="113" y="428"/>
                  </a:cubicBezTo>
                  <a:cubicBezTo>
                    <a:pt x="113" y="425"/>
                    <a:pt x="116" y="422"/>
                    <a:pt x="119" y="422"/>
                  </a:cubicBezTo>
                  <a:cubicBezTo>
                    <a:pt x="123" y="422"/>
                    <a:pt x="126" y="425"/>
                    <a:pt x="126" y="428"/>
                  </a:cubicBezTo>
                  <a:lnTo>
                    <a:pt x="126" y="448"/>
                  </a:lnTo>
                  <a:close/>
                  <a:moveTo>
                    <a:pt x="119" y="399"/>
                  </a:moveTo>
                  <a:cubicBezTo>
                    <a:pt x="109" y="399"/>
                    <a:pt x="100" y="391"/>
                    <a:pt x="100" y="380"/>
                  </a:cubicBezTo>
                  <a:cubicBezTo>
                    <a:pt x="100" y="370"/>
                    <a:pt x="109" y="361"/>
                    <a:pt x="119" y="361"/>
                  </a:cubicBezTo>
                  <a:cubicBezTo>
                    <a:pt x="130" y="361"/>
                    <a:pt x="139" y="370"/>
                    <a:pt x="139" y="380"/>
                  </a:cubicBezTo>
                  <a:cubicBezTo>
                    <a:pt x="139" y="391"/>
                    <a:pt x="130" y="399"/>
                    <a:pt x="119" y="3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3" name="Freeform 45"/>
            <p:cNvSpPr>
              <a:spLocks/>
            </p:cNvSpPr>
            <p:nvPr/>
          </p:nvSpPr>
          <p:spPr bwMode="auto">
            <a:xfrm>
              <a:off x="5806" y="1097"/>
              <a:ext cx="269" cy="567"/>
            </a:xfrm>
            <a:custGeom>
              <a:avLst/>
              <a:gdLst>
                <a:gd name="T0" fmla="*/ 244 w 283"/>
                <a:gd name="T1" fmla="*/ 0 h 594"/>
                <a:gd name="T2" fmla="*/ 38 w 283"/>
                <a:gd name="T3" fmla="*/ 0 h 594"/>
                <a:gd name="T4" fmla="*/ 0 w 283"/>
                <a:gd name="T5" fmla="*/ 38 h 594"/>
                <a:gd name="T6" fmla="*/ 0 w 283"/>
                <a:gd name="T7" fmla="*/ 61 h 594"/>
                <a:gd name="T8" fmla="*/ 16 w 283"/>
                <a:gd name="T9" fmla="*/ 61 h 594"/>
                <a:gd name="T10" fmla="*/ 16 w 283"/>
                <a:gd name="T11" fmla="*/ 38 h 594"/>
                <a:gd name="T12" fmla="*/ 38 w 283"/>
                <a:gd name="T13" fmla="*/ 16 h 594"/>
                <a:gd name="T14" fmla="*/ 244 w 283"/>
                <a:gd name="T15" fmla="*/ 16 h 594"/>
                <a:gd name="T16" fmla="*/ 267 w 283"/>
                <a:gd name="T17" fmla="*/ 38 h 594"/>
                <a:gd name="T18" fmla="*/ 267 w 283"/>
                <a:gd name="T19" fmla="*/ 539 h 594"/>
                <a:gd name="T20" fmla="*/ 244 w 283"/>
                <a:gd name="T21" fmla="*/ 562 h 594"/>
                <a:gd name="T22" fmla="*/ 38 w 283"/>
                <a:gd name="T23" fmla="*/ 562 h 594"/>
                <a:gd name="T24" fmla="*/ 16 w 283"/>
                <a:gd name="T25" fmla="*/ 539 h 594"/>
                <a:gd name="T26" fmla="*/ 16 w 283"/>
                <a:gd name="T27" fmla="*/ 504 h 594"/>
                <a:gd name="T28" fmla="*/ 0 w 283"/>
                <a:gd name="T29" fmla="*/ 504 h 594"/>
                <a:gd name="T30" fmla="*/ 0 w 283"/>
                <a:gd name="T31" fmla="*/ 539 h 594"/>
                <a:gd name="T32" fmla="*/ 38 w 283"/>
                <a:gd name="T33" fmla="*/ 578 h 594"/>
                <a:gd name="T34" fmla="*/ 51 w 283"/>
                <a:gd name="T35" fmla="*/ 578 h 594"/>
                <a:gd name="T36" fmla="*/ 51 w 283"/>
                <a:gd name="T37" fmla="*/ 581 h 594"/>
                <a:gd name="T38" fmla="*/ 55 w 283"/>
                <a:gd name="T39" fmla="*/ 590 h 594"/>
                <a:gd name="T40" fmla="*/ 64 w 283"/>
                <a:gd name="T41" fmla="*/ 594 h 594"/>
                <a:gd name="T42" fmla="*/ 71 w 283"/>
                <a:gd name="T43" fmla="*/ 594 h 594"/>
                <a:gd name="T44" fmla="*/ 80 w 283"/>
                <a:gd name="T45" fmla="*/ 590 h 594"/>
                <a:gd name="T46" fmla="*/ 83 w 283"/>
                <a:gd name="T47" fmla="*/ 581 h 594"/>
                <a:gd name="T48" fmla="*/ 83 w 283"/>
                <a:gd name="T49" fmla="*/ 578 h 594"/>
                <a:gd name="T50" fmla="*/ 199 w 283"/>
                <a:gd name="T51" fmla="*/ 578 h 594"/>
                <a:gd name="T52" fmla="*/ 199 w 283"/>
                <a:gd name="T53" fmla="*/ 581 h 594"/>
                <a:gd name="T54" fmla="*/ 203 w 283"/>
                <a:gd name="T55" fmla="*/ 590 h 594"/>
                <a:gd name="T56" fmla="*/ 212 w 283"/>
                <a:gd name="T57" fmla="*/ 594 h 594"/>
                <a:gd name="T58" fmla="*/ 218 w 283"/>
                <a:gd name="T59" fmla="*/ 594 h 594"/>
                <a:gd name="T60" fmla="*/ 227 w 283"/>
                <a:gd name="T61" fmla="*/ 590 h 594"/>
                <a:gd name="T62" fmla="*/ 231 w 283"/>
                <a:gd name="T63" fmla="*/ 581 h 594"/>
                <a:gd name="T64" fmla="*/ 231 w 283"/>
                <a:gd name="T65" fmla="*/ 578 h 594"/>
                <a:gd name="T66" fmla="*/ 244 w 283"/>
                <a:gd name="T67" fmla="*/ 578 h 594"/>
                <a:gd name="T68" fmla="*/ 283 w 283"/>
                <a:gd name="T69" fmla="*/ 539 h 594"/>
                <a:gd name="T70" fmla="*/ 283 w 283"/>
                <a:gd name="T71" fmla="*/ 38 h 594"/>
                <a:gd name="T72" fmla="*/ 244 w 283"/>
                <a:gd name="T7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83" h="594">
                  <a:moveTo>
                    <a:pt x="244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17" y="0"/>
                    <a:pt x="0" y="17"/>
                    <a:pt x="0" y="38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26"/>
                    <a:pt x="26" y="16"/>
                    <a:pt x="38" y="16"/>
                  </a:cubicBezTo>
                  <a:cubicBezTo>
                    <a:pt x="244" y="16"/>
                    <a:pt x="244" y="16"/>
                    <a:pt x="244" y="16"/>
                  </a:cubicBezTo>
                  <a:cubicBezTo>
                    <a:pt x="257" y="16"/>
                    <a:pt x="267" y="26"/>
                    <a:pt x="267" y="38"/>
                  </a:cubicBezTo>
                  <a:cubicBezTo>
                    <a:pt x="267" y="539"/>
                    <a:pt x="267" y="539"/>
                    <a:pt x="267" y="539"/>
                  </a:cubicBezTo>
                  <a:cubicBezTo>
                    <a:pt x="267" y="552"/>
                    <a:pt x="257" y="562"/>
                    <a:pt x="244" y="562"/>
                  </a:cubicBezTo>
                  <a:cubicBezTo>
                    <a:pt x="38" y="562"/>
                    <a:pt x="38" y="562"/>
                    <a:pt x="38" y="562"/>
                  </a:cubicBezTo>
                  <a:cubicBezTo>
                    <a:pt x="26" y="562"/>
                    <a:pt x="16" y="552"/>
                    <a:pt x="16" y="539"/>
                  </a:cubicBezTo>
                  <a:cubicBezTo>
                    <a:pt x="16" y="504"/>
                    <a:pt x="16" y="504"/>
                    <a:pt x="16" y="504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0" y="560"/>
                    <a:pt x="17" y="578"/>
                    <a:pt x="38" y="578"/>
                  </a:cubicBezTo>
                  <a:cubicBezTo>
                    <a:pt x="51" y="578"/>
                    <a:pt x="51" y="578"/>
                    <a:pt x="51" y="578"/>
                  </a:cubicBezTo>
                  <a:cubicBezTo>
                    <a:pt x="51" y="581"/>
                    <a:pt x="51" y="581"/>
                    <a:pt x="51" y="581"/>
                  </a:cubicBezTo>
                  <a:cubicBezTo>
                    <a:pt x="51" y="584"/>
                    <a:pt x="53" y="588"/>
                    <a:pt x="55" y="590"/>
                  </a:cubicBezTo>
                  <a:cubicBezTo>
                    <a:pt x="58" y="593"/>
                    <a:pt x="61" y="594"/>
                    <a:pt x="64" y="594"/>
                  </a:cubicBezTo>
                  <a:cubicBezTo>
                    <a:pt x="71" y="594"/>
                    <a:pt x="71" y="594"/>
                    <a:pt x="71" y="594"/>
                  </a:cubicBezTo>
                  <a:cubicBezTo>
                    <a:pt x="74" y="594"/>
                    <a:pt x="77" y="593"/>
                    <a:pt x="80" y="590"/>
                  </a:cubicBezTo>
                  <a:cubicBezTo>
                    <a:pt x="82" y="588"/>
                    <a:pt x="83" y="584"/>
                    <a:pt x="83" y="581"/>
                  </a:cubicBezTo>
                  <a:cubicBezTo>
                    <a:pt x="83" y="578"/>
                    <a:pt x="83" y="578"/>
                    <a:pt x="83" y="578"/>
                  </a:cubicBezTo>
                  <a:cubicBezTo>
                    <a:pt x="199" y="578"/>
                    <a:pt x="199" y="578"/>
                    <a:pt x="199" y="578"/>
                  </a:cubicBezTo>
                  <a:cubicBezTo>
                    <a:pt x="199" y="581"/>
                    <a:pt x="199" y="581"/>
                    <a:pt x="199" y="581"/>
                  </a:cubicBezTo>
                  <a:cubicBezTo>
                    <a:pt x="199" y="584"/>
                    <a:pt x="200" y="588"/>
                    <a:pt x="203" y="590"/>
                  </a:cubicBezTo>
                  <a:cubicBezTo>
                    <a:pt x="205" y="593"/>
                    <a:pt x="209" y="594"/>
                    <a:pt x="212" y="594"/>
                  </a:cubicBezTo>
                  <a:cubicBezTo>
                    <a:pt x="218" y="594"/>
                    <a:pt x="218" y="594"/>
                    <a:pt x="218" y="594"/>
                  </a:cubicBezTo>
                  <a:cubicBezTo>
                    <a:pt x="222" y="594"/>
                    <a:pt x="225" y="593"/>
                    <a:pt x="227" y="590"/>
                  </a:cubicBezTo>
                  <a:cubicBezTo>
                    <a:pt x="230" y="588"/>
                    <a:pt x="231" y="584"/>
                    <a:pt x="231" y="581"/>
                  </a:cubicBezTo>
                  <a:cubicBezTo>
                    <a:pt x="231" y="578"/>
                    <a:pt x="231" y="578"/>
                    <a:pt x="231" y="578"/>
                  </a:cubicBezTo>
                  <a:cubicBezTo>
                    <a:pt x="244" y="578"/>
                    <a:pt x="244" y="578"/>
                    <a:pt x="244" y="578"/>
                  </a:cubicBezTo>
                  <a:cubicBezTo>
                    <a:pt x="266" y="578"/>
                    <a:pt x="283" y="560"/>
                    <a:pt x="283" y="539"/>
                  </a:cubicBezTo>
                  <a:cubicBezTo>
                    <a:pt x="283" y="38"/>
                    <a:pt x="283" y="38"/>
                    <a:pt x="283" y="38"/>
                  </a:cubicBezTo>
                  <a:cubicBezTo>
                    <a:pt x="283" y="17"/>
                    <a:pt x="266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4" name="Freeform 46"/>
            <p:cNvSpPr>
              <a:spLocks/>
            </p:cNvSpPr>
            <p:nvPr/>
          </p:nvSpPr>
          <p:spPr bwMode="auto">
            <a:xfrm>
              <a:off x="5545" y="1315"/>
              <a:ext cx="114" cy="143"/>
            </a:xfrm>
            <a:custGeom>
              <a:avLst/>
              <a:gdLst>
                <a:gd name="T0" fmla="*/ 117 w 120"/>
                <a:gd name="T1" fmla="*/ 54 h 150"/>
                <a:gd name="T2" fmla="*/ 108 w 120"/>
                <a:gd name="T3" fmla="*/ 50 h 150"/>
                <a:gd name="T4" fmla="*/ 99 w 120"/>
                <a:gd name="T5" fmla="*/ 54 h 150"/>
                <a:gd name="T6" fmla="*/ 96 w 120"/>
                <a:gd name="T7" fmla="*/ 48 h 150"/>
                <a:gd name="T8" fmla="*/ 87 w 120"/>
                <a:gd name="T9" fmla="*/ 44 h 150"/>
                <a:gd name="T10" fmla="*/ 78 w 120"/>
                <a:gd name="T11" fmla="*/ 48 h 150"/>
                <a:gd name="T12" fmla="*/ 75 w 120"/>
                <a:gd name="T13" fmla="*/ 42 h 150"/>
                <a:gd name="T14" fmla="*/ 66 w 120"/>
                <a:gd name="T15" fmla="*/ 38 h 150"/>
                <a:gd name="T16" fmla="*/ 58 w 120"/>
                <a:gd name="T17" fmla="*/ 41 h 150"/>
                <a:gd name="T18" fmla="*/ 58 w 120"/>
                <a:gd name="T19" fmla="*/ 13 h 150"/>
                <a:gd name="T20" fmla="*/ 54 w 120"/>
                <a:gd name="T21" fmla="*/ 4 h 150"/>
                <a:gd name="T22" fmla="*/ 45 w 120"/>
                <a:gd name="T23" fmla="*/ 0 h 150"/>
                <a:gd name="T24" fmla="*/ 36 w 120"/>
                <a:gd name="T25" fmla="*/ 4 h 150"/>
                <a:gd name="T26" fmla="*/ 33 w 120"/>
                <a:gd name="T27" fmla="*/ 13 h 150"/>
                <a:gd name="T28" fmla="*/ 33 w 120"/>
                <a:gd name="T29" fmla="*/ 84 h 150"/>
                <a:gd name="T30" fmla="*/ 23 w 120"/>
                <a:gd name="T31" fmla="*/ 73 h 150"/>
                <a:gd name="T32" fmla="*/ 15 w 120"/>
                <a:gd name="T33" fmla="*/ 69 h 150"/>
                <a:gd name="T34" fmla="*/ 14 w 120"/>
                <a:gd name="T35" fmla="*/ 69 h 150"/>
                <a:gd name="T36" fmla="*/ 6 w 120"/>
                <a:gd name="T37" fmla="*/ 72 h 150"/>
                <a:gd name="T38" fmla="*/ 5 w 120"/>
                <a:gd name="T39" fmla="*/ 73 h 150"/>
                <a:gd name="T40" fmla="*/ 1 w 120"/>
                <a:gd name="T41" fmla="*/ 81 h 150"/>
                <a:gd name="T42" fmla="*/ 3 w 120"/>
                <a:gd name="T43" fmla="*/ 90 h 150"/>
                <a:gd name="T44" fmla="*/ 37 w 120"/>
                <a:gd name="T45" fmla="*/ 137 h 150"/>
                <a:gd name="T46" fmla="*/ 41 w 120"/>
                <a:gd name="T47" fmla="*/ 146 h 150"/>
                <a:gd name="T48" fmla="*/ 52 w 120"/>
                <a:gd name="T49" fmla="*/ 150 h 150"/>
                <a:gd name="T50" fmla="*/ 95 w 120"/>
                <a:gd name="T51" fmla="*/ 150 h 150"/>
                <a:gd name="T52" fmla="*/ 105 w 120"/>
                <a:gd name="T53" fmla="*/ 146 h 150"/>
                <a:gd name="T54" fmla="*/ 110 w 120"/>
                <a:gd name="T55" fmla="*/ 136 h 150"/>
                <a:gd name="T56" fmla="*/ 118 w 120"/>
                <a:gd name="T57" fmla="*/ 108 h 150"/>
                <a:gd name="T58" fmla="*/ 120 w 120"/>
                <a:gd name="T59" fmla="*/ 101 h 150"/>
                <a:gd name="T60" fmla="*/ 120 w 120"/>
                <a:gd name="T61" fmla="*/ 94 h 150"/>
                <a:gd name="T62" fmla="*/ 120 w 120"/>
                <a:gd name="T63" fmla="*/ 63 h 150"/>
                <a:gd name="T64" fmla="*/ 117 w 120"/>
                <a:gd name="T65" fmla="*/ 54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0" h="150">
                  <a:moveTo>
                    <a:pt x="117" y="54"/>
                  </a:moveTo>
                  <a:cubicBezTo>
                    <a:pt x="114" y="52"/>
                    <a:pt x="111" y="50"/>
                    <a:pt x="108" y="50"/>
                  </a:cubicBezTo>
                  <a:cubicBezTo>
                    <a:pt x="104" y="50"/>
                    <a:pt x="101" y="51"/>
                    <a:pt x="99" y="54"/>
                  </a:cubicBezTo>
                  <a:cubicBezTo>
                    <a:pt x="98" y="52"/>
                    <a:pt x="97" y="50"/>
                    <a:pt x="96" y="48"/>
                  </a:cubicBezTo>
                  <a:cubicBezTo>
                    <a:pt x="93" y="46"/>
                    <a:pt x="90" y="44"/>
                    <a:pt x="87" y="44"/>
                  </a:cubicBezTo>
                  <a:cubicBezTo>
                    <a:pt x="83" y="44"/>
                    <a:pt x="80" y="46"/>
                    <a:pt x="78" y="48"/>
                  </a:cubicBezTo>
                  <a:cubicBezTo>
                    <a:pt x="77" y="46"/>
                    <a:pt x="76" y="44"/>
                    <a:pt x="75" y="42"/>
                  </a:cubicBezTo>
                  <a:cubicBezTo>
                    <a:pt x="72" y="40"/>
                    <a:pt x="69" y="38"/>
                    <a:pt x="66" y="38"/>
                  </a:cubicBezTo>
                  <a:cubicBezTo>
                    <a:pt x="63" y="38"/>
                    <a:pt x="60" y="39"/>
                    <a:pt x="58" y="41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8" y="9"/>
                    <a:pt x="56" y="6"/>
                    <a:pt x="54" y="4"/>
                  </a:cubicBezTo>
                  <a:cubicBezTo>
                    <a:pt x="52" y="1"/>
                    <a:pt x="49" y="0"/>
                    <a:pt x="45" y="0"/>
                  </a:cubicBezTo>
                  <a:cubicBezTo>
                    <a:pt x="42" y="0"/>
                    <a:pt x="39" y="1"/>
                    <a:pt x="36" y="4"/>
                  </a:cubicBezTo>
                  <a:cubicBezTo>
                    <a:pt x="34" y="6"/>
                    <a:pt x="33" y="9"/>
                    <a:pt x="33" y="13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21" y="71"/>
                    <a:pt x="18" y="70"/>
                    <a:pt x="15" y="69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11" y="69"/>
                    <a:pt x="8" y="70"/>
                    <a:pt x="6" y="72"/>
                  </a:cubicBezTo>
                  <a:cubicBezTo>
                    <a:pt x="5" y="73"/>
                    <a:pt x="5" y="73"/>
                    <a:pt x="5" y="73"/>
                  </a:cubicBezTo>
                  <a:cubicBezTo>
                    <a:pt x="3" y="75"/>
                    <a:pt x="1" y="78"/>
                    <a:pt x="1" y="81"/>
                  </a:cubicBezTo>
                  <a:cubicBezTo>
                    <a:pt x="0" y="84"/>
                    <a:pt x="1" y="87"/>
                    <a:pt x="3" y="90"/>
                  </a:cubicBezTo>
                  <a:cubicBezTo>
                    <a:pt x="37" y="137"/>
                    <a:pt x="37" y="137"/>
                    <a:pt x="37" y="137"/>
                  </a:cubicBezTo>
                  <a:cubicBezTo>
                    <a:pt x="37" y="141"/>
                    <a:pt x="39" y="144"/>
                    <a:pt x="41" y="146"/>
                  </a:cubicBezTo>
                  <a:cubicBezTo>
                    <a:pt x="44" y="149"/>
                    <a:pt x="48" y="150"/>
                    <a:pt x="52" y="150"/>
                  </a:cubicBezTo>
                  <a:cubicBezTo>
                    <a:pt x="95" y="150"/>
                    <a:pt x="95" y="150"/>
                    <a:pt x="95" y="150"/>
                  </a:cubicBezTo>
                  <a:cubicBezTo>
                    <a:pt x="99" y="150"/>
                    <a:pt x="103" y="149"/>
                    <a:pt x="105" y="146"/>
                  </a:cubicBezTo>
                  <a:cubicBezTo>
                    <a:pt x="108" y="143"/>
                    <a:pt x="110" y="140"/>
                    <a:pt x="110" y="136"/>
                  </a:cubicBezTo>
                  <a:cubicBezTo>
                    <a:pt x="118" y="108"/>
                    <a:pt x="118" y="108"/>
                    <a:pt x="118" y="108"/>
                  </a:cubicBezTo>
                  <a:cubicBezTo>
                    <a:pt x="119" y="105"/>
                    <a:pt x="119" y="103"/>
                    <a:pt x="120" y="101"/>
                  </a:cubicBezTo>
                  <a:cubicBezTo>
                    <a:pt x="120" y="98"/>
                    <a:pt x="120" y="96"/>
                    <a:pt x="120" y="94"/>
                  </a:cubicBezTo>
                  <a:cubicBezTo>
                    <a:pt x="120" y="63"/>
                    <a:pt x="120" y="63"/>
                    <a:pt x="120" y="63"/>
                  </a:cubicBezTo>
                  <a:cubicBezTo>
                    <a:pt x="120" y="59"/>
                    <a:pt x="119" y="56"/>
                    <a:pt x="117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5" name="Freeform 47"/>
            <p:cNvSpPr>
              <a:spLocks noEditPoints="1"/>
            </p:cNvSpPr>
            <p:nvPr/>
          </p:nvSpPr>
          <p:spPr bwMode="auto">
            <a:xfrm>
              <a:off x="5549" y="1276"/>
              <a:ext cx="78" cy="75"/>
            </a:xfrm>
            <a:custGeom>
              <a:avLst/>
              <a:gdLst>
                <a:gd name="T0" fmla="*/ 0 w 82"/>
                <a:gd name="T1" fmla="*/ 41 h 79"/>
                <a:gd name="T2" fmla="*/ 41 w 82"/>
                <a:gd name="T3" fmla="*/ 0 h 79"/>
                <a:gd name="T4" fmla="*/ 82 w 82"/>
                <a:gd name="T5" fmla="*/ 41 h 79"/>
                <a:gd name="T6" fmla="*/ 62 w 82"/>
                <a:gd name="T7" fmla="*/ 76 h 79"/>
                <a:gd name="T8" fmla="*/ 62 w 82"/>
                <a:gd name="T9" fmla="*/ 76 h 79"/>
                <a:gd name="T10" fmla="*/ 57 w 82"/>
                <a:gd name="T11" fmla="*/ 77 h 79"/>
                <a:gd name="T12" fmla="*/ 57 w 82"/>
                <a:gd name="T13" fmla="*/ 70 h 79"/>
                <a:gd name="T14" fmla="*/ 74 w 82"/>
                <a:gd name="T15" fmla="*/ 41 h 79"/>
                <a:gd name="T16" fmla="*/ 41 w 82"/>
                <a:gd name="T17" fmla="*/ 8 h 79"/>
                <a:gd name="T18" fmla="*/ 8 w 82"/>
                <a:gd name="T19" fmla="*/ 41 h 79"/>
                <a:gd name="T20" fmla="*/ 25 w 82"/>
                <a:gd name="T21" fmla="*/ 70 h 79"/>
                <a:gd name="T22" fmla="*/ 25 w 82"/>
                <a:gd name="T23" fmla="*/ 79 h 79"/>
                <a:gd name="T24" fmla="*/ 0 w 82"/>
                <a:gd name="T25" fmla="*/ 41 h 79"/>
                <a:gd name="T26" fmla="*/ 63 w 82"/>
                <a:gd name="T27" fmla="*/ 41 h 79"/>
                <a:gd name="T28" fmla="*/ 41 w 82"/>
                <a:gd name="T29" fmla="*/ 19 h 79"/>
                <a:gd name="T30" fmla="*/ 19 w 82"/>
                <a:gd name="T31" fmla="*/ 41 h 79"/>
                <a:gd name="T32" fmla="*/ 25 w 82"/>
                <a:gd name="T33" fmla="*/ 56 h 79"/>
                <a:gd name="T34" fmla="*/ 25 w 82"/>
                <a:gd name="T35" fmla="*/ 54 h 79"/>
                <a:gd name="T36" fmla="*/ 27 w 82"/>
                <a:gd name="T37" fmla="*/ 46 h 79"/>
                <a:gd name="T38" fmla="*/ 26 w 82"/>
                <a:gd name="T39" fmla="*/ 41 h 79"/>
                <a:gd name="T40" fmla="*/ 41 w 82"/>
                <a:gd name="T41" fmla="*/ 26 h 79"/>
                <a:gd name="T42" fmla="*/ 56 w 82"/>
                <a:gd name="T43" fmla="*/ 41 h 79"/>
                <a:gd name="T44" fmla="*/ 55 w 82"/>
                <a:gd name="T45" fmla="*/ 46 h 79"/>
                <a:gd name="T46" fmla="*/ 57 w 82"/>
                <a:gd name="T47" fmla="*/ 54 h 79"/>
                <a:gd name="T48" fmla="*/ 57 w 82"/>
                <a:gd name="T49" fmla="*/ 57 h 79"/>
                <a:gd name="T50" fmla="*/ 63 w 82"/>
                <a:gd name="T51" fmla="*/ 41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2" h="79">
                  <a:moveTo>
                    <a:pt x="0" y="41"/>
                  </a:moveTo>
                  <a:cubicBezTo>
                    <a:pt x="0" y="18"/>
                    <a:pt x="19" y="0"/>
                    <a:pt x="41" y="0"/>
                  </a:cubicBezTo>
                  <a:cubicBezTo>
                    <a:pt x="64" y="0"/>
                    <a:pt x="82" y="18"/>
                    <a:pt x="82" y="41"/>
                  </a:cubicBezTo>
                  <a:cubicBezTo>
                    <a:pt x="82" y="56"/>
                    <a:pt x="74" y="69"/>
                    <a:pt x="62" y="76"/>
                  </a:cubicBezTo>
                  <a:cubicBezTo>
                    <a:pt x="62" y="76"/>
                    <a:pt x="62" y="76"/>
                    <a:pt x="62" y="76"/>
                  </a:cubicBezTo>
                  <a:cubicBezTo>
                    <a:pt x="60" y="76"/>
                    <a:pt x="59" y="76"/>
                    <a:pt x="57" y="77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67" y="64"/>
                    <a:pt x="74" y="54"/>
                    <a:pt x="74" y="41"/>
                  </a:cubicBezTo>
                  <a:cubicBezTo>
                    <a:pt x="74" y="23"/>
                    <a:pt x="60" y="8"/>
                    <a:pt x="41" y="8"/>
                  </a:cubicBezTo>
                  <a:cubicBezTo>
                    <a:pt x="23" y="8"/>
                    <a:pt x="8" y="23"/>
                    <a:pt x="8" y="41"/>
                  </a:cubicBezTo>
                  <a:cubicBezTo>
                    <a:pt x="8" y="54"/>
                    <a:pt x="15" y="64"/>
                    <a:pt x="25" y="70"/>
                  </a:cubicBezTo>
                  <a:cubicBezTo>
                    <a:pt x="25" y="79"/>
                    <a:pt x="25" y="79"/>
                    <a:pt x="25" y="79"/>
                  </a:cubicBezTo>
                  <a:cubicBezTo>
                    <a:pt x="11" y="72"/>
                    <a:pt x="0" y="58"/>
                    <a:pt x="0" y="41"/>
                  </a:cubicBezTo>
                  <a:close/>
                  <a:moveTo>
                    <a:pt x="63" y="41"/>
                  </a:moveTo>
                  <a:cubicBezTo>
                    <a:pt x="63" y="29"/>
                    <a:pt x="53" y="19"/>
                    <a:pt x="41" y="19"/>
                  </a:cubicBezTo>
                  <a:cubicBezTo>
                    <a:pt x="29" y="19"/>
                    <a:pt x="19" y="29"/>
                    <a:pt x="19" y="41"/>
                  </a:cubicBezTo>
                  <a:cubicBezTo>
                    <a:pt x="19" y="47"/>
                    <a:pt x="21" y="52"/>
                    <a:pt x="25" y="56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5" y="51"/>
                    <a:pt x="26" y="48"/>
                    <a:pt x="27" y="46"/>
                  </a:cubicBezTo>
                  <a:cubicBezTo>
                    <a:pt x="27" y="44"/>
                    <a:pt x="26" y="43"/>
                    <a:pt x="26" y="41"/>
                  </a:cubicBezTo>
                  <a:cubicBezTo>
                    <a:pt x="26" y="33"/>
                    <a:pt x="33" y="26"/>
                    <a:pt x="41" y="26"/>
                  </a:cubicBezTo>
                  <a:cubicBezTo>
                    <a:pt x="49" y="26"/>
                    <a:pt x="56" y="33"/>
                    <a:pt x="56" y="41"/>
                  </a:cubicBezTo>
                  <a:cubicBezTo>
                    <a:pt x="56" y="43"/>
                    <a:pt x="56" y="44"/>
                    <a:pt x="55" y="46"/>
                  </a:cubicBezTo>
                  <a:cubicBezTo>
                    <a:pt x="56" y="48"/>
                    <a:pt x="57" y="51"/>
                    <a:pt x="57" y="54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61" y="53"/>
                    <a:pt x="63" y="47"/>
                    <a:pt x="63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36" name="Group 121"/>
          <p:cNvGrpSpPr>
            <a:grpSpLocks noChangeAspect="1"/>
          </p:cNvGrpSpPr>
          <p:nvPr/>
        </p:nvGrpSpPr>
        <p:grpSpPr bwMode="auto">
          <a:xfrm>
            <a:off x="4205459" y="2806846"/>
            <a:ext cx="997122" cy="848678"/>
            <a:chOff x="515" y="3088"/>
            <a:chExt cx="665" cy="566"/>
          </a:xfrm>
          <a:solidFill>
            <a:srgbClr val="676661"/>
          </a:solidFill>
        </p:grpSpPr>
        <p:sp>
          <p:nvSpPr>
            <p:cNvPr id="337" name="Freeform 122"/>
            <p:cNvSpPr>
              <a:spLocks/>
            </p:cNvSpPr>
            <p:nvPr/>
          </p:nvSpPr>
          <p:spPr bwMode="auto">
            <a:xfrm>
              <a:off x="706" y="3550"/>
              <a:ext cx="283" cy="104"/>
            </a:xfrm>
            <a:custGeom>
              <a:avLst/>
              <a:gdLst>
                <a:gd name="T0" fmla="*/ 269 w 340"/>
                <a:gd name="T1" fmla="*/ 71 h 125"/>
                <a:gd name="T2" fmla="*/ 269 w 340"/>
                <a:gd name="T3" fmla="*/ 12 h 125"/>
                <a:gd name="T4" fmla="*/ 266 w 340"/>
                <a:gd name="T5" fmla="*/ 3 h 125"/>
                <a:gd name="T6" fmla="*/ 257 w 340"/>
                <a:gd name="T7" fmla="*/ 0 h 125"/>
                <a:gd name="T8" fmla="*/ 83 w 340"/>
                <a:gd name="T9" fmla="*/ 0 h 125"/>
                <a:gd name="T10" fmla="*/ 74 w 340"/>
                <a:gd name="T11" fmla="*/ 3 h 125"/>
                <a:gd name="T12" fmla="*/ 71 w 340"/>
                <a:gd name="T13" fmla="*/ 12 h 125"/>
                <a:gd name="T14" fmla="*/ 71 w 340"/>
                <a:gd name="T15" fmla="*/ 71 h 125"/>
                <a:gd name="T16" fmla="*/ 2 w 340"/>
                <a:gd name="T17" fmla="*/ 108 h 125"/>
                <a:gd name="T18" fmla="*/ 1 w 340"/>
                <a:gd name="T19" fmla="*/ 110 h 125"/>
                <a:gd name="T20" fmla="*/ 0 w 340"/>
                <a:gd name="T21" fmla="*/ 112 h 125"/>
                <a:gd name="T22" fmla="*/ 0 w 340"/>
                <a:gd name="T23" fmla="*/ 120 h 125"/>
                <a:gd name="T24" fmla="*/ 1 w 340"/>
                <a:gd name="T25" fmla="*/ 124 h 125"/>
                <a:gd name="T26" fmla="*/ 5 w 340"/>
                <a:gd name="T27" fmla="*/ 125 h 125"/>
                <a:gd name="T28" fmla="*/ 335 w 340"/>
                <a:gd name="T29" fmla="*/ 125 h 125"/>
                <a:gd name="T30" fmla="*/ 339 w 340"/>
                <a:gd name="T31" fmla="*/ 124 h 125"/>
                <a:gd name="T32" fmla="*/ 340 w 340"/>
                <a:gd name="T33" fmla="*/ 120 h 125"/>
                <a:gd name="T34" fmla="*/ 340 w 340"/>
                <a:gd name="T35" fmla="*/ 112 h 125"/>
                <a:gd name="T36" fmla="*/ 339 w 340"/>
                <a:gd name="T37" fmla="*/ 110 h 125"/>
                <a:gd name="T38" fmla="*/ 338 w 340"/>
                <a:gd name="T39" fmla="*/ 108 h 125"/>
                <a:gd name="T40" fmla="*/ 269 w 340"/>
                <a:gd name="T41" fmla="*/ 7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125">
                  <a:moveTo>
                    <a:pt x="269" y="71"/>
                  </a:moveTo>
                  <a:cubicBezTo>
                    <a:pt x="269" y="12"/>
                    <a:pt x="269" y="12"/>
                    <a:pt x="269" y="12"/>
                  </a:cubicBezTo>
                  <a:cubicBezTo>
                    <a:pt x="269" y="9"/>
                    <a:pt x="268" y="6"/>
                    <a:pt x="266" y="3"/>
                  </a:cubicBezTo>
                  <a:cubicBezTo>
                    <a:pt x="263" y="1"/>
                    <a:pt x="260" y="0"/>
                    <a:pt x="25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0" y="0"/>
                    <a:pt x="77" y="1"/>
                    <a:pt x="74" y="3"/>
                  </a:cubicBezTo>
                  <a:cubicBezTo>
                    <a:pt x="72" y="6"/>
                    <a:pt x="71" y="9"/>
                    <a:pt x="71" y="12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2" y="108"/>
                    <a:pt x="2" y="108"/>
                    <a:pt x="2" y="108"/>
                  </a:cubicBezTo>
                  <a:cubicBezTo>
                    <a:pt x="2" y="109"/>
                    <a:pt x="1" y="109"/>
                    <a:pt x="1" y="110"/>
                  </a:cubicBezTo>
                  <a:cubicBezTo>
                    <a:pt x="0" y="111"/>
                    <a:pt x="0" y="111"/>
                    <a:pt x="0" y="112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2"/>
                    <a:pt x="1" y="123"/>
                    <a:pt x="1" y="124"/>
                  </a:cubicBezTo>
                  <a:cubicBezTo>
                    <a:pt x="2" y="124"/>
                    <a:pt x="3" y="125"/>
                    <a:pt x="5" y="125"/>
                  </a:cubicBezTo>
                  <a:cubicBezTo>
                    <a:pt x="335" y="125"/>
                    <a:pt x="335" y="125"/>
                    <a:pt x="335" y="125"/>
                  </a:cubicBezTo>
                  <a:cubicBezTo>
                    <a:pt x="337" y="125"/>
                    <a:pt x="338" y="124"/>
                    <a:pt x="339" y="124"/>
                  </a:cubicBezTo>
                  <a:cubicBezTo>
                    <a:pt x="339" y="123"/>
                    <a:pt x="340" y="122"/>
                    <a:pt x="340" y="120"/>
                  </a:cubicBezTo>
                  <a:cubicBezTo>
                    <a:pt x="340" y="112"/>
                    <a:pt x="340" y="112"/>
                    <a:pt x="340" y="112"/>
                  </a:cubicBezTo>
                  <a:cubicBezTo>
                    <a:pt x="340" y="111"/>
                    <a:pt x="340" y="111"/>
                    <a:pt x="339" y="110"/>
                  </a:cubicBezTo>
                  <a:cubicBezTo>
                    <a:pt x="339" y="109"/>
                    <a:pt x="338" y="109"/>
                    <a:pt x="338" y="108"/>
                  </a:cubicBezTo>
                  <a:lnTo>
                    <a:pt x="26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8" name="Freeform 123"/>
            <p:cNvSpPr>
              <a:spLocks noEditPoints="1"/>
            </p:cNvSpPr>
            <p:nvPr/>
          </p:nvSpPr>
          <p:spPr bwMode="auto">
            <a:xfrm>
              <a:off x="515" y="3088"/>
              <a:ext cx="665" cy="449"/>
            </a:xfrm>
            <a:custGeom>
              <a:avLst/>
              <a:gdLst>
                <a:gd name="T0" fmla="*/ 791 w 800"/>
                <a:gd name="T1" fmla="*/ 9 h 539"/>
                <a:gd name="T2" fmla="*/ 770 w 800"/>
                <a:gd name="T3" fmla="*/ 0 h 539"/>
                <a:gd name="T4" fmla="*/ 30 w 800"/>
                <a:gd name="T5" fmla="*/ 0 h 539"/>
                <a:gd name="T6" fmla="*/ 9 w 800"/>
                <a:gd name="T7" fmla="*/ 9 h 539"/>
                <a:gd name="T8" fmla="*/ 0 w 800"/>
                <a:gd name="T9" fmla="*/ 30 h 539"/>
                <a:gd name="T10" fmla="*/ 0 w 800"/>
                <a:gd name="T11" fmla="*/ 509 h 539"/>
                <a:gd name="T12" fmla="*/ 9 w 800"/>
                <a:gd name="T13" fmla="*/ 530 h 539"/>
                <a:gd name="T14" fmla="*/ 30 w 800"/>
                <a:gd name="T15" fmla="*/ 539 h 539"/>
                <a:gd name="T16" fmla="*/ 770 w 800"/>
                <a:gd name="T17" fmla="*/ 539 h 539"/>
                <a:gd name="T18" fmla="*/ 791 w 800"/>
                <a:gd name="T19" fmla="*/ 530 h 539"/>
                <a:gd name="T20" fmla="*/ 800 w 800"/>
                <a:gd name="T21" fmla="*/ 509 h 539"/>
                <a:gd name="T22" fmla="*/ 800 w 800"/>
                <a:gd name="T23" fmla="*/ 30 h 539"/>
                <a:gd name="T24" fmla="*/ 791 w 800"/>
                <a:gd name="T25" fmla="*/ 9 h 539"/>
                <a:gd name="T26" fmla="*/ 400 w 800"/>
                <a:gd name="T27" fmla="*/ 526 h 539"/>
                <a:gd name="T28" fmla="*/ 387 w 800"/>
                <a:gd name="T29" fmla="*/ 513 h 539"/>
                <a:gd name="T30" fmla="*/ 400 w 800"/>
                <a:gd name="T31" fmla="*/ 500 h 539"/>
                <a:gd name="T32" fmla="*/ 413 w 800"/>
                <a:gd name="T33" fmla="*/ 513 h 539"/>
                <a:gd name="T34" fmla="*/ 400 w 800"/>
                <a:gd name="T35" fmla="*/ 526 h 539"/>
                <a:gd name="T36" fmla="*/ 748 w 800"/>
                <a:gd name="T37" fmla="*/ 487 h 539"/>
                <a:gd name="T38" fmla="*/ 52 w 800"/>
                <a:gd name="T39" fmla="*/ 487 h 539"/>
                <a:gd name="T40" fmla="*/ 52 w 800"/>
                <a:gd name="T41" fmla="*/ 52 h 539"/>
                <a:gd name="T42" fmla="*/ 748 w 800"/>
                <a:gd name="T43" fmla="*/ 52 h 539"/>
                <a:gd name="T44" fmla="*/ 748 w 800"/>
                <a:gd name="T45" fmla="*/ 487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0" h="539">
                  <a:moveTo>
                    <a:pt x="791" y="9"/>
                  </a:moveTo>
                  <a:cubicBezTo>
                    <a:pt x="785" y="3"/>
                    <a:pt x="778" y="0"/>
                    <a:pt x="77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0"/>
                    <a:pt x="15" y="3"/>
                    <a:pt x="9" y="9"/>
                  </a:cubicBezTo>
                  <a:cubicBezTo>
                    <a:pt x="3" y="15"/>
                    <a:pt x="0" y="23"/>
                    <a:pt x="0" y="30"/>
                  </a:cubicBezTo>
                  <a:cubicBezTo>
                    <a:pt x="0" y="509"/>
                    <a:pt x="0" y="509"/>
                    <a:pt x="0" y="509"/>
                  </a:cubicBezTo>
                  <a:cubicBezTo>
                    <a:pt x="0" y="517"/>
                    <a:pt x="3" y="525"/>
                    <a:pt x="9" y="530"/>
                  </a:cubicBezTo>
                  <a:cubicBezTo>
                    <a:pt x="15" y="536"/>
                    <a:pt x="22" y="539"/>
                    <a:pt x="30" y="539"/>
                  </a:cubicBezTo>
                  <a:cubicBezTo>
                    <a:pt x="770" y="539"/>
                    <a:pt x="770" y="539"/>
                    <a:pt x="770" y="539"/>
                  </a:cubicBezTo>
                  <a:cubicBezTo>
                    <a:pt x="778" y="539"/>
                    <a:pt x="785" y="536"/>
                    <a:pt x="791" y="530"/>
                  </a:cubicBezTo>
                  <a:cubicBezTo>
                    <a:pt x="797" y="525"/>
                    <a:pt x="800" y="517"/>
                    <a:pt x="800" y="509"/>
                  </a:cubicBezTo>
                  <a:cubicBezTo>
                    <a:pt x="800" y="30"/>
                    <a:pt x="800" y="30"/>
                    <a:pt x="800" y="30"/>
                  </a:cubicBezTo>
                  <a:cubicBezTo>
                    <a:pt x="800" y="23"/>
                    <a:pt x="797" y="15"/>
                    <a:pt x="791" y="9"/>
                  </a:cubicBezTo>
                  <a:close/>
                  <a:moveTo>
                    <a:pt x="400" y="526"/>
                  </a:moveTo>
                  <a:cubicBezTo>
                    <a:pt x="393" y="526"/>
                    <a:pt x="387" y="521"/>
                    <a:pt x="387" y="513"/>
                  </a:cubicBezTo>
                  <a:cubicBezTo>
                    <a:pt x="387" y="506"/>
                    <a:pt x="393" y="500"/>
                    <a:pt x="400" y="500"/>
                  </a:cubicBezTo>
                  <a:cubicBezTo>
                    <a:pt x="407" y="500"/>
                    <a:pt x="413" y="506"/>
                    <a:pt x="413" y="513"/>
                  </a:cubicBezTo>
                  <a:cubicBezTo>
                    <a:pt x="413" y="521"/>
                    <a:pt x="407" y="526"/>
                    <a:pt x="400" y="526"/>
                  </a:cubicBezTo>
                  <a:close/>
                  <a:moveTo>
                    <a:pt x="748" y="487"/>
                  </a:moveTo>
                  <a:cubicBezTo>
                    <a:pt x="52" y="487"/>
                    <a:pt x="52" y="487"/>
                    <a:pt x="52" y="487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748" y="52"/>
                    <a:pt x="748" y="52"/>
                    <a:pt x="748" y="52"/>
                  </a:cubicBezTo>
                  <a:lnTo>
                    <a:pt x="748" y="4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9" name="Freeform 124"/>
            <p:cNvSpPr>
              <a:spLocks/>
            </p:cNvSpPr>
            <p:nvPr/>
          </p:nvSpPr>
          <p:spPr bwMode="auto">
            <a:xfrm>
              <a:off x="646" y="3459"/>
              <a:ext cx="56" cy="9"/>
            </a:xfrm>
            <a:custGeom>
              <a:avLst/>
              <a:gdLst>
                <a:gd name="T0" fmla="*/ 6 w 67"/>
                <a:gd name="T1" fmla="*/ 0 h 11"/>
                <a:gd name="T2" fmla="*/ 2 w 67"/>
                <a:gd name="T3" fmla="*/ 2 h 11"/>
                <a:gd name="T4" fmla="*/ 0 w 67"/>
                <a:gd name="T5" fmla="*/ 6 h 11"/>
                <a:gd name="T6" fmla="*/ 0 w 67"/>
                <a:gd name="T7" fmla="*/ 11 h 11"/>
                <a:gd name="T8" fmla="*/ 67 w 67"/>
                <a:gd name="T9" fmla="*/ 11 h 11"/>
                <a:gd name="T10" fmla="*/ 67 w 67"/>
                <a:gd name="T11" fmla="*/ 6 h 11"/>
                <a:gd name="T12" fmla="*/ 65 w 67"/>
                <a:gd name="T13" fmla="*/ 2 h 11"/>
                <a:gd name="T14" fmla="*/ 61 w 67"/>
                <a:gd name="T15" fmla="*/ 0 h 11"/>
                <a:gd name="T16" fmla="*/ 6 w 6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1">
                  <a:moveTo>
                    <a:pt x="6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1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0" name="Freeform 125"/>
            <p:cNvSpPr>
              <a:spLocks/>
            </p:cNvSpPr>
            <p:nvPr/>
          </p:nvSpPr>
          <p:spPr bwMode="auto">
            <a:xfrm>
              <a:off x="715" y="3395"/>
              <a:ext cx="55" cy="73"/>
            </a:xfrm>
            <a:custGeom>
              <a:avLst/>
              <a:gdLst>
                <a:gd name="T0" fmla="*/ 6 w 67"/>
                <a:gd name="T1" fmla="*/ 0 h 88"/>
                <a:gd name="T2" fmla="*/ 2 w 67"/>
                <a:gd name="T3" fmla="*/ 1 h 88"/>
                <a:gd name="T4" fmla="*/ 0 w 67"/>
                <a:gd name="T5" fmla="*/ 6 h 88"/>
                <a:gd name="T6" fmla="*/ 0 w 67"/>
                <a:gd name="T7" fmla="*/ 88 h 88"/>
                <a:gd name="T8" fmla="*/ 67 w 67"/>
                <a:gd name="T9" fmla="*/ 88 h 88"/>
                <a:gd name="T10" fmla="*/ 67 w 67"/>
                <a:gd name="T11" fmla="*/ 6 h 88"/>
                <a:gd name="T12" fmla="*/ 65 w 67"/>
                <a:gd name="T13" fmla="*/ 1 h 88"/>
                <a:gd name="T14" fmla="*/ 61 w 67"/>
                <a:gd name="T15" fmla="*/ 0 h 88"/>
                <a:gd name="T16" fmla="*/ 6 w 67"/>
                <a:gd name="T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88">
                  <a:moveTo>
                    <a:pt x="6" y="0"/>
                  </a:moveTo>
                  <a:cubicBezTo>
                    <a:pt x="4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1" name="Freeform 126"/>
            <p:cNvSpPr>
              <a:spLocks/>
            </p:cNvSpPr>
            <p:nvPr/>
          </p:nvSpPr>
          <p:spPr bwMode="auto">
            <a:xfrm>
              <a:off x="783" y="3368"/>
              <a:ext cx="55" cy="100"/>
            </a:xfrm>
            <a:custGeom>
              <a:avLst/>
              <a:gdLst>
                <a:gd name="T0" fmla="*/ 6 w 67"/>
                <a:gd name="T1" fmla="*/ 0 h 120"/>
                <a:gd name="T2" fmla="*/ 2 w 67"/>
                <a:gd name="T3" fmla="*/ 2 h 120"/>
                <a:gd name="T4" fmla="*/ 0 w 67"/>
                <a:gd name="T5" fmla="*/ 6 h 120"/>
                <a:gd name="T6" fmla="*/ 0 w 67"/>
                <a:gd name="T7" fmla="*/ 120 h 120"/>
                <a:gd name="T8" fmla="*/ 67 w 67"/>
                <a:gd name="T9" fmla="*/ 120 h 120"/>
                <a:gd name="T10" fmla="*/ 67 w 67"/>
                <a:gd name="T11" fmla="*/ 6 h 120"/>
                <a:gd name="T12" fmla="*/ 65 w 67"/>
                <a:gd name="T13" fmla="*/ 2 h 120"/>
                <a:gd name="T14" fmla="*/ 61 w 67"/>
                <a:gd name="T15" fmla="*/ 0 h 120"/>
                <a:gd name="T16" fmla="*/ 6 w 67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20">
                  <a:moveTo>
                    <a:pt x="6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2" name="Freeform 127"/>
            <p:cNvSpPr>
              <a:spLocks/>
            </p:cNvSpPr>
            <p:nvPr/>
          </p:nvSpPr>
          <p:spPr bwMode="auto">
            <a:xfrm>
              <a:off x="851" y="3379"/>
              <a:ext cx="56" cy="89"/>
            </a:xfrm>
            <a:custGeom>
              <a:avLst/>
              <a:gdLst>
                <a:gd name="T0" fmla="*/ 6 w 67"/>
                <a:gd name="T1" fmla="*/ 0 h 107"/>
                <a:gd name="T2" fmla="*/ 2 w 67"/>
                <a:gd name="T3" fmla="*/ 2 h 107"/>
                <a:gd name="T4" fmla="*/ 0 w 67"/>
                <a:gd name="T5" fmla="*/ 6 h 107"/>
                <a:gd name="T6" fmla="*/ 0 w 67"/>
                <a:gd name="T7" fmla="*/ 107 h 107"/>
                <a:gd name="T8" fmla="*/ 67 w 67"/>
                <a:gd name="T9" fmla="*/ 107 h 107"/>
                <a:gd name="T10" fmla="*/ 67 w 67"/>
                <a:gd name="T11" fmla="*/ 6 h 107"/>
                <a:gd name="T12" fmla="*/ 65 w 67"/>
                <a:gd name="T13" fmla="*/ 2 h 107"/>
                <a:gd name="T14" fmla="*/ 61 w 67"/>
                <a:gd name="T15" fmla="*/ 0 h 107"/>
                <a:gd name="T16" fmla="*/ 6 w 67"/>
                <a:gd name="T1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07">
                  <a:moveTo>
                    <a:pt x="6" y="0"/>
                  </a:move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3" name="Freeform 128"/>
            <p:cNvSpPr>
              <a:spLocks/>
            </p:cNvSpPr>
            <p:nvPr/>
          </p:nvSpPr>
          <p:spPr bwMode="auto">
            <a:xfrm>
              <a:off x="919" y="3337"/>
              <a:ext cx="56" cy="131"/>
            </a:xfrm>
            <a:custGeom>
              <a:avLst/>
              <a:gdLst>
                <a:gd name="T0" fmla="*/ 6 w 67"/>
                <a:gd name="T1" fmla="*/ 0 h 158"/>
                <a:gd name="T2" fmla="*/ 2 w 67"/>
                <a:gd name="T3" fmla="*/ 1 h 158"/>
                <a:gd name="T4" fmla="*/ 0 w 67"/>
                <a:gd name="T5" fmla="*/ 6 h 158"/>
                <a:gd name="T6" fmla="*/ 0 w 67"/>
                <a:gd name="T7" fmla="*/ 158 h 158"/>
                <a:gd name="T8" fmla="*/ 67 w 67"/>
                <a:gd name="T9" fmla="*/ 158 h 158"/>
                <a:gd name="T10" fmla="*/ 67 w 67"/>
                <a:gd name="T11" fmla="*/ 6 h 158"/>
                <a:gd name="T12" fmla="*/ 65 w 67"/>
                <a:gd name="T13" fmla="*/ 1 h 158"/>
                <a:gd name="T14" fmla="*/ 61 w 67"/>
                <a:gd name="T15" fmla="*/ 0 h 158"/>
                <a:gd name="T16" fmla="*/ 6 w 67"/>
                <a:gd name="T1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5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4" name="Freeform 129"/>
            <p:cNvSpPr>
              <a:spLocks/>
            </p:cNvSpPr>
            <p:nvPr/>
          </p:nvSpPr>
          <p:spPr bwMode="auto">
            <a:xfrm>
              <a:off x="987" y="3284"/>
              <a:ext cx="56" cy="184"/>
            </a:xfrm>
            <a:custGeom>
              <a:avLst/>
              <a:gdLst>
                <a:gd name="T0" fmla="*/ 6 w 67"/>
                <a:gd name="T1" fmla="*/ 0 h 222"/>
                <a:gd name="T2" fmla="*/ 2 w 67"/>
                <a:gd name="T3" fmla="*/ 1 h 222"/>
                <a:gd name="T4" fmla="*/ 0 w 67"/>
                <a:gd name="T5" fmla="*/ 6 h 222"/>
                <a:gd name="T6" fmla="*/ 0 w 67"/>
                <a:gd name="T7" fmla="*/ 222 h 222"/>
                <a:gd name="T8" fmla="*/ 67 w 67"/>
                <a:gd name="T9" fmla="*/ 222 h 222"/>
                <a:gd name="T10" fmla="*/ 67 w 67"/>
                <a:gd name="T11" fmla="*/ 6 h 222"/>
                <a:gd name="T12" fmla="*/ 65 w 67"/>
                <a:gd name="T13" fmla="*/ 1 h 222"/>
                <a:gd name="T14" fmla="*/ 61 w 67"/>
                <a:gd name="T15" fmla="*/ 0 h 222"/>
                <a:gd name="T16" fmla="*/ 6 w 67"/>
                <a:gd name="T1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22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1" y="3"/>
                    <a:pt x="0" y="4"/>
                    <a:pt x="0" y="6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5" name="Freeform 130"/>
            <p:cNvSpPr>
              <a:spLocks/>
            </p:cNvSpPr>
            <p:nvPr/>
          </p:nvSpPr>
          <p:spPr bwMode="auto">
            <a:xfrm>
              <a:off x="610" y="3178"/>
              <a:ext cx="475" cy="289"/>
            </a:xfrm>
            <a:custGeom>
              <a:avLst/>
              <a:gdLst>
                <a:gd name="T0" fmla="*/ 572 w 572"/>
                <a:gd name="T1" fmla="*/ 7 h 347"/>
                <a:gd name="T2" fmla="*/ 571 w 572"/>
                <a:gd name="T3" fmla="*/ 2 h 347"/>
                <a:gd name="T4" fmla="*/ 567 w 572"/>
                <a:gd name="T5" fmla="*/ 1 h 347"/>
                <a:gd name="T6" fmla="*/ 500 w 572"/>
                <a:gd name="T7" fmla="*/ 20 h 347"/>
                <a:gd name="T8" fmla="*/ 497 w 572"/>
                <a:gd name="T9" fmla="*/ 23 h 347"/>
                <a:gd name="T10" fmla="*/ 498 w 572"/>
                <a:gd name="T11" fmla="*/ 27 h 347"/>
                <a:gd name="T12" fmla="*/ 506 w 572"/>
                <a:gd name="T13" fmla="*/ 37 h 347"/>
                <a:gd name="T14" fmla="*/ 302 w 572"/>
                <a:gd name="T15" fmla="*/ 196 h 347"/>
                <a:gd name="T16" fmla="*/ 190 w 572"/>
                <a:gd name="T17" fmla="*/ 148 h 347"/>
                <a:gd name="T18" fmla="*/ 2 w 572"/>
                <a:gd name="T19" fmla="*/ 327 h 347"/>
                <a:gd name="T20" fmla="*/ 0 w 572"/>
                <a:gd name="T21" fmla="*/ 331 h 347"/>
                <a:gd name="T22" fmla="*/ 2 w 572"/>
                <a:gd name="T23" fmla="*/ 336 h 347"/>
                <a:gd name="T24" fmla="*/ 10 w 572"/>
                <a:gd name="T25" fmla="*/ 345 h 347"/>
                <a:gd name="T26" fmla="*/ 15 w 572"/>
                <a:gd name="T27" fmla="*/ 347 h 347"/>
                <a:gd name="T28" fmla="*/ 19 w 572"/>
                <a:gd name="T29" fmla="*/ 345 h 347"/>
                <a:gd name="T30" fmla="*/ 195 w 572"/>
                <a:gd name="T31" fmla="*/ 178 h 347"/>
                <a:gd name="T32" fmla="*/ 306 w 572"/>
                <a:gd name="T33" fmla="*/ 225 h 347"/>
                <a:gd name="T34" fmla="*/ 521 w 572"/>
                <a:gd name="T35" fmla="*/ 57 h 347"/>
                <a:gd name="T36" fmla="*/ 529 w 572"/>
                <a:gd name="T37" fmla="*/ 68 h 347"/>
                <a:gd name="T38" fmla="*/ 533 w 572"/>
                <a:gd name="T39" fmla="*/ 69 h 347"/>
                <a:gd name="T40" fmla="*/ 536 w 572"/>
                <a:gd name="T41" fmla="*/ 67 h 347"/>
                <a:gd name="T42" fmla="*/ 572 w 572"/>
                <a:gd name="T43" fmla="*/ 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2" h="347">
                  <a:moveTo>
                    <a:pt x="572" y="7"/>
                  </a:moveTo>
                  <a:cubicBezTo>
                    <a:pt x="572" y="5"/>
                    <a:pt x="572" y="4"/>
                    <a:pt x="571" y="2"/>
                  </a:cubicBezTo>
                  <a:cubicBezTo>
                    <a:pt x="570" y="1"/>
                    <a:pt x="568" y="0"/>
                    <a:pt x="567" y="1"/>
                  </a:cubicBezTo>
                  <a:cubicBezTo>
                    <a:pt x="500" y="20"/>
                    <a:pt x="500" y="20"/>
                    <a:pt x="500" y="20"/>
                  </a:cubicBezTo>
                  <a:cubicBezTo>
                    <a:pt x="498" y="21"/>
                    <a:pt x="497" y="22"/>
                    <a:pt x="497" y="23"/>
                  </a:cubicBezTo>
                  <a:cubicBezTo>
                    <a:pt x="496" y="25"/>
                    <a:pt x="497" y="26"/>
                    <a:pt x="498" y="27"/>
                  </a:cubicBezTo>
                  <a:cubicBezTo>
                    <a:pt x="506" y="37"/>
                    <a:pt x="506" y="37"/>
                    <a:pt x="506" y="37"/>
                  </a:cubicBezTo>
                  <a:cubicBezTo>
                    <a:pt x="302" y="196"/>
                    <a:pt x="302" y="196"/>
                    <a:pt x="302" y="196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" y="327"/>
                    <a:pt x="2" y="327"/>
                    <a:pt x="2" y="327"/>
                  </a:cubicBezTo>
                  <a:cubicBezTo>
                    <a:pt x="1" y="328"/>
                    <a:pt x="0" y="329"/>
                    <a:pt x="0" y="331"/>
                  </a:cubicBezTo>
                  <a:cubicBezTo>
                    <a:pt x="0" y="333"/>
                    <a:pt x="0" y="334"/>
                    <a:pt x="2" y="336"/>
                  </a:cubicBezTo>
                  <a:cubicBezTo>
                    <a:pt x="10" y="345"/>
                    <a:pt x="10" y="345"/>
                    <a:pt x="10" y="345"/>
                  </a:cubicBezTo>
                  <a:cubicBezTo>
                    <a:pt x="11" y="346"/>
                    <a:pt x="13" y="347"/>
                    <a:pt x="15" y="347"/>
                  </a:cubicBezTo>
                  <a:cubicBezTo>
                    <a:pt x="16" y="347"/>
                    <a:pt x="18" y="346"/>
                    <a:pt x="19" y="345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306" y="225"/>
                    <a:pt x="306" y="225"/>
                    <a:pt x="306" y="225"/>
                  </a:cubicBezTo>
                  <a:cubicBezTo>
                    <a:pt x="521" y="57"/>
                    <a:pt x="521" y="57"/>
                    <a:pt x="521" y="57"/>
                  </a:cubicBezTo>
                  <a:cubicBezTo>
                    <a:pt x="529" y="68"/>
                    <a:pt x="529" y="68"/>
                    <a:pt x="529" y="68"/>
                  </a:cubicBezTo>
                  <a:cubicBezTo>
                    <a:pt x="530" y="69"/>
                    <a:pt x="531" y="69"/>
                    <a:pt x="533" y="69"/>
                  </a:cubicBezTo>
                  <a:cubicBezTo>
                    <a:pt x="534" y="69"/>
                    <a:pt x="535" y="68"/>
                    <a:pt x="536" y="67"/>
                  </a:cubicBezTo>
                  <a:lnTo>
                    <a:pt x="57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115834" y="3752525"/>
            <a:ext cx="1490521" cy="118478"/>
            <a:chOff x="4840431" y="2041402"/>
            <a:chExt cx="2505257" cy="199137"/>
          </a:xfrm>
        </p:grpSpPr>
        <p:cxnSp>
          <p:nvCxnSpPr>
            <p:cNvPr id="347" name="直接连接符 346"/>
            <p:cNvCxnSpPr/>
            <p:nvPr/>
          </p:nvCxnSpPr>
          <p:spPr>
            <a:xfrm>
              <a:off x="4840431" y="2142637"/>
              <a:ext cx="1127340" cy="0"/>
            </a:xfrm>
            <a:prstGeom prst="line">
              <a:avLst/>
            </a:prstGeom>
            <a:ln>
              <a:solidFill>
                <a:srgbClr val="79A5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直接连接符 347"/>
            <p:cNvCxnSpPr/>
            <p:nvPr/>
          </p:nvCxnSpPr>
          <p:spPr>
            <a:xfrm>
              <a:off x="6218348" y="2142637"/>
              <a:ext cx="1127340" cy="0"/>
            </a:xfrm>
            <a:prstGeom prst="line">
              <a:avLst/>
            </a:prstGeom>
            <a:ln>
              <a:solidFill>
                <a:srgbClr val="79A5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9" name="椭圆 348"/>
            <p:cNvSpPr/>
            <p:nvPr/>
          </p:nvSpPr>
          <p:spPr>
            <a:xfrm>
              <a:off x="5996400" y="2041402"/>
              <a:ext cx="199137" cy="199137"/>
            </a:xfrm>
            <a:prstGeom prst="ellipse">
              <a:avLst/>
            </a:prstGeom>
            <a:noFill/>
            <a:ln>
              <a:solidFill>
                <a:srgbClr val="79A5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2" name="组合 541"/>
          <p:cNvGrpSpPr/>
          <p:nvPr/>
        </p:nvGrpSpPr>
        <p:grpSpPr>
          <a:xfrm>
            <a:off x="3962400" y="3746500"/>
            <a:ext cx="1490521" cy="118478"/>
            <a:chOff x="4840431" y="2041402"/>
            <a:chExt cx="2505257" cy="199137"/>
          </a:xfrm>
        </p:grpSpPr>
        <p:cxnSp>
          <p:nvCxnSpPr>
            <p:cNvPr id="543" name="直接连接符 542"/>
            <p:cNvCxnSpPr/>
            <p:nvPr/>
          </p:nvCxnSpPr>
          <p:spPr>
            <a:xfrm>
              <a:off x="4840431" y="2142637"/>
              <a:ext cx="1127340" cy="0"/>
            </a:xfrm>
            <a:prstGeom prst="line">
              <a:avLst/>
            </a:prstGeom>
            <a:ln>
              <a:solidFill>
                <a:srgbClr val="79A5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直接连接符 543"/>
            <p:cNvCxnSpPr/>
            <p:nvPr/>
          </p:nvCxnSpPr>
          <p:spPr>
            <a:xfrm>
              <a:off x="6218348" y="2142637"/>
              <a:ext cx="1127340" cy="0"/>
            </a:xfrm>
            <a:prstGeom prst="line">
              <a:avLst/>
            </a:prstGeom>
            <a:ln>
              <a:solidFill>
                <a:srgbClr val="79A5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5" name="椭圆 544"/>
            <p:cNvSpPr/>
            <p:nvPr/>
          </p:nvSpPr>
          <p:spPr>
            <a:xfrm>
              <a:off x="5996400" y="2041402"/>
              <a:ext cx="199137" cy="199137"/>
            </a:xfrm>
            <a:prstGeom prst="ellipse">
              <a:avLst/>
            </a:prstGeom>
            <a:noFill/>
            <a:ln>
              <a:solidFill>
                <a:srgbClr val="79A5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6" name="组合 545"/>
          <p:cNvGrpSpPr/>
          <p:nvPr/>
        </p:nvGrpSpPr>
        <p:grpSpPr>
          <a:xfrm>
            <a:off x="6807200" y="3746500"/>
            <a:ext cx="1490521" cy="118478"/>
            <a:chOff x="4840431" y="2041402"/>
            <a:chExt cx="2505257" cy="199137"/>
          </a:xfrm>
        </p:grpSpPr>
        <p:cxnSp>
          <p:nvCxnSpPr>
            <p:cNvPr id="547" name="直接连接符 546"/>
            <p:cNvCxnSpPr/>
            <p:nvPr/>
          </p:nvCxnSpPr>
          <p:spPr>
            <a:xfrm>
              <a:off x="4840431" y="2142637"/>
              <a:ext cx="1127340" cy="0"/>
            </a:xfrm>
            <a:prstGeom prst="line">
              <a:avLst/>
            </a:prstGeom>
            <a:ln>
              <a:solidFill>
                <a:srgbClr val="79A5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直接连接符 547"/>
            <p:cNvCxnSpPr/>
            <p:nvPr/>
          </p:nvCxnSpPr>
          <p:spPr>
            <a:xfrm>
              <a:off x="6218348" y="2142637"/>
              <a:ext cx="1127340" cy="0"/>
            </a:xfrm>
            <a:prstGeom prst="line">
              <a:avLst/>
            </a:prstGeom>
            <a:ln>
              <a:solidFill>
                <a:srgbClr val="79A5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9" name="椭圆 548"/>
            <p:cNvSpPr/>
            <p:nvPr/>
          </p:nvSpPr>
          <p:spPr>
            <a:xfrm>
              <a:off x="5996400" y="2041402"/>
              <a:ext cx="199137" cy="199137"/>
            </a:xfrm>
            <a:prstGeom prst="ellipse">
              <a:avLst/>
            </a:prstGeom>
            <a:noFill/>
            <a:ln>
              <a:solidFill>
                <a:srgbClr val="79A5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0" name="组合 549"/>
          <p:cNvGrpSpPr/>
          <p:nvPr/>
        </p:nvGrpSpPr>
        <p:grpSpPr>
          <a:xfrm>
            <a:off x="9652000" y="3746500"/>
            <a:ext cx="1490521" cy="118478"/>
            <a:chOff x="4840431" y="2041402"/>
            <a:chExt cx="2505257" cy="199137"/>
          </a:xfrm>
        </p:grpSpPr>
        <p:cxnSp>
          <p:nvCxnSpPr>
            <p:cNvPr id="551" name="直接连接符 550"/>
            <p:cNvCxnSpPr/>
            <p:nvPr/>
          </p:nvCxnSpPr>
          <p:spPr>
            <a:xfrm>
              <a:off x="4840431" y="2142637"/>
              <a:ext cx="1127340" cy="0"/>
            </a:xfrm>
            <a:prstGeom prst="line">
              <a:avLst/>
            </a:prstGeom>
            <a:ln>
              <a:solidFill>
                <a:srgbClr val="79A5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直接连接符 551"/>
            <p:cNvCxnSpPr/>
            <p:nvPr/>
          </p:nvCxnSpPr>
          <p:spPr>
            <a:xfrm>
              <a:off x="6218348" y="2142637"/>
              <a:ext cx="1127340" cy="0"/>
            </a:xfrm>
            <a:prstGeom prst="line">
              <a:avLst/>
            </a:prstGeom>
            <a:ln>
              <a:solidFill>
                <a:srgbClr val="79A5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3" name="椭圆 552"/>
            <p:cNvSpPr/>
            <p:nvPr/>
          </p:nvSpPr>
          <p:spPr>
            <a:xfrm>
              <a:off x="5996400" y="2041402"/>
              <a:ext cx="199137" cy="199137"/>
            </a:xfrm>
            <a:prstGeom prst="ellipse">
              <a:avLst/>
            </a:prstGeom>
            <a:noFill/>
            <a:ln>
              <a:solidFill>
                <a:srgbClr val="79A5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554" name="矩形 553"/>
          <p:cNvSpPr/>
          <p:nvPr/>
        </p:nvSpPr>
        <p:spPr>
          <a:xfrm>
            <a:off x="1463260" y="3874532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</a:p>
        </p:txBody>
      </p:sp>
      <p:sp>
        <p:nvSpPr>
          <p:cNvPr id="555" name="矩形 554"/>
          <p:cNvSpPr/>
          <p:nvPr/>
        </p:nvSpPr>
        <p:spPr>
          <a:xfrm>
            <a:off x="4312161" y="3873764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</a:p>
        </p:txBody>
      </p:sp>
      <p:sp>
        <p:nvSpPr>
          <p:cNvPr id="556" name="矩形 555"/>
          <p:cNvSpPr/>
          <p:nvPr/>
        </p:nvSpPr>
        <p:spPr>
          <a:xfrm>
            <a:off x="7163822" y="3873764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</a:p>
        </p:txBody>
      </p:sp>
      <p:sp>
        <p:nvSpPr>
          <p:cNvPr id="557" name="矩形 556"/>
          <p:cNvSpPr/>
          <p:nvPr/>
        </p:nvSpPr>
        <p:spPr>
          <a:xfrm>
            <a:off x="10015483" y="3873764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</a:p>
        </p:txBody>
      </p:sp>
    </p:spTree>
    <p:extLst>
      <p:ext uri="{BB962C8B-B14F-4D97-AF65-F5344CB8AC3E}">
        <p14:creationId xmlns:p14="http://schemas.microsoft.com/office/powerpoint/2010/main" val="2149724128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课题目的</a:t>
            </a: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1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6527800" y="0"/>
            <a:ext cx="3949700" cy="6858000"/>
          </a:xfrm>
          <a:custGeom>
            <a:avLst/>
            <a:gdLst/>
            <a:ahLst/>
            <a:cxnLst/>
            <a:rect l="l" t="t" r="r" b="b"/>
            <a:pathLst>
              <a:path w="3949700" h="6858000">
                <a:moveTo>
                  <a:pt x="2982698" y="2327150"/>
                </a:moveTo>
                <a:cubicBezTo>
                  <a:pt x="2995507" y="2327150"/>
                  <a:pt x="3006655" y="2329759"/>
                  <a:pt x="3016143" y="2334978"/>
                </a:cubicBezTo>
                <a:cubicBezTo>
                  <a:pt x="3025631" y="2340196"/>
                  <a:pt x="3033221" y="2348497"/>
                  <a:pt x="3038914" y="2359883"/>
                </a:cubicBezTo>
                <a:cubicBezTo>
                  <a:pt x="3044606" y="2371268"/>
                  <a:pt x="3048876" y="2386093"/>
                  <a:pt x="3051722" y="2404357"/>
                </a:cubicBezTo>
                <a:cubicBezTo>
                  <a:pt x="3054568" y="2422621"/>
                  <a:pt x="3055992" y="2444799"/>
                  <a:pt x="3055992" y="2470890"/>
                </a:cubicBezTo>
                <a:cubicBezTo>
                  <a:pt x="3055992" y="2495558"/>
                  <a:pt x="3054806" y="2516787"/>
                  <a:pt x="3052434" y="2534577"/>
                </a:cubicBezTo>
                <a:cubicBezTo>
                  <a:pt x="3050062" y="2552367"/>
                  <a:pt x="3046148" y="2566954"/>
                  <a:pt x="3040692" y="2578339"/>
                </a:cubicBezTo>
                <a:cubicBezTo>
                  <a:pt x="3035237" y="2589725"/>
                  <a:pt x="3028003" y="2598145"/>
                  <a:pt x="3018990" y="2603601"/>
                </a:cubicBezTo>
                <a:cubicBezTo>
                  <a:pt x="3009976" y="2609056"/>
                  <a:pt x="2998590" y="2611784"/>
                  <a:pt x="2984833" y="2611784"/>
                </a:cubicBezTo>
                <a:cubicBezTo>
                  <a:pt x="2972974" y="2611784"/>
                  <a:pt x="2962537" y="2609768"/>
                  <a:pt x="2953524" y="2605735"/>
                </a:cubicBezTo>
                <a:cubicBezTo>
                  <a:pt x="2944510" y="2601703"/>
                  <a:pt x="2936920" y="2594350"/>
                  <a:pt x="2930753" y="2583676"/>
                </a:cubicBezTo>
                <a:cubicBezTo>
                  <a:pt x="2924586" y="2573002"/>
                  <a:pt x="2919842" y="2558296"/>
                  <a:pt x="2916521" y="2539558"/>
                </a:cubicBezTo>
                <a:cubicBezTo>
                  <a:pt x="2913200" y="2520820"/>
                  <a:pt x="2911540" y="2496744"/>
                  <a:pt x="2911540" y="2467332"/>
                </a:cubicBezTo>
                <a:cubicBezTo>
                  <a:pt x="2911540" y="2441715"/>
                  <a:pt x="2912963" y="2420012"/>
                  <a:pt x="2915810" y="2402222"/>
                </a:cubicBezTo>
                <a:cubicBezTo>
                  <a:pt x="2918656" y="2384433"/>
                  <a:pt x="2923044" y="2369964"/>
                  <a:pt x="2928974" y="2358815"/>
                </a:cubicBezTo>
                <a:cubicBezTo>
                  <a:pt x="2934904" y="2347667"/>
                  <a:pt x="2942375" y="2339603"/>
                  <a:pt x="2951389" y="2334622"/>
                </a:cubicBezTo>
                <a:cubicBezTo>
                  <a:pt x="2960402" y="2329640"/>
                  <a:pt x="2970839" y="2327150"/>
                  <a:pt x="2982698" y="2327150"/>
                </a:cubicBezTo>
                <a:close/>
                <a:moveTo>
                  <a:pt x="2986256" y="2227528"/>
                </a:moveTo>
                <a:cubicBezTo>
                  <a:pt x="2947831" y="2227528"/>
                  <a:pt x="2914979" y="2233577"/>
                  <a:pt x="2887702" y="2245673"/>
                </a:cubicBezTo>
                <a:cubicBezTo>
                  <a:pt x="2860425" y="2257771"/>
                  <a:pt x="2838128" y="2274730"/>
                  <a:pt x="2820813" y="2296552"/>
                </a:cubicBezTo>
                <a:cubicBezTo>
                  <a:pt x="2803498" y="2318374"/>
                  <a:pt x="2790808" y="2344110"/>
                  <a:pt x="2782743" y="2373759"/>
                </a:cubicBezTo>
                <a:cubicBezTo>
                  <a:pt x="2774679" y="2403408"/>
                  <a:pt x="2770647" y="2436022"/>
                  <a:pt x="2770647" y="2471602"/>
                </a:cubicBezTo>
                <a:cubicBezTo>
                  <a:pt x="2770647" y="2507181"/>
                  <a:pt x="2773967" y="2539677"/>
                  <a:pt x="2780609" y="2569089"/>
                </a:cubicBezTo>
                <a:cubicBezTo>
                  <a:pt x="2787250" y="2598501"/>
                  <a:pt x="2798635" y="2623762"/>
                  <a:pt x="2814765" y="2644873"/>
                </a:cubicBezTo>
                <a:cubicBezTo>
                  <a:pt x="2830894" y="2665983"/>
                  <a:pt x="2852479" y="2682468"/>
                  <a:pt x="2879519" y="2694328"/>
                </a:cubicBezTo>
                <a:cubicBezTo>
                  <a:pt x="2906559" y="2706187"/>
                  <a:pt x="2940240" y="2712117"/>
                  <a:pt x="2980564" y="2712117"/>
                </a:cubicBezTo>
                <a:cubicBezTo>
                  <a:pt x="3018515" y="2712117"/>
                  <a:pt x="3051129" y="2706187"/>
                  <a:pt x="3078406" y="2694328"/>
                </a:cubicBezTo>
                <a:cubicBezTo>
                  <a:pt x="3105684" y="2682468"/>
                  <a:pt x="3128099" y="2665864"/>
                  <a:pt x="3145651" y="2644517"/>
                </a:cubicBezTo>
                <a:cubicBezTo>
                  <a:pt x="3163204" y="2623169"/>
                  <a:pt x="3176131" y="2597433"/>
                  <a:pt x="3184433" y="2567310"/>
                </a:cubicBezTo>
                <a:cubicBezTo>
                  <a:pt x="3192734" y="2537186"/>
                  <a:pt x="3196885" y="2503386"/>
                  <a:pt x="3196885" y="2465909"/>
                </a:cubicBezTo>
                <a:cubicBezTo>
                  <a:pt x="3196885" y="2434125"/>
                  <a:pt x="3193802" y="2403764"/>
                  <a:pt x="3187635" y="2374826"/>
                </a:cubicBezTo>
                <a:cubicBezTo>
                  <a:pt x="3181468" y="2345888"/>
                  <a:pt x="3170557" y="2320508"/>
                  <a:pt x="3154902" y="2298687"/>
                </a:cubicBezTo>
                <a:cubicBezTo>
                  <a:pt x="3139247" y="2276865"/>
                  <a:pt x="3117781" y="2259549"/>
                  <a:pt x="3090504" y="2246741"/>
                </a:cubicBezTo>
                <a:cubicBezTo>
                  <a:pt x="3063226" y="2233932"/>
                  <a:pt x="3028477" y="2227528"/>
                  <a:pt x="2986256" y="2227528"/>
                </a:cubicBezTo>
                <a:close/>
                <a:moveTo>
                  <a:pt x="1802836" y="1910873"/>
                </a:moveTo>
                <a:cubicBezTo>
                  <a:pt x="1818965" y="1910873"/>
                  <a:pt x="1833671" y="1913008"/>
                  <a:pt x="1846954" y="1917277"/>
                </a:cubicBezTo>
                <a:cubicBezTo>
                  <a:pt x="1860237" y="1921547"/>
                  <a:pt x="1872097" y="1928781"/>
                  <a:pt x="1882533" y="1938981"/>
                </a:cubicBezTo>
                <a:cubicBezTo>
                  <a:pt x="1892970" y="1949180"/>
                  <a:pt x="1901865" y="1962819"/>
                  <a:pt x="1909218" y="1979897"/>
                </a:cubicBezTo>
                <a:cubicBezTo>
                  <a:pt x="1916571" y="1996975"/>
                  <a:pt x="1922738" y="2017848"/>
                  <a:pt x="1927719" y="2042516"/>
                </a:cubicBezTo>
                <a:cubicBezTo>
                  <a:pt x="1932700" y="2067184"/>
                  <a:pt x="1936376" y="2096241"/>
                  <a:pt x="1938748" y="2129685"/>
                </a:cubicBezTo>
                <a:cubicBezTo>
                  <a:pt x="1941120" y="2163130"/>
                  <a:pt x="1942306" y="2201674"/>
                  <a:pt x="1942306" y="2245318"/>
                </a:cubicBezTo>
                <a:cubicBezTo>
                  <a:pt x="1942306" y="2281372"/>
                  <a:pt x="1941476" y="2314341"/>
                  <a:pt x="1939816" y="2344228"/>
                </a:cubicBezTo>
                <a:cubicBezTo>
                  <a:pt x="1938155" y="2374115"/>
                  <a:pt x="1935072" y="2400918"/>
                  <a:pt x="1930565" y="2424637"/>
                </a:cubicBezTo>
                <a:cubicBezTo>
                  <a:pt x="1926058" y="2448357"/>
                  <a:pt x="1920247" y="2469230"/>
                  <a:pt x="1913131" y="2487257"/>
                </a:cubicBezTo>
                <a:cubicBezTo>
                  <a:pt x="1906016" y="2505283"/>
                  <a:pt x="1897121" y="2520227"/>
                  <a:pt x="1886447" y="2532086"/>
                </a:cubicBezTo>
                <a:cubicBezTo>
                  <a:pt x="1875773" y="2543946"/>
                  <a:pt x="1863320" y="2552841"/>
                  <a:pt x="1849089" y="2558771"/>
                </a:cubicBezTo>
                <a:cubicBezTo>
                  <a:pt x="1834857" y="2564701"/>
                  <a:pt x="1818491" y="2567666"/>
                  <a:pt x="1799989" y="2567666"/>
                </a:cubicBezTo>
                <a:cubicBezTo>
                  <a:pt x="1775321" y="2567666"/>
                  <a:pt x="1754211" y="2562566"/>
                  <a:pt x="1736658" y="2552367"/>
                </a:cubicBezTo>
                <a:cubicBezTo>
                  <a:pt x="1719106" y="2542167"/>
                  <a:pt x="1704756" y="2524378"/>
                  <a:pt x="1693608" y="2498998"/>
                </a:cubicBezTo>
                <a:cubicBezTo>
                  <a:pt x="1682459" y="2473618"/>
                  <a:pt x="1674276" y="2439462"/>
                  <a:pt x="1669058" y="2396529"/>
                </a:cubicBezTo>
                <a:cubicBezTo>
                  <a:pt x="1663840" y="2353597"/>
                  <a:pt x="1661230" y="2299398"/>
                  <a:pt x="1661230" y="2233932"/>
                </a:cubicBezTo>
                <a:cubicBezTo>
                  <a:pt x="1661230" y="2180326"/>
                  <a:pt x="1663365" y="2133362"/>
                  <a:pt x="1667635" y="2093039"/>
                </a:cubicBezTo>
                <a:cubicBezTo>
                  <a:pt x="1671904" y="2052716"/>
                  <a:pt x="1679376" y="2019034"/>
                  <a:pt x="1690050" y="1991994"/>
                </a:cubicBezTo>
                <a:cubicBezTo>
                  <a:pt x="1700723" y="1964953"/>
                  <a:pt x="1715192" y="1944673"/>
                  <a:pt x="1733456" y="1931153"/>
                </a:cubicBezTo>
                <a:cubicBezTo>
                  <a:pt x="1751720" y="1917633"/>
                  <a:pt x="1774847" y="1910873"/>
                  <a:pt x="1802836" y="1910873"/>
                </a:cubicBezTo>
                <a:close/>
                <a:moveTo>
                  <a:pt x="2427663" y="1866755"/>
                </a:moveTo>
                <a:cubicBezTo>
                  <a:pt x="2440471" y="1866755"/>
                  <a:pt x="2451619" y="1869364"/>
                  <a:pt x="2461107" y="1874582"/>
                </a:cubicBezTo>
                <a:cubicBezTo>
                  <a:pt x="2470595" y="1879800"/>
                  <a:pt x="2478185" y="1888102"/>
                  <a:pt x="2483878" y="1899488"/>
                </a:cubicBezTo>
                <a:cubicBezTo>
                  <a:pt x="2489571" y="1910873"/>
                  <a:pt x="2493840" y="1925698"/>
                  <a:pt x="2496687" y="1943962"/>
                </a:cubicBezTo>
                <a:cubicBezTo>
                  <a:pt x="2499533" y="1962226"/>
                  <a:pt x="2500956" y="1984403"/>
                  <a:pt x="2500956" y="2010495"/>
                </a:cubicBezTo>
                <a:cubicBezTo>
                  <a:pt x="2500956" y="2035163"/>
                  <a:pt x="2499770" y="2056392"/>
                  <a:pt x="2497398" y="2074182"/>
                </a:cubicBezTo>
                <a:cubicBezTo>
                  <a:pt x="2495026" y="2091971"/>
                  <a:pt x="2491112" y="2106559"/>
                  <a:pt x="2485657" y="2117944"/>
                </a:cubicBezTo>
                <a:cubicBezTo>
                  <a:pt x="2480201" y="2129329"/>
                  <a:pt x="2472967" y="2137750"/>
                  <a:pt x="2463954" y="2143205"/>
                </a:cubicBezTo>
                <a:cubicBezTo>
                  <a:pt x="2454940" y="2148661"/>
                  <a:pt x="2443555" y="2151389"/>
                  <a:pt x="2429798" y="2151389"/>
                </a:cubicBezTo>
                <a:cubicBezTo>
                  <a:pt x="2417938" y="2151389"/>
                  <a:pt x="2407501" y="2149372"/>
                  <a:pt x="2398488" y="2145340"/>
                </a:cubicBezTo>
                <a:cubicBezTo>
                  <a:pt x="2389474" y="2141308"/>
                  <a:pt x="2381884" y="2133955"/>
                  <a:pt x="2375717" y="2123281"/>
                </a:cubicBezTo>
                <a:cubicBezTo>
                  <a:pt x="2369550" y="2112607"/>
                  <a:pt x="2364806" y="2097901"/>
                  <a:pt x="2361486" y="2079163"/>
                </a:cubicBezTo>
                <a:cubicBezTo>
                  <a:pt x="2358165" y="2060424"/>
                  <a:pt x="2356504" y="2036349"/>
                  <a:pt x="2356504" y="2006937"/>
                </a:cubicBezTo>
                <a:cubicBezTo>
                  <a:pt x="2356504" y="1981320"/>
                  <a:pt x="2357928" y="1959617"/>
                  <a:pt x="2360774" y="1941827"/>
                </a:cubicBezTo>
                <a:cubicBezTo>
                  <a:pt x="2363620" y="1924037"/>
                  <a:pt x="2368008" y="1909568"/>
                  <a:pt x="2373938" y="1898420"/>
                </a:cubicBezTo>
                <a:cubicBezTo>
                  <a:pt x="2379868" y="1887272"/>
                  <a:pt x="2387340" y="1879207"/>
                  <a:pt x="2396353" y="1874226"/>
                </a:cubicBezTo>
                <a:cubicBezTo>
                  <a:pt x="2405366" y="1869245"/>
                  <a:pt x="2415803" y="1866755"/>
                  <a:pt x="2427663" y="1866755"/>
                </a:cubicBezTo>
                <a:close/>
                <a:moveTo>
                  <a:pt x="2431221" y="1767133"/>
                </a:moveTo>
                <a:cubicBezTo>
                  <a:pt x="2392795" y="1767133"/>
                  <a:pt x="2359944" y="1773181"/>
                  <a:pt x="2332666" y="1785278"/>
                </a:cubicBezTo>
                <a:cubicBezTo>
                  <a:pt x="2305389" y="1797375"/>
                  <a:pt x="2283092" y="1814335"/>
                  <a:pt x="2265777" y="1836157"/>
                </a:cubicBezTo>
                <a:cubicBezTo>
                  <a:pt x="2248462" y="1857979"/>
                  <a:pt x="2235772" y="1883714"/>
                  <a:pt x="2227708" y="1913364"/>
                </a:cubicBezTo>
                <a:cubicBezTo>
                  <a:pt x="2219643" y="1943013"/>
                  <a:pt x="2215611" y="1975627"/>
                  <a:pt x="2215611" y="2011206"/>
                </a:cubicBezTo>
                <a:cubicBezTo>
                  <a:pt x="2215611" y="2046786"/>
                  <a:pt x="2218931" y="2079281"/>
                  <a:pt x="2225573" y="2108694"/>
                </a:cubicBezTo>
                <a:cubicBezTo>
                  <a:pt x="2232214" y="2138106"/>
                  <a:pt x="2243600" y="2163367"/>
                  <a:pt x="2259729" y="2184477"/>
                </a:cubicBezTo>
                <a:cubicBezTo>
                  <a:pt x="2275858" y="2205588"/>
                  <a:pt x="2297443" y="2222073"/>
                  <a:pt x="2324483" y="2233932"/>
                </a:cubicBezTo>
                <a:cubicBezTo>
                  <a:pt x="2351523" y="2245792"/>
                  <a:pt x="2385205" y="2251722"/>
                  <a:pt x="2425528" y="2251722"/>
                </a:cubicBezTo>
                <a:cubicBezTo>
                  <a:pt x="2463479" y="2251722"/>
                  <a:pt x="2496093" y="2245792"/>
                  <a:pt x="2523371" y="2233932"/>
                </a:cubicBezTo>
                <a:cubicBezTo>
                  <a:pt x="2550648" y="2222073"/>
                  <a:pt x="2573063" y="2205469"/>
                  <a:pt x="2590616" y="2184121"/>
                </a:cubicBezTo>
                <a:cubicBezTo>
                  <a:pt x="2608168" y="2162774"/>
                  <a:pt x="2621095" y="2137038"/>
                  <a:pt x="2629397" y="2106915"/>
                </a:cubicBezTo>
                <a:cubicBezTo>
                  <a:pt x="2637699" y="2076791"/>
                  <a:pt x="2641850" y="2042991"/>
                  <a:pt x="2641850" y="2005514"/>
                </a:cubicBezTo>
                <a:cubicBezTo>
                  <a:pt x="2641850" y="1973730"/>
                  <a:pt x="2638766" y="1943369"/>
                  <a:pt x="2632599" y="1914431"/>
                </a:cubicBezTo>
                <a:cubicBezTo>
                  <a:pt x="2626432" y="1885493"/>
                  <a:pt x="2615521" y="1860113"/>
                  <a:pt x="2599866" y="1838291"/>
                </a:cubicBezTo>
                <a:cubicBezTo>
                  <a:pt x="2584211" y="1816469"/>
                  <a:pt x="2562745" y="1799154"/>
                  <a:pt x="2535468" y="1786346"/>
                </a:cubicBezTo>
                <a:cubicBezTo>
                  <a:pt x="2508190" y="1773537"/>
                  <a:pt x="2473441" y="1767133"/>
                  <a:pt x="2431221" y="1767133"/>
                </a:cubicBezTo>
                <a:close/>
                <a:moveTo>
                  <a:pt x="1810663" y="1762863"/>
                </a:moveTo>
                <a:cubicBezTo>
                  <a:pt x="1748993" y="1762863"/>
                  <a:pt x="1696691" y="1774012"/>
                  <a:pt x="1653759" y="1796308"/>
                </a:cubicBezTo>
                <a:cubicBezTo>
                  <a:pt x="1610827" y="1818604"/>
                  <a:pt x="1575959" y="1850625"/>
                  <a:pt x="1549156" y="1892372"/>
                </a:cubicBezTo>
                <a:cubicBezTo>
                  <a:pt x="1522353" y="1934118"/>
                  <a:pt x="1502903" y="1984759"/>
                  <a:pt x="1490806" y="2044295"/>
                </a:cubicBezTo>
                <a:cubicBezTo>
                  <a:pt x="1478709" y="2103831"/>
                  <a:pt x="1472661" y="2170127"/>
                  <a:pt x="1472661" y="2243183"/>
                </a:cubicBezTo>
                <a:cubicBezTo>
                  <a:pt x="1472661" y="2317188"/>
                  <a:pt x="1477523" y="2383484"/>
                  <a:pt x="1487248" y="2442071"/>
                </a:cubicBezTo>
                <a:cubicBezTo>
                  <a:pt x="1496973" y="2500658"/>
                  <a:pt x="1513932" y="2550232"/>
                  <a:pt x="1538126" y="2590792"/>
                </a:cubicBezTo>
                <a:cubicBezTo>
                  <a:pt x="1562320" y="2631352"/>
                  <a:pt x="1595053" y="2662425"/>
                  <a:pt x="1636325" y="2684010"/>
                </a:cubicBezTo>
                <a:cubicBezTo>
                  <a:pt x="1677597" y="2705594"/>
                  <a:pt x="1729780" y="2716387"/>
                  <a:pt x="1792874" y="2716387"/>
                </a:cubicBezTo>
                <a:cubicBezTo>
                  <a:pt x="1855019" y="2716387"/>
                  <a:pt x="1907557" y="2705239"/>
                  <a:pt x="1950490" y="2682942"/>
                </a:cubicBezTo>
                <a:cubicBezTo>
                  <a:pt x="1993422" y="2660646"/>
                  <a:pt x="2028289" y="2628625"/>
                  <a:pt x="2055092" y="2586878"/>
                </a:cubicBezTo>
                <a:cubicBezTo>
                  <a:pt x="2081895" y="2545132"/>
                  <a:pt x="2101227" y="2494609"/>
                  <a:pt x="2113087" y="2435311"/>
                </a:cubicBezTo>
                <a:cubicBezTo>
                  <a:pt x="2124946" y="2376012"/>
                  <a:pt x="2130876" y="2309598"/>
                  <a:pt x="2130876" y="2236067"/>
                </a:cubicBezTo>
                <a:cubicBezTo>
                  <a:pt x="2130876" y="2162062"/>
                  <a:pt x="2126132" y="2095766"/>
                  <a:pt x="2116645" y="2037179"/>
                </a:cubicBezTo>
                <a:cubicBezTo>
                  <a:pt x="2107157" y="1978592"/>
                  <a:pt x="2090316" y="1929018"/>
                  <a:pt x="2066122" y="1888458"/>
                </a:cubicBezTo>
                <a:cubicBezTo>
                  <a:pt x="2041928" y="1847898"/>
                  <a:pt x="2009077" y="1816825"/>
                  <a:pt x="1967568" y="1795241"/>
                </a:cubicBezTo>
                <a:cubicBezTo>
                  <a:pt x="1926058" y="1773656"/>
                  <a:pt x="1873757" y="1762863"/>
                  <a:pt x="1810663" y="1762863"/>
                </a:cubicBezTo>
                <a:close/>
                <a:moveTo>
                  <a:pt x="1046366" y="1762863"/>
                </a:moveTo>
                <a:cubicBezTo>
                  <a:pt x="1012210" y="1762863"/>
                  <a:pt x="980544" y="1765828"/>
                  <a:pt x="951369" y="1771758"/>
                </a:cubicBezTo>
                <a:cubicBezTo>
                  <a:pt x="922194" y="1777688"/>
                  <a:pt x="896459" y="1784923"/>
                  <a:pt x="874162" y="1793461"/>
                </a:cubicBezTo>
                <a:cubicBezTo>
                  <a:pt x="851866" y="1802001"/>
                  <a:pt x="833365" y="1810777"/>
                  <a:pt x="818659" y="1819790"/>
                </a:cubicBezTo>
                <a:cubicBezTo>
                  <a:pt x="803953" y="1828804"/>
                  <a:pt x="794228" y="1835564"/>
                  <a:pt x="789484" y="1840070"/>
                </a:cubicBezTo>
                <a:cubicBezTo>
                  <a:pt x="784740" y="1844577"/>
                  <a:pt x="781300" y="1848728"/>
                  <a:pt x="779166" y="1852523"/>
                </a:cubicBezTo>
                <a:cubicBezTo>
                  <a:pt x="777031" y="1856318"/>
                  <a:pt x="775252" y="1860825"/>
                  <a:pt x="773829" y="1866043"/>
                </a:cubicBezTo>
                <a:cubicBezTo>
                  <a:pt x="772406" y="1871261"/>
                  <a:pt x="771457" y="1877784"/>
                  <a:pt x="770982" y="1885612"/>
                </a:cubicBezTo>
                <a:cubicBezTo>
                  <a:pt x="770508" y="1893439"/>
                  <a:pt x="770271" y="1903283"/>
                  <a:pt x="770271" y="1915143"/>
                </a:cubicBezTo>
                <a:cubicBezTo>
                  <a:pt x="770271" y="1929374"/>
                  <a:pt x="770745" y="1940997"/>
                  <a:pt x="771694" y="1950010"/>
                </a:cubicBezTo>
                <a:cubicBezTo>
                  <a:pt x="772643" y="1959024"/>
                  <a:pt x="774066" y="1965902"/>
                  <a:pt x="775964" y="1970646"/>
                </a:cubicBezTo>
                <a:cubicBezTo>
                  <a:pt x="777861" y="1975390"/>
                  <a:pt x="780233" y="1978592"/>
                  <a:pt x="783079" y="1980252"/>
                </a:cubicBezTo>
                <a:cubicBezTo>
                  <a:pt x="785926" y="1981913"/>
                  <a:pt x="789246" y="1982743"/>
                  <a:pt x="793042" y="1982743"/>
                </a:cubicBezTo>
                <a:cubicBezTo>
                  <a:pt x="798734" y="1982743"/>
                  <a:pt x="807629" y="1978948"/>
                  <a:pt x="819726" y="1971358"/>
                </a:cubicBezTo>
                <a:cubicBezTo>
                  <a:pt x="831823" y="1963767"/>
                  <a:pt x="846529" y="1955584"/>
                  <a:pt x="863844" y="1946808"/>
                </a:cubicBezTo>
                <a:cubicBezTo>
                  <a:pt x="881160" y="1938032"/>
                  <a:pt x="900728" y="1929967"/>
                  <a:pt x="922550" y="1922614"/>
                </a:cubicBezTo>
                <a:cubicBezTo>
                  <a:pt x="944372" y="1915261"/>
                  <a:pt x="967617" y="1911585"/>
                  <a:pt x="992285" y="1911585"/>
                </a:cubicBezTo>
                <a:cubicBezTo>
                  <a:pt x="1014107" y="1911585"/>
                  <a:pt x="1033083" y="1914550"/>
                  <a:pt x="1049212" y="1920479"/>
                </a:cubicBezTo>
                <a:cubicBezTo>
                  <a:pt x="1065341" y="1926409"/>
                  <a:pt x="1078506" y="1934474"/>
                  <a:pt x="1088705" y="1944673"/>
                </a:cubicBezTo>
                <a:cubicBezTo>
                  <a:pt x="1098904" y="1954873"/>
                  <a:pt x="1106613" y="1966970"/>
                  <a:pt x="1111831" y="1980964"/>
                </a:cubicBezTo>
                <a:cubicBezTo>
                  <a:pt x="1117050" y="1994959"/>
                  <a:pt x="1119659" y="2009783"/>
                  <a:pt x="1119659" y="2025438"/>
                </a:cubicBezTo>
                <a:cubicBezTo>
                  <a:pt x="1119659" y="2045837"/>
                  <a:pt x="1115864" y="2064457"/>
                  <a:pt x="1108274" y="2081297"/>
                </a:cubicBezTo>
                <a:cubicBezTo>
                  <a:pt x="1100683" y="2098138"/>
                  <a:pt x="1089654" y="2112489"/>
                  <a:pt x="1075185" y="2124348"/>
                </a:cubicBezTo>
                <a:cubicBezTo>
                  <a:pt x="1060716" y="2136208"/>
                  <a:pt x="1042808" y="2145340"/>
                  <a:pt x="1021460" y="2151745"/>
                </a:cubicBezTo>
                <a:cubicBezTo>
                  <a:pt x="1000113" y="2158149"/>
                  <a:pt x="975682" y="2161351"/>
                  <a:pt x="948167" y="2161351"/>
                </a:cubicBezTo>
                <a:lnTo>
                  <a:pt x="867758" y="2161351"/>
                </a:lnTo>
                <a:cubicBezTo>
                  <a:pt x="862065" y="2161351"/>
                  <a:pt x="857203" y="2162300"/>
                  <a:pt x="853170" y="2164197"/>
                </a:cubicBezTo>
                <a:cubicBezTo>
                  <a:pt x="849138" y="2166095"/>
                  <a:pt x="845817" y="2169415"/>
                  <a:pt x="843208" y="2174159"/>
                </a:cubicBezTo>
                <a:cubicBezTo>
                  <a:pt x="840599" y="2178903"/>
                  <a:pt x="838702" y="2185663"/>
                  <a:pt x="837516" y="2194439"/>
                </a:cubicBezTo>
                <a:cubicBezTo>
                  <a:pt x="836330" y="2203216"/>
                  <a:pt x="835737" y="2214482"/>
                  <a:pt x="835737" y="2228240"/>
                </a:cubicBezTo>
                <a:cubicBezTo>
                  <a:pt x="835737" y="2242946"/>
                  <a:pt x="836330" y="2254924"/>
                  <a:pt x="837516" y="2264175"/>
                </a:cubicBezTo>
                <a:cubicBezTo>
                  <a:pt x="838702" y="2273425"/>
                  <a:pt x="840718" y="2280660"/>
                  <a:pt x="843564" y="2285878"/>
                </a:cubicBezTo>
                <a:cubicBezTo>
                  <a:pt x="846410" y="2291096"/>
                  <a:pt x="849968" y="2294536"/>
                  <a:pt x="854238" y="2296196"/>
                </a:cubicBezTo>
                <a:cubicBezTo>
                  <a:pt x="858507" y="2297857"/>
                  <a:pt x="863726" y="2298687"/>
                  <a:pt x="869893" y="2298687"/>
                </a:cubicBezTo>
                <a:lnTo>
                  <a:pt x="949590" y="2298687"/>
                </a:lnTo>
                <a:cubicBezTo>
                  <a:pt x="983272" y="2298687"/>
                  <a:pt x="1012565" y="2302007"/>
                  <a:pt x="1037471" y="2308649"/>
                </a:cubicBezTo>
                <a:cubicBezTo>
                  <a:pt x="1062376" y="2315290"/>
                  <a:pt x="1083012" y="2324659"/>
                  <a:pt x="1099379" y="2336756"/>
                </a:cubicBezTo>
                <a:cubicBezTo>
                  <a:pt x="1115745" y="2348853"/>
                  <a:pt x="1128079" y="2363441"/>
                  <a:pt x="1136381" y="2380519"/>
                </a:cubicBezTo>
                <a:cubicBezTo>
                  <a:pt x="1144683" y="2397597"/>
                  <a:pt x="1148834" y="2416810"/>
                  <a:pt x="1148834" y="2438157"/>
                </a:cubicBezTo>
                <a:cubicBezTo>
                  <a:pt x="1148834" y="2457607"/>
                  <a:pt x="1145394" y="2475278"/>
                  <a:pt x="1138516" y="2491170"/>
                </a:cubicBezTo>
                <a:cubicBezTo>
                  <a:pt x="1131637" y="2507062"/>
                  <a:pt x="1121201" y="2520582"/>
                  <a:pt x="1107206" y="2531730"/>
                </a:cubicBezTo>
                <a:cubicBezTo>
                  <a:pt x="1093212" y="2542879"/>
                  <a:pt x="1076252" y="2551536"/>
                  <a:pt x="1056328" y="2557703"/>
                </a:cubicBezTo>
                <a:cubicBezTo>
                  <a:pt x="1036403" y="2563870"/>
                  <a:pt x="1013396" y="2566954"/>
                  <a:pt x="987304" y="2566954"/>
                </a:cubicBezTo>
                <a:cubicBezTo>
                  <a:pt x="956469" y="2566954"/>
                  <a:pt x="928954" y="2563752"/>
                  <a:pt x="904760" y="2557348"/>
                </a:cubicBezTo>
                <a:cubicBezTo>
                  <a:pt x="880567" y="2550943"/>
                  <a:pt x="859456" y="2544065"/>
                  <a:pt x="841429" y="2536712"/>
                </a:cubicBezTo>
                <a:cubicBezTo>
                  <a:pt x="823403" y="2529359"/>
                  <a:pt x="808578" y="2522480"/>
                  <a:pt x="796955" y="2516076"/>
                </a:cubicBezTo>
                <a:cubicBezTo>
                  <a:pt x="785333" y="2509671"/>
                  <a:pt x="777150" y="2506469"/>
                  <a:pt x="772406" y="2506469"/>
                </a:cubicBezTo>
                <a:cubicBezTo>
                  <a:pt x="764815" y="2506469"/>
                  <a:pt x="759123" y="2510857"/>
                  <a:pt x="755328" y="2519634"/>
                </a:cubicBezTo>
                <a:cubicBezTo>
                  <a:pt x="751533" y="2528410"/>
                  <a:pt x="749635" y="2544183"/>
                  <a:pt x="749635" y="2566954"/>
                </a:cubicBezTo>
                <a:cubicBezTo>
                  <a:pt x="749635" y="2580711"/>
                  <a:pt x="749991" y="2592452"/>
                  <a:pt x="750702" y="2602177"/>
                </a:cubicBezTo>
                <a:cubicBezTo>
                  <a:pt x="751414" y="2611902"/>
                  <a:pt x="752600" y="2619967"/>
                  <a:pt x="754260" y="2626371"/>
                </a:cubicBezTo>
                <a:cubicBezTo>
                  <a:pt x="755921" y="2632776"/>
                  <a:pt x="757818" y="2638350"/>
                  <a:pt x="759953" y="2643093"/>
                </a:cubicBezTo>
                <a:cubicBezTo>
                  <a:pt x="762088" y="2647837"/>
                  <a:pt x="765290" y="2652107"/>
                  <a:pt x="769559" y="2655902"/>
                </a:cubicBezTo>
                <a:cubicBezTo>
                  <a:pt x="773829" y="2659697"/>
                  <a:pt x="782842" y="2665153"/>
                  <a:pt x="796600" y="2672268"/>
                </a:cubicBezTo>
                <a:cubicBezTo>
                  <a:pt x="810357" y="2679384"/>
                  <a:pt x="827791" y="2686263"/>
                  <a:pt x="848901" y="2692904"/>
                </a:cubicBezTo>
                <a:cubicBezTo>
                  <a:pt x="870011" y="2699546"/>
                  <a:pt x="894324" y="2705120"/>
                  <a:pt x="921838" y="2709627"/>
                </a:cubicBezTo>
                <a:cubicBezTo>
                  <a:pt x="949353" y="2714133"/>
                  <a:pt x="978765" y="2716387"/>
                  <a:pt x="1010075" y="2716387"/>
                </a:cubicBezTo>
                <a:cubicBezTo>
                  <a:pt x="1061783" y="2716387"/>
                  <a:pt x="1109459" y="2710101"/>
                  <a:pt x="1153103" y="2697530"/>
                </a:cubicBezTo>
                <a:cubicBezTo>
                  <a:pt x="1196747" y="2684958"/>
                  <a:pt x="1234224" y="2666576"/>
                  <a:pt x="1265534" y="2642382"/>
                </a:cubicBezTo>
                <a:cubicBezTo>
                  <a:pt x="1296843" y="2618188"/>
                  <a:pt x="1321274" y="2588301"/>
                  <a:pt x="1338827" y="2552722"/>
                </a:cubicBezTo>
                <a:cubicBezTo>
                  <a:pt x="1356379" y="2517143"/>
                  <a:pt x="1365156" y="2476345"/>
                  <a:pt x="1365156" y="2430330"/>
                </a:cubicBezTo>
                <a:cubicBezTo>
                  <a:pt x="1365156" y="2402815"/>
                  <a:pt x="1360412" y="2377079"/>
                  <a:pt x="1350924" y="2353123"/>
                </a:cubicBezTo>
                <a:cubicBezTo>
                  <a:pt x="1341436" y="2329166"/>
                  <a:pt x="1327797" y="2307700"/>
                  <a:pt x="1310008" y="2288724"/>
                </a:cubicBezTo>
                <a:cubicBezTo>
                  <a:pt x="1292218" y="2269749"/>
                  <a:pt x="1270515" y="2253976"/>
                  <a:pt x="1244898" y="2241404"/>
                </a:cubicBezTo>
                <a:cubicBezTo>
                  <a:pt x="1219281" y="2228833"/>
                  <a:pt x="1190343" y="2220649"/>
                  <a:pt x="1158084" y="2216855"/>
                </a:cubicBezTo>
                <a:lnTo>
                  <a:pt x="1158084" y="2214720"/>
                </a:lnTo>
                <a:cubicBezTo>
                  <a:pt x="1185125" y="2208078"/>
                  <a:pt x="1208963" y="2198116"/>
                  <a:pt x="1229599" y="2184833"/>
                </a:cubicBezTo>
                <a:cubicBezTo>
                  <a:pt x="1250235" y="2171550"/>
                  <a:pt x="1267431" y="2155421"/>
                  <a:pt x="1281189" y="2136445"/>
                </a:cubicBezTo>
                <a:cubicBezTo>
                  <a:pt x="1294946" y="2117470"/>
                  <a:pt x="1305382" y="2095885"/>
                  <a:pt x="1312498" y="2071691"/>
                </a:cubicBezTo>
                <a:cubicBezTo>
                  <a:pt x="1319614" y="2047497"/>
                  <a:pt x="1323172" y="2021406"/>
                  <a:pt x="1323172" y="1993417"/>
                </a:cubicBezTo>
                <a:cubicBezTo>
                  <a:pt x="1323172" y="1957363"/>
                  <a:pt x="1317124" y="1924986"/>
                  <a:pt x="1305027" y="1896286"/>
                </a:cubicBezTo>
                <a:cubicBezTo>
                  <a:pt x="1292930" y="1867585"/>
                  <a:pt x="1275140" y="1843391"/>
                  <a:pt x="1251658" y="1823704"/>
                </a:cubicBezTo>
                <a:cubicBezTo>
                  <a:pt x="1228176" y="1804017"/>
                  <a:pt x="1199238" y="1788955"/>
                  <a:pt x="1164844" y="1778518"/>
                </a:cubicBezTo>
                <a:cubicBezTo>
                  <a:pt x="1130451" y="1768082"/>
                  <a:pt x="1090958" y="1762863"/>
                  <a:pt x="1046366" y="1762863"/>
                </a:cubicBezTo>
                <a:close/>
                <a:moveTo>
                  <a:pt x="3050299" y="1753613"/>
                </a:moveTo>
                <a:cubicBezTo>
                  <a:pt x="3036542" y="1753613"/>
                  <a:pt x="3024919" y="1754087"/>
                  <a:pt x="3015432" y="1755036"/>
                </a:cubicBezTo>
                <a:cubicBezTo>
                  <a:pt x="3005944" y="1755985"/>
                  <a:pt x="2997760" y="1757645"/>
                  <a:pt x="2990882" y="1760017"/>
                </a:cubicBezTo>
                <a:cubicBezTo>
                  <a:pt x="2984003" y="1762389"/>
                  <a:pt x="2978429" y="1765472"/>
                  <a:pt x="2974160" y="1769268"/>
                </a:cubicBezTo>
                <a:cubicBezTo>
                  <a:pt x="2969890" y="1773063"/>
                  <a:pt x="2965620" y="1777569"/>
                  <a:pt x="2961351" y="1782788"/>
                </a:cubicBezTo>
                <a:lnTo>
                  <a:pt x="2305270" y="2681519"/>
                </a:lnTo>
                <a:cubicBezTo>
                  <a:pt x="2300052" y="2688635"/>
                  <a:pt x="2297087" y="2694683"/>
                  <a:pt x="2296376" y="2699664"/>
                </a:cubicBezTo>
                <a:cubicBezTo>
                  <a:pt x="2295664" y="2704646"/>
                  <a:pt x="2297324" y="2709034"/>
                  <a:pt x="2301357" y="2712829"/>
                </a:cubicBezTo>
                <a:cubicBezTo>
                  <a:pt x="2305389" y="2716624"/>
                  <a:pt x="2312030" y="2719470"/>
                  <a:pt x="2321281" y="2721368"/>
                </a:cubicBezTo>
                <a:cubicBezTo>
                  <a:pt x="2330532" y="2723265"/>
                  <a:pt x="2342984" y="2724214"/>
                  <a:pt x="2358639" y="2724214"/>
                </a:cubicBezTo>
                <a:cubicBezTo>
                  <a:pt x="2372396" y="2724214"/>
                  <a:pt x="2384019" y="2723740"/>
                  <a:pt x="2393507" y="2722791"/>
                </a:cubicBezTo>
                <a:cubicBezTo>
                  <a:pt x="2402994" y="2721842"/>
                  <a:pt x="2411059" y="2720182"/>
                  <a:pt x="2417701" y="2717810"/>
                </a:cubicBezTo>
                <a:cubicBezTo>
                  <a:pt x="2424342" y="2715438"/>
                  <a:pt x="2429916" y="2712473"/>
                  <a:pt x="2434423" y="2708915"/>
                </a:cubicBezTo>
                <a:cubicBezTo>
                  <a:pt x="2438929" y="2705357"/>
                  <a:pt x="2443318" y="2700732"/>
                  <a:pt x="2447587" y="2695039"/>
                </a:cubicBezTo>
                <a:lnTo>
                  <a:pt x="3103668" y="1796308"/>
                </a:lnTo>
                <a:cubicBezTo>
                  <a:pt x="3108412" y="1789666"/>
                  <a:pt x="3111258" y="1783737"/>
                  <a:pt x="3112207" y="1778518"/>
                </a:cubicBezTo>
                <a:cubicBezTo>
                  <a:pt x="3113156" y="1773300"/>
                  <a:pt x="3111614" y="1768793"/>
                  <a:pt x="3107582" y="1764998"/>
                </a:cubicBezTo>
                <a:cubicBezTo>
                  <a:pt x="3103549" y="1761203"/>
                  <a:pt x="3096908" y="1758357"/>
                  <a:pt x="3087657" y="1756459"/>
                </a:cubicBezTo>
                <a:cubicBezTo>
                  <a:pt x="3078406" y="1754562"/>
                  <a:pt x="3065954" y="1753613"/>
                  <a:pt x="3050299" y="1753613"/>
                </a:cubicBezTo>
                <a:close/>
                <a:moveTo>
                  <a:pt x="0" y="0"/>
                </a:moveTo>
                <a:lnTo>
                  <a:pt x="3949700" y="0"/>
                </a:lnTo>
                <a:lnTo>
                  <a:pt x="39497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79A5B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1180855566"/>
              </p:ext>
            </p:extLst>
          </p:nvPr>
        </p:nvGraphicFramePr>
        <p:xfrm>
          <a:off x="258434" y="1239934"/>
          <a:ext cx="6853567" cy="4569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矩形 14"/>
          <p:cNvSpPr/>
          <p:nvPr/>
        </p:nvSpPr>
        <p:spPr>
          <a:xfrm>
            <a:off x="7332672" y="3260418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rgbClr val="F5F0EA"/>
                </a:solidFill>
                <a:ea typeface="微软雅黑" charset="0"/>
              </a:rPr>
              <a:t>▷点击此处添加标题</a:t>
            </a:r>
          </a:p>
        </p:txBody>
      </p:sp>
      <p:sp>
        <p:nvSpPr>
          <p:cNvPr id="18" name="矩形 17"/>
          <p:cNvSpPr/>
          <p:nvPr/>
        </p:nvSpPr>
        <p:spPr>
          <a:xfrm>
            <a:off x="7332672" y="372876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rgbClr val="F5F0EA"/>
                </a:solidFill>
                <a:ea typeface="微软雅黑" charset="0"/>
              </a:rPr>
              <a:t>▷点击此处添加标题</a:t>
            </a:r>
          </a:p>
        </p:txBody>
      </p:sp>
      <p:sp>
        <p:nvSpPr>
          <p:cNvPr id="19" name="矩形 18"/>
          <p:cNvSpPr/>
          <p:nvPr/>
        </p:nvSpPr>
        <p:spPr>
          <a:xfrm>
            <a:off x="7332672" y="419710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rgbClr val="F5F0EA"/>
                </a:solidFill>
                <a:ea typeface="微软雅黑" charset="0"/>
              </a:rPr>
              <a:t>▷点击此处添加标题</a:t>
            </a:r>
          </a:p>
        </p:txBody>
      </p:sp>
      <p:sp>
        <p:nvSpPr>
          <p:cNvPr id="20" name="矩形 19"/>
          <p:cNvSpPr/>
          <p:nvPr/>
        </p:nvSpPr>
        <p:spPr>
          <a:xfrm>
            <a:off x="7332672" y="4665447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rgbClr val="F5F0EA"/>
                </a:solidFill>
                <a:ea typeface="微软雅黑" charset="0"/>
              </a:rPr>
              <a:t>▷点击此处添加标题</a:t>
            </a:r>
          </a:p>
        </p:txBody>
      </p:sp>
    </p:spTree>
    <p:extLst>
      <p:ext uri="{BB962C8B-B14F-4D97-AF65-F5344CB8AC3E}">
        <p14:creationId xmlns:p14="http://schemas.microsoft.com/office/powerpoint/2010/main" val="195688839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1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0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67666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2431</TotalTime>
  <Words>1777</Words>
  <Application>Microsoft Office PowerPoint</Application>
  <PresentationFormat>宽屏</PresentationFormat>
  <Paragraphs>192</Paragraphs>
  <Slides>26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MS PGothic</vt:lpstr>
      <vt:lpstr>quote-cjk-patch</vt:lpstr>
      <vt:lpstr>等线</vt:lpstr>
      <vt:lpstr>Microsoft YaHei</vt:lpstr>
      <vt:lpstr>Microsoft YaHei</vt:lpstr>
      <vt:lpstr>Arial</vt:lpstr>
      <vt:lpstr>Calibri</vt:lpstr>
      <vt:lpstr>Segoe UI Light</vt:lpstr>
      <vt:lpstr>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哎呀小小草</dc:title>
  <dc:subject>哎呀小小草</dc:subject>
  <dc:creator>哎呀小小草</dc:creator>
  <cp:keywords>https:/800sucai.taobao.com</cp:keywords>
  <dc:description>https://800sucai.taobao.com</dc:description>
  <cp:lastModifiedBy>欣怡 张</cp:lastModifiedBy>
  <cp:revision>56</cp:revision>
  <dcterms:created xsi:type="dcterms:W3CDTF">2015-08-18T02:51:41Z</dcterms:created>
  <dcterms:modified xsi:type="dcterms:W3CDTF">2025-11-26T10:17:59Z</dcterms:modified>
  <cp:category>https://800sucai.taobao.com</cp:category>
  <cp:contentStatus>12sc.taobao.com</cp:contentStatus>
</cp:coreProperties>
</file>